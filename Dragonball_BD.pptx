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69.xml" ContentType="application/vnd.openxmlformats-officedocument.presentationml.slide+xml"/>
  <Override PartName="/ppt/slides/slide187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76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165.xml" ContentType="application/vnd.openxmlformats-officedocument.presentationml.slide+xml"/>
  <Override PartName="/ppt/slides/slide183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72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88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s/slide180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78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5" r:id="rId58"/>
    <p:sldId id="314" r:id="rId59"/>
    <p:sldId id="316" r:id="rId60"/>
    <p:sldId id="317" r:id="rId61"/>
    <p:sldId id="318" r:id="rId62"/>
    <p:sldId id="319" r:id="rId63"/>
    <p:sldId id="320" r:id="rId64"/>
    <p:sldId id="321" r:id="rId65"/>
    <p:sldId id="323" r:id="rId66"/>
    <p:sldId id="322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66" r:id="rId90"/>
    <p:sldId id="346" r:id="rId91"/>
    <p:sldId id="363" r:id="rId92"/>
    <p:sldId id="364" r:id="rId93"/>
    <p:sldId id="365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7" r:id="rId111"/>
    <p:sldId id="368" r:id="rId112"/>
    <p:sldId id="369" r:id="rId113"/>
    <p:sldId id="370" r:id="rId114"/>
    <p:sldId id="371" r:id="rId115"/>
    <p:sldId id="376" r:id="rId116"/>
    <p:sldId id="372" r:id="rId117"/>
    <p:sldId id="373" r:id="rId118"/>
    <p:sldId id="374" r:id="rId119"/>
    <p:sldId id="375" r:id="rId120"/>
    <p:sldId id="377" r:id="rId121"/>
    <p:sldId id="378" r:id="rId122"/>
    <p:sldId id="380" r:id="rId123"/>
    <p:sldId id="381" r:id="rId124"/>
    <p:sldId id="379" r:id="rId125"/>
    <p:sldId id="382" r:id="rId126"/>
    <p:sldId id="384" r:id="rId127"/>
    <p:sldId id="385" r:id="rId128"/>
    <p:sldId id="383" r:id="rId129"/>
    <p:sldId id="386" r:id="rId130"/>
    <p:sldId id="387" r:id="rId131"/>
    <p:sldId id="394" r:id="rId132"/>
    <p:sldId id="388" r:id="rId133"/>
    <p:sldId id="389" r:id="rId134"/>
    <p:sldId id="390" r:id="rId135"/>
    <p:sldId id="391" r:id="rId136"/>
    <p:sldId id="392" r:id="rId137"/>
    <p:sldId id="393" r:id="rId138"/>
    <p:sldId id="395" r:id="rId139"/>
    <p:sldId id="396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8" r:id="rId150"/>
    <p:sldId id="407" r:id="rId151"/>
    <p:sldId id="409" r:id="rId152"/>
    <p:sldId id="410" r:id="rId153"/>
    <p:sldId id="411" r:id="rId154"/>
    <p:sldId id="412" r:id="rId155"/>
    <p:sldId id="413" r:id="rId156"/>
    <p:sldId id="414" r:id="rId157"/>
    <p:sldId id="415" r:id="rId158"/>
    <p:sldId id="416" r:id="rId159"/>
    <p:sldId id="417" r:id="rId160"/>
    <p:sldId id="418" r:id="rId161"/>
    <p:sldId id="419" r:id="rId162"/>
    <p:sldId id="420" r:id="rId163"/>
    <p:sldId id="421" r:id="rId164"/>
    <p:sldId id="422" r:id="rId165"/>
    <p:sldId id="423" r:id="rId166"/>
    <p:sldId id="424" r:id="rId167"/>
    <p:sldId id="425" r:id="rId168"/>
    <p:sldId id="426" r:id="rId169"/>
    <p:sldId id="427" r:id="rId170"/>
    <p:sldId id="428" r:id="rId171"/>
    <p:sldId id="429" r:id="rId172"/>
    <p:sldId id="430" r:id="rId173"/>
    <p:sldId id="431" r:id="rId174"/>
    <p:sldId id="432" r:id="rId175"/>
    <p:sldId id="433" r:id="rId176"/>
    <p:sldId id="434" r:id="rId177"/>
    <p:sldId id="435" r:id="rId178"/>
    <p:sldId id="436" r:id="rId179"/>
    <p:sldId id="439" r:id="rId180"/>
    <p:sldId id="437" r:id="rId181"/>
    <p:sldId id="438" r:id="rId182"/>
    <p:sldId id="440" r:id="rId183"/>
    <p:sldId id="441" r:id="rId184"/>
    <p:sldId id="442" r:id="rId185"/>
    <p:sldId id="443" r:id="rId186"/>
    <p:sldId id="444" r:id="rId187"/>
    <p:sldId id="445" r:id="rId188"/>
    <p:sldId id="446" r:id="rId189"/>
    <p:sldId id="447" r:id="rId190"/>
    <p:sldId id="448" r:id="rId19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BDEEFF"/>
    <a:srgbClr val="9BE5FF"/>
    <a:srgbClr val="47CFFF"/>
    <a:srgbClr val="00153E"/>
    <a:srgbClr val="EB701D"/>
    <a:srgbClr val="F4AF80"/>
    <a:srgbClr val="F09252"/>
    <a:srgbClr val="F5B68B"/>
    <a:srgbClr val="F5BB93"/>
    <a:srgbClr val="FFCA2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27" autoAdjust="0"/>
    <p:restoredTop sz="99150" autoAdjust="0"/>
  </p:normalViewPr>
  <p:slideViewPr>
    <p:cSldViewPr snapToGrid="0">
      <p:cViewPr>
        <p:scale>
          <a:sx n="75" d="100"/>
          <a:sy n="75" d="100"/>
        </p:scale>
        <p:origin x="-270" y="-8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93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ableStyles" Target="tableStyles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082D97C-98BD-43A5-9CB7-FA887CD89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888135F8-0168-434E-8D93-86CAC43D9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541E3E50-B50D-4C8F-A537-045401BF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1A4EE130-3DD5-4ED3-BD66-5311AC59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D741916C-D334-4A90-943D-E13D1C8E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40711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3C3B5075-6F3A-42CB-A80F-528E0AE5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6C0D0FC4-F379-479E-952B-FE28F923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78CC831F-A7DC-47D7-B5FF-500F5634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98048750-7000-4879-98D6-017EEDA5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EF7B4DFC-6A39-4FAE-BBCA-D929BE7E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99661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66311AB-B423-4411-A0ED-66415A5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E0683163-F8F1-41D7-9241-AC87E256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22F86931-9C60-4772-9E23-236B760A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6532C174-A1C0-4E34-8D3A-EC718445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B3224FA-8087-491C-8EDB-D2B332B1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29730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6A4BE812-5288-4004-B8B3-34DCF4F9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873931F4-6595-4B82-8167-4BB753AF4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38697AC4-E978-45D7-89F5-DD26B1DDE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65DBD062-1F37-4F80-A3E2-11165308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43D8A752-80C3-49F9-8E5D-5E9F1BE2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D0AC66A6-8046-440C-AAC5-A288846C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52997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4D049FDD-3140-4D38-B986-94F07650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D7EAC855-58BF-4557-B01C-611EAE75C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5D3A505F-C218-4AE1-84DB-BCA3A79A6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72A47F7C-9136-400B-B32C-AF3117536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="" xmlns:a16="http://schemas.microsoft.com/office/drawing/2014/main" id="{015BE417-F249-4125-9B6F-A331F4CC8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="" xmlns:a16="http://schemas.microsoft.com/office/drawing/2014/main" id="{34D2198D-8F0B-4482-800D-6E1A746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="" xmlns:a16="http://schemas.microsoft.com/office/drawing/2014/main" id="{C7B93BFD-488F-4246-A089-BEDCB40C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="" xmlns:a16="http://schemas.microsoft.com/office/drawing/2014/main" id="{EE133526-F40D-4E5A-A5BD-4B390D20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91358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37ED928E-F80E-4E77-820F-2E6689DC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="" xmlns:a16="http://schemas.microsoft.com/office/drawing/2014/main" id="{A99D08A3-0164-4483-ADA3-4A7A9757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="" xmlns:a16="http://schemas.microsoft.com/office/drawing/2014/main" id="{C735A91A-1D84-4FB3-92D5-EB4E1032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="" xmlns:a16="http://schemas.microsoft.com/office/drawing/2014/main" id="{D8BE0401-82CD-4025-B96A-E0D7293C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23022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="" xmlns:a16="http://schemas.microsoft.com/office/drawing/2014/main" id="{85F73005-E3A7-4B98-A6F6-E6341AD0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="" xmlns:a16="http://schemas.microsoft.com/office/drawing/2014/main" id="{04C03143-6E43-4087-B2A6-E966841F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371E4668-6BE4-44B6-A397-A2A49AB7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20750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EFFE982-68A1-43B4-9249-22E175CB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32B7F875-5E37-45D1-B220-A744A2D2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129D3A4B-93D3-4CF7-A1F0-A638C4395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DAA7735A-E24B-42D2-9E7C-89180A30D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7210017F-3CE4-498E-90E6-CB116AD4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D4EF3A55-C822-4D71-8C58-28FD5DED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89959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3232ABAC-4D6B-49E7-A213-B8E274D3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="" xmlns:a16="http://schemas.microsoft.com/office/drawing/2014/main" id="{2CD406FA-9CDE-4A28-9AB4-FB895BC5C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C5F73A19-0980-47D6-ADF9-B44DE8299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EA82D3A3-A3D0-48C8-81C6-BD1C04CA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10F1C623-7265-4448-BA93-8321A8B5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CC11BEDE-B4C4-4F40-A2D4-B30504AA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24145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39DDFF12-3C40-4B85-A1CE-EA1598BB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9B7D5934-FA9D-4D27-B152-27BE653AF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ECEECFB9-F3EE-474D-87B5-3956565D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E2062945-74FE-41DF-A36A-C3FEF09C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8B9D110F-9BA1-4899-93AA-F0075C3E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90726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="" xmlns:a16="http://schemas.microsoft.com/office/drawing/2014/main" id="{87063F29-32F7-4AFE-A2E6-C8CDF5CAA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676D3D1D-D3EC-47E0-A74D-BF61DC677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6E1F0666-DBD6-47CC-BA32-11B9D0ED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4ED13205-D597-43BF-B2C5-A0AF8958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76ACF1BA-3887-4FCD-96D9-42D1CFB1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5559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="" xmlns:a16="http://schemas.microsoft.com/office/drawing/2014/main" id="{B71467BA-4E6E-48D0-9701-D9CB48E2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7F7A85D8-5429-4B9A-A894-1CCEA0282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91D823F4-8F18-456B-82C3-E6F66A833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F4FAA-359A-4918-8624-FA609786ABCF}" type="datetimeFigureOut">
              <a:rPr lang="hu-HU" smtClean="0"/>
              <a:pPr/>
              <a:t>2022.06.06.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0B914B62-0B9D-4FD0-A1F7-95F52153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D7541F45-7051-4FA3-9730-ABCFED20F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3C1C8-5616-4E2C-B7CC-0932F6EC59F9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5386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10698" y="5058912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06"/>
          <p:cNvGrpSpPr/>
          <p:nvPr/>
        </p:nvGrpSpPr>
        <p:grpSpPr>
          <a:xfrm>
            <a:off x="10805478" y="4429124"/>
            <a:ext cx="165736" cy="509589"/>
            <a:chOff x="5253038" y="3209924"/>
            <a:chExt cx="165736" cy="50958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8272" y="3539491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0890" y="3378279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276850" y="3612357"/>
              <a:ext cx="48102" cy="4476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80" name="Egyenes összekötő 79">
            <a:extLst>
              <a:ext uri="{FF2B5EF4-FFF2-40B4-BE49-F238E27FC236}">
                <a16:creationId xmlns="" xmlns:a16="http://schemas.microsoft.com/office/drawing/2014/main" id="{675CE29F-A68D-4CC9-BEAC-8CB94ECC43B5}"/>
              </a:ext>
            </a:extLst>
          </p:cNvPr>
          <p:cNvCxnSpPr>
            <a:cxnSpLocks/>
          </p:cNvCxnSpPr>
          <p:nvPr/>
        </p:nvCxnSpPr>
        <p:spPr>
          <a:xfrm rot="5400000">
            <a:off x="10812488" y="4254061"/>
            <a:ext cx="395704" cy="3539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>
            <a:off x="10658475" y="3150974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45117" y="4444722"/>
            <a:ext cx="1335640" cy="280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10698" y="5523713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="" xmlns:a16="http://schemas.microsoft.com/office/drawing/2014/main" id="{675CE29F-A68D-4CC9-BEAC-8CB94ECC43B5}"/>
              </a:ext>
            </a:extLst>
          </p:cNvPr>
          <p:cNvCxnSpPr>
            <a:cxnSpLocks/>
          </p:cNvCxnSpPr>
          <p:nvPr/>
        </p:nvCxnSpPr>
        <p:spPr>
          <a:xfrm rot="5400000">
            <a:off x="10823206" y="4191750"/>
            <a:ext cx="364745" cy="205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>
            <a:off x="11043829" y="5123926"/>
            <a:ext cx="103596" cy="49945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>
            <a:off x="11147425" y="5596854"/>
            <a:ext cx="199501" cy="468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1091553" y="6029325"/>
            <a:ext cx="272817" cy="508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10061" y="6092766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929124" y="2270495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5" name="Csoportba foglalás 107"/>
          <p:cNvGrpSpPr/>
          <p:nvPr/>
        </p:nvGrpSpPr>
        <p:grpSpPr>
          <a:xfrm>
            <a:off x="10778015" y="4364988"/>
            <a:ext cx="230030" cy="654846"/>
            <a:chOff x="5226845" y="3171824"/>
            <a:chExt cx="230030" cy="654846"/>
          </a:xfrm>
        </p:grpSpPr>
        <p:cxnSp>
          <p:nvCxnSpPr>
            <p:cNvPr id="19" name="Egyenes összekötő 18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76601" y="3590688"/>
              <a:ext cx="286226" cy="185737"/>
            </a:xfrm>
            <a:prstGeom prst="line">
              <a:avLst/>
            </a:prstGeom>
            <a:ln w="762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Egyenes összekötő 5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267325" y="3698081"/>
              <a:ext cx="57150" cy="3810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Egyenes összekötő 71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33511" y="3338989"/>
              <a:ext cx="390529" cy="56199"/>
            </a:xfrm>
            <a:prstGeom prst="line">
              <a:avLst/>
            </a:prstGeom>
            <a:ln w="762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" name="Csoportba foglalás 92"/>
          <p:cNvGrpSpPr/>
          <p:nvPr/>
        </p:nvGrpSpPr>
        <p:grpSpPr>
          <a:xfrm>
            <a:off x="11002170" y="4955381"/>
            <a:ext cx="416718" cy="147638"/>
            <a:chOff x="5426870" y="3698081"/>
            <a:chExt cx="416718" cy="147638"/>
          </a:xfrm>
        </p:grpSpPr>
        <p:cxnSp>
          <p:nvCxnSpPr>
            <p:cNvPr id="85" name="Egyenes összekötő 84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6870" y="3698081"/>
              <a:ext cx="69055" cy="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Egyenes összekötő 88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8782" y="3698083"/>
              <a:ext cx="354806" cy="45242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1" name="Egyenes összekötő 90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6402" y="3707608"/>
              <a:ext cx="295274" cy="13811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p:transition advClick="0" advTm="0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Csoportba foglalás 143"/>
          <p:cNvGrpSpPr/>
          <p:nvPr/>
        </p:nvGrpSpPr>
        <p:grpSpPr>
          <a:xfrm rot="21291139">
            <a:off x="10743247" y="4029454"/>
            <a:ext cx="203508" cy="871158"/>
            <a:chOff x="10303828" y="4150105"/>
            <a:chExt cx="203508" cy="871158"/>
          </a:xfrm>
        </p:grpSpPr>
        <p:grpSp>
          <p:nvGrpSpPr>
            <p:cNvPr id="143" name="Csoportba foglalás 142"/>
            <p:cNvGrpSpPr/>
            <p:nvPr/>
          </p:nvGrpSpPr>
          <p:grpSpPr>
            <a:xfrm>
              <a:off x="10303828" y="4511674"/>
              <a:ext cx="165736" cy="509589"/>
              <a:chOff x="10805478" y="4429124"/>
              <a:chExt cx="165736" cy="509589"/>
            </a:xfrm>
          </p:grpSpPr>
          <p:cxnSp>
            <p:nvCxnSpPr>
              <p:cNvPr id="84" name="Egyenes összekötő 83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70712" y="4758691"/>
                <a:ext cx="214788" cy="14525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1" name="Egyenes összekötő 80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63330" y="4597479"/>
                <a:ext cx="376239" cy="3952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82" name="Egyenes összekötő 81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9290" y="4831557"/>
                <a:ext cx="67310" cy="4524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91788" y="4330261"/>
              <a:ext cx="395704" cy="35392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448925" y="3163674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63684" y="4312136"/>
            <a:ext cx="1221979" cy="1740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29750" y="5008114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29750" y="5472915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13827" y="5238978"/>
            <a:ext cx="492576" cy="952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61341" y="5622591"/>
            <a:ext cx="473746" cy="9207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960925" y="5908677"/>
            <a:ext cx="225647" cy="7648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29113" y="6041968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1" name="Csoportba foglalás 70"/>
          <p:cNvGrpSpPr/>
          <p:nvPr/>
        </p:nvGrpSpPr>
        <p:grpSpPr>
          <a:xfrm>
            <a:off x="9783074" y="2276845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40" name="Csoportba foglalás 139"/>
          <p:cNvGrpSpPr/>
          <p:nvPr/>
        </p:nvGrpSpPr>
        <p:grpSpPr>
          <a:xfrm rot="20964379">
            <a:off x="10734835" y="3977384"/>
            <a:ext cx="273039" cy="1015779"/>
            <a:chOff x="10752615" y="4092955"/>
            <a:chExt cx="273039" cy="1015779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4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08" name="Csoportba foglalás 107"/>
            <p:cNvGrpSpPr/>
            <p:nvPr/>
          </p:nvGrpSpPr>
          <p:grpSpPr>
            <a:xfrm>
              <a:off x="10752615" y="4453888"/>
              <a:ext cx="230030" cy="654846"/>
              <a:chOff x="5226845" y="3171824"/>
              <a:chExt cx="230030" cy="654846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601" y="3590688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7325" y="3698081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33511" y="3338989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33920" y="4917281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95832" y="4895850"/>
            <a:ext cx="346868" cy="2143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1093452" y="4926808"/>
            <a:ext cx="190498" cy="15319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Click="0" advTm="0">
        <p:cut/>
      </p:transition>
    </mc:Choice>
    <mc:Fallback>
      <p:transition advClick="0"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Csoportba foglalás 62"/>
          <p:cNvGrpSpPr/>
          <p:nvPr/>
        </p:nvGrpSpPr>
        <p:grpSpPr>
          <a:xfrm>
            <a:off x="10771920" y="4033957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425174" y="3175549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326632" y="4337312"/>
            <a:ext cx="1252014" cy="17748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10905999" y="5019989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905999" y="5484790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764900" y="5206177"/>
            <a:ext cx="463550" cy="6985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26466" y="5669392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750550" y="5920552"/>
            <a:ext cx="240821" cy="4844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05362" y="6053843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70"/>
          <p:cNvGrpSpPr/>
          <p:nvPr/>
        </p:nvGrpSpPr>
        <p:grpSpPr>
          <a:xfrm>
            <a:off x="9759323" y="2288720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" name="Csoportba foglalás 139"/>
          <p:cNvGrpSpPr/>
          <p:nvPr/>
        </p:nvGrpSpPr>
        <p:grpSpPr>
          <a:xfrm rot="20964379">
            <a:off x="10754381" y="4051488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7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10169" y="492915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1072081" y="480950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1069701" y="493868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Click="0" advTm="0">
        <p:cut/>
      </p:transition>
    </mc:Choice>
    <mc:Fallback>
      <p:transition advClick="0"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239748">
            <a:off x="10655455" y="4038719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342047" y="3175549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211739" y="4369078"/>
            <a:ext cx="1223213" cy="851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10604455" y="5248058"/>
            <a:ext cx="504511" cy="5789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10841922" y="5484790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581478" y="5149697"/>
            <a:ext cx="438465" cy="1435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475282" y="5642052"/>
            <a:ext cx="485682" cy="2228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489623" y="5920553"/>
            <a:ext cx="251934" cy="611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655573" y="6058606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676196" y="2288720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827982" y="493677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889894" y="4732020"/>
            <a:ext cx="301346" cy="20476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887514" y="4946303"/>
            <a:ext cx="227526" cy="2048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394830">
            <a:off x="10714118" y="4056250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201348">
            <a:off x="10459039" y="4055358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150393" y="31874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2" idx="4"/>
          </p:cNvCxnSpPr>
          <p:nvPr/>
        </p:nvCxnSpPr>
        <p:spPr>
          <a:xfrm rot="16200000" flipH="1">
            <a:off x="10029785" y="4371254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70745" y="5283701"/>
            <a:ext cx="518799" cy="3417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5063" y="5708545"/>
            <a:ext cx="539776" cy="969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404912" y="5232091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51673" y="5709843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430061" y="5980053"/>
            <a:ext cx="215092" cy="5162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28169" y="6056194"/>
            <a:ext cx="250524" cy="405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484542" y="2300596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65538" y="494738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727450" y="4705350"/>
            <a:ext cx="315200" cy="24203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725070" y="4956909"/>
            <a:ext cx="215980" cy="1040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357904">
            <a:off x="10522462" y="4068126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507348">
            <a:off x="10292352" y="4064882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017043" y="31874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7861" y="4399830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54019" y="5252699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04724" y="5646973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247750" y="5227329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169515" y="5735569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210986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51980" y="6005513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351192" y="2300596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06788" y="5012470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68700" y="4892820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566320" y="5021997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896545">
            <a:off x="10465312" y="4039550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693498">
            <a:off x="10232029" y="4075995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10004344" y="31842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27833" y="4423985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41320" y="5249525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92025" y="5643799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181366" y="5196693"/>
            <a:ext cx="450908" cy="16026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10052846" y="5695160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98274" y="5988051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639281" y="600233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338493" y="2297422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467419" y="498357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529331" y="4863928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526951" y="4993105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542486">
            <a:off x="10462137" y="4050664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693498">
            <a:off x="10143128" y="4088694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915443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96070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54784" y="5278891"/>
            <a:ext cx="492890" cy="6970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98348" y="5666023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73483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63945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09373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431317" y="6029325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249592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40418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68040" y="4874722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399950" y="4990564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19915931">
            <a:off x="10277985" y="4072888"/>
            <a:ext cx="273445" cy="983403"/>
            <a:chOff x="10752209" y="4092956"/>
            <a:chExt cx="273445" cy="983403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480000">
            <a:off x="10105028" y="4093774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845593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02059" y="5282409"/>
            <a:ext cx="519110" cy="158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43579" y="5627129"/>
            <a:ext cx="423122" cy="18441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67133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57595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10003023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45592" y="5937250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179742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89720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89618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317240" y="4874722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412650" y="4990564"/>
            <a:ext cx="245825" cy="1719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155291">
            <a:off x="10239883" y="4117337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62"/>
          <p:cNvGrpSpPr/>
          <p:nvPr/>
        </p:nvGrpSpPr>
        <p:grpSpPr>
          <a:xfrm rot="197793">
            <a:off x="10086101" y="4108061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798091" y="31969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10030745" y="5272881"/>
            <a:ext cx="517523" cy="3334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34165" y="5622368"/>
            <a:ext cx="423122" cy="18441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10019631" y="5226847"/>
            <a:ext cx="452436" cy="12382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910093" y="5707859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955521" y="6000750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63311" y="5942012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132240" y="2310121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42218" y="4427160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42116" y="498103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269738" y="4943475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365148" y="4990564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466807">
            <a:off x="10135231" y="4112574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978515" y="5926773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1346891">
            <a:off x="9990852" y="4115682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683792" y="320457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914573" y="5233037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76474" y="5649279"/>
            <a:ext cx="428628" cy="762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892569" y="5251990"/>
            <a:ext cx="447677" cy="9353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9795794" y="5715480"/>
            <a:ext cx="495300" cy="6191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841222" y="6008371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9017941" y="2317742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80295" y="4415732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127817" y="4988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155439" y="4951096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250849" y="4998185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0779850">
            <a:off x="9930442" y="4105910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Click="0" advTm="0">
        <p:cut/>
      </p:transition>
    </mc:Choice>
    <mc:Fallback>
      <p:transition advClick="0"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829743" y="6008187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0903670">
            <a:off x="9970668" y="4206621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592170" y="3271698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822951" y="5300164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59611" y="5741646"/>
            <a:ext cx="441961" cy="390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800947" y="5319117"/>
            <a:ext cx="447677" cy="9353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76184" y="5772508"/>
            <a:ext cx="492438" cy="792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878188" y="6065973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945369" y="2346769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88673" y="4482859"/>
            <a:ext cx="1261727" cy="884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036195" y="5055785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10063817" y="5018223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159227" y="5065312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21176302">
            <a:off x="9791195" y="4182562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36522" y="6013177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20520000">
            <a:off x="9839359" y="4204945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437049" y="328621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610681" y="5309921"/>
            <a:ext cx="397196" cy="10953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42577" y="5760925"/>
            <a:ext cx="451486" cy="2952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9629730" y="5367066"/>
            <a:ext cx="478157" cy="95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71071" y="5756068"/>
            <a:ext cx="473388" cy="8401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56404" y="6042388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771198" y="239938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25395" y="4505530"/>
            <a:ext cx="1233466" cy="4383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881074" y="5070300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908696" y="5032738"/>
            <a:ext cx="369687" cy="5090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10004106" y="5079827"/>
            <a:ext cx="188552" cy="16246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>
            <a:off x="9570352" y="4173264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365060" y="5998890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19920000">
            <a:off x="9677432" y="4221136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265599" y="330526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375093" y="5280035"/>
            <a:ext cx="395974" cy="11339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5400000">
            <a:off x="9294021" y="5731718"/>
            <a:ext cx="441281" cy="2376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77216" y="5324319"/>
            <a:ext cx="453666" cy="7052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92377" y="5701413"/>
            <a:ext cx="425083" cy="1354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01213" y="5994764"/>
            <a:ext cx="226455" cy="440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599748" y="241843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20494" y="4505643"/>
            <a:ext cx="1218499" cy="7626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23899" y="508458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651521" y="4986338"/>
            <a:ext cx="349729" cy="1115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746931" y="5094115"/>
            <a:ext cx="235269" cy="11129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309036">
            <a:off x="9302698" y="4173265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Egyenes összekötő 35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238060" y="6005240"/>
            <a:ext cx="193674" cy="20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62"/>
          <p:cNvGrpSpPr/>
          <p:nvPr/>
        </p:nvGrpSpPr>
        <p:grpSpPr>
          <a:xfrm rot="19920000">
            <a:off x="9620283" y="4246536"/>
            <a:ext cx="146232" cy="879819"/>
            <a:chOff x="10772811" y="4022082"/>
            <a:chExt cx="146232" cy="879819"/>
          </a:xfrm>
        </p:grpSpPr>
        <p:cxnSp>
          <p:nvCxnSpPr>
            <p:cNvPr id="84" name="Egyenes összekötő 8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Egyenes összekötő 80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Egyenes összekötő 81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Egyenes összekötő 79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Ellipszis 1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9189399" y="3330663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9305134" y="5282411"/>
            <a:ext cx="392109" cy="155576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5400000">
            <a:off x="9186071" y="5738068"/>
            <a:ext cx="441281" cy="2376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42292" y="5308442"/>
            <a:ext cx="404450" cy="10386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80471" y="5668871"/>
            <a:ext cx="425086" cy="18787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707563" y="6001114"/>
            <a:ext cx="226455" cy="4408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70"/>
          <p:cNvGrpSpPr/>
          <p:nvPr/>
        </p:nvGrpSpPr>
        <p:grpSpPr>
          <a:xfrm>
            <a:off x="8523548" y="2443834"/>
            <a:ext cx="1935331" cy="1472572"/>
            <a:chOff x="4290324" y="1112255"/>
            <a:chExt cx="1935331" cy="1472572"/>
          </a:xfrm>
        </p:grpSpPr>
        <p:sp>
          <p:nvSpPr>
            <p:cNvPr id="42" name="Téglalap 4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3" name="Téglalap 4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Téglalap 4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Téglalap 4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7" name="Ív 46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Ív 48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0" name="Ív 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1" name="Ív 50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3" name="Ív 52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4" name="Ív 53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9" name="Ív 2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Ív 2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" name="Ellipszis 30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Ellipszis 3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Ellipszis 34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Ellipszis 3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Ellipszis 39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1" name="Ellipszis 40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6" name="Ellipszis 45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Ellipszis 5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5" name="Ellipszis 54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Ellipszis 55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Ellipszis 56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Ellipszis 67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Ellipszis 68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44294" y="4531043"/>
            <a:ext cx="1218499" cy="7626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Egyenes összekötő 8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547699" y="510998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Egyenes összekötő 8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575321" y="5011738"/>
            <a:ext cx="349729" cy="1115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Egyenes összekötő 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670731" y="5119515"/>
            <a:ext cx="235269" cy="11129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Csoportba foglalás 139"/>
          <p:cNvGrpSpPr/>
          <p:nvPr/>
        </p:nvGrpSpPr>
        <p:grpSpPr>
          <a:xfrm rot="561616">
            <a:off x="9182047" y="4205015"/>
            <a:ext cx="273445" cy="983402"/>
            <a:chOff x="10752209" y="4092957"/>
            <a:chExt cx="273445" cy="983402"/>
          </a:xfrm>
        </p:grpSpPr>
        <p:cxnSp>
          <p:nvCxnSpPr>
            <p:cNvPr id="15" name="Egyenes összekötő 1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" name="Egyenes összekötő 1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Egyenes összekötő 5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2" name="Egyenes összekötő 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soportba foglalás 124"/>
          <p:cNvGrpSpPr/>
          <p:nvPr/>
        </p:nvGrpSpPr>
        <p:grpSpPr>
          <a:xfrm rot="19881695">
            <a:off x="9368232" y="4109150"/>
            <a:ext cx="203508" cy="871158"/>
            <a:chOff x="10303828" y="4150105"/>
            <a:chExt cx="203508" cy="871158"/>
          </a:xfrm>
        </p:grpSpPr>
        <p:grpSp>
          <p:nvGrpSpPr>
            <p:cNvPr id="8" name="Csoportba foglalás 142"/>
            <p:cNvGrpSpPr/>
            <p:nvPr/>
          </p:nvGrpSpPr>
          <p:grpSpPr>
            <a:xfrm>
              <a:off x="10303828" y="4511674"/>
              <a:ext cx="165736" cy="509589"/>
              <a:chOff x="10805478" y="4429124"/>
              <a:chExt cx="165736" cy="509589"/>
            </a:xfrm>
          </p:grpSpPr>
          <p:cxnSp>
            <p:nvCxnSpPr>
              <p:cNvPr id="128" name="Egyenes összekötő 127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70712" y="4758691"/>
                <a:ext cx="214788" cy="14525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9" name="Egyenes összekötő 12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763330" y="4597479"/>
                <a:ext cx="376239" cy="3952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0" name="Egyenes összekötő 129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29290" y="4831557"/>
                <a:ext cx="67310" cy="4524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Egyenes összekötő 126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91788" y="4330261"/>
              <a:ext cx="395704" cy="35392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1" name="Ellipszis 130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932941" y="32611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32" name="Egyenes összekötő 131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06534" y="4429406"/>
            <a:ext cx="1190949" cy="8929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3" name="Egyenes összekötő 132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9314706" y="5067491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4" name="Egyenes összekötő 133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314706" y="5532292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5" name="Egyenes összekötő 134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98783" y="5298355"/>
            <a:ext cx="492576" cy="952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Egyenes összekötő 135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46297" y="5681968"/>
            <a:ext cx="473746" cy="9207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Egyenes összekötő 136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9345881" y="5968054"/>
            <a:ext cx="225647" cy="7648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Egyenes összekötő 137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114069" y="6101345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" name="Csoportba foglalás 138"/>
          <p:cNvGrpSpPr/>
          <p:nvPr/>
        </p:nvGrpSpPr>
        <p:grpSpPr>
          <a:xfrm>
            <a:off x="8267090" y="2374322"/>
            <a:ext cx="1935331" cy="1472572"/>
            <a:chOff x="4290324" y="1112255"/>
            <a:chExt cx="1935331" cy="1472572"/>
          </a:xfrm>
        </p:grpSpPr>
        <p:sp>
          <p:nvSpPr>
            <p:cNvPr id="140" name="Téglalap 139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1" name="Téglalap 140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2" name="Téglalap 141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3" name="Téglalap 142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4" name="Ív 143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5" name="Ív 144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6" name="Ív 145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7" name="Ív 146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8" name="Ív 147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9" name="Ív 148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0" name="Ív 149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1" name="Ív 150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2" name="Ellipszis 151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3" name="Ellipszis 152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4" name="Ellipszis 153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5" name="Ellipszis 154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6" name="Ellipszis 155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7" name="Ellipszis 156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8" name="Ellipszis 157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59" name="Ellipszis 158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0" name="Ellipszis 159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1" name="Ellipszis 160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2" name="Ellipszis 161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3" name="Téglalap 162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4" name="Ellipszis 163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5" name="Ellipszis 164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6" name="Ív 165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2" name="Csoportba foglalás 166"/>
          <p:cNvGrpSpPr/>
          <p:nvPr/>
        </p:nvGrpSpPr>
        <p:grpSpPr>
          <a:xfrm>
            <a:off x="9090581" y="4060891"/>
            <a:ext cx="273039" cy="1015779"/>
            <a:chOff x="10752615" y="4092955"/>
            <a:chExt cx="273039" cy="1015779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4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" name="Csoportba foglalás 107"/>
            <p:cNvGrpSpPr/>
            <p:nvPr/>
          </p:nvGrpSpPr>
          <p:grpSpPr>
            <a:xfrm>
              <a:off x="10752615" y="4453888"/>
              <a:ext cx="230030" cy="654846"/>
              <a:chOff x="5226845" y="3171824"/>
              <a:chExt cx="230030" cy="654846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601" y="3590688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7325" y="3698081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33511" y="3338989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418876" y="4976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480788" y="4955227"/>
            <a:ext cx="346868" cy="2143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5" name="Egyenes összekötő 17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478408" y="4986185"/>
            <a:ext cx="190498" cy="15319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Csoportba foglalás 52"/>
          <p:cNvGrpSpPr/>
          <p:nvPr/>
        </p:nvGrpSpPr>
        <p:grpSpPr>
          <a:xfrm rot="-1380000">
            <a:off x="9168753" y="4093335"/>
            <a:ext cx="146232" cy="879819"/>
            <a:chOff x="10772811" y="4022082"/>
            <a:chExt cx="146232" cy="879819"/>
          </a:xfrm>
        </p:grpSpPr>
        <p:cxnSp>
          <p:nvCxnSpPr>
            <p:cNvPr id="54" name="Egyenes összekötő 5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7" name="Egyenes összekötő 56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8" name="Ellipszis 57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655751" y="322305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9" name="Egyenes összekötő 5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58" idx="4"/>
          </p:cNvCxnSpPr>
          <p:nvPr/>
        </p:nvCxnSpPr>
        <p:spPr>
          <a:xfrm rot="16200000" flipH="1">
            <a:off x="8557209" y="4384814"/>
            <a:ext cx="1252014" cy="17748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flipH="1">
            <a:off x="9136576" y="5067491"/>
            <a:ext cx="134224" cy="49355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136576" y="5532292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995477" y="5253679"/>
            <a:ext cx="463550" cy="6985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57043" y="5716894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981127" y="5968054"/>
            <a:ext cx="240821" cy="4844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Egyenes összekötő 6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935939" y="6101345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6" name="Csoportba foglalás 70"/>
          <p:cNvGrpSpPr/>
          <p:nvPr/>
        </p:nvGrpSpPr>
        <p:grpSpPr>
          <a:xfrm>
            <a:off x="7989900" y="2336222"/>
            <a:ext cx="1935331" cy="1472572"/>
            <a:chOff x="4290324" y="1112255"/>
            <a:chExt cx="1935331" cy="1472572"/>
          </a:xfrm>
        </p:grpSpPr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Téglalap 69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Ív 70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Ív 71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Ív 7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Ív 73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Ív 74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Ív 75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Ív 76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Ív 7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Ellipszis 78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Ellipszis 79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Ellipszis 80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Ellipszis 81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Ellipszis 82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Ellipszis 83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Ellipszis 84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Ellipszis 85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Ellipszis 86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Ellipszis 87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Ellipszis 88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Téglalap 89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Ellipszis 90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Ellipszis 91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94" name="Csoportba foglalás 139"/>
          <p:cNvGrpSpPr/>
          <p:nvPr/>
        </p:nvGrpSpPr>
        <p:grpSpPr>
          <a:xfrm rot="21540000">
            <a:off x="8889955" y="4098991"/>
            <a:ext cx="273445" cy="983403"/>
            <a:chOff x="10752209" y="4092956"/>
            <a:chExt cx="273445" cy="983403"/>
          </a:xfrm>
        </p:grpSpPr>
        <p:cxnSp>
          <p:nvCxnSpPr>
            <p:cNvPr id="95" name="Egyenes összekötő 94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6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97" name="Egyenes összekötő 9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8" name="Egyenes összekötő 97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9" name="Egyenes összekötő 9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0" name="Egyenes összekötő 9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240746" y="4976658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Egyenes összekötő 10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302658" y="4857008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Egyenes összekötő 101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300278" y="4986185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soportba foglalás 62"/>
          <p:cNvGrpSpPr/>
          <p:nvPr/>
        </p:nvGrpSpPr>
        <p:grpSpPr>
          <a:xfrm rot="-600000">
            <a:off x="8992906" y="4086220"/>
            <a:ext cx="146232" cy="879819"/>
            <a:chOff x="10772811" y="4022082"/>
            <a:chExt cx="146232" cy="879819"/>
          </a:xfrm>
        </p:grpSpPr>
        <p:cxnSp>
          <p:nvCxnSpPr>
            <p:cNvPr id="104" name="Egyenes összekötő 10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Egyenes összekötő 10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" name="Egyenes összekötő 105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Egyenes összekötő 106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8" name="Ellipszis 107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584498" y="3223050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108" idx="4"/>
          </p:cNvCxnSpPr>
          <p:nvPr/>
        </p:nvCxnSpPr>
        <p:spPr>
          <a:xfrm rot="16200000" flipH="1">
            <a:off x="8454190" y="4416579"/>
            <a:ext cx="1223213" cy="8515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5400000">
            <a:off x="8846906" y="5295559"/>
            <a:ext cx="504511" cy="5789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Egyenes összekötő 110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9084373" y="5532291"/>
            <a:ext cx="0" cy="5690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Egyenes összekötő 111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823929" y="5197198"/>
            <a:ext cx="438465" cy="1435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Egyenes összekötő 112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717733" y="5689553"/>
            <a:ext cx="485682" cy="2228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Egyenes összekötő 113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732074" y="5968054"/>
            <a:ext cx="251934" cy="611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5" name="Egyenes összekötő 11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898024" y="6106107"/>
            <a:ext cx="224275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" name="Csoportba foglalás 70"/>
          <p:cNvGrpSpPr/>
          <p:nvPr/>
        </p:nvGrpSpPr>
        <p:grpSpPr>
          <a:xfrm>
            <a:off x="7918647" y="2336221"/>
            <a:ext cx="1935331" cy="1472572"/>
            <a:chOff x="4290324" y="1112255"/>
            <a:chExt cx="1935331" cy="1472572"/>
          </a:xfrm>
        </p:grpSpPr>
        <p:sp>
          <p:nvSpPr>
            <p:cNvPr id="117" name="Téglalap 116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Téglalap 117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Téglalap 118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Téglalap 119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Ív 123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Ív 124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Ív 125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9" name="Ív 138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Ív 166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9" name="Ellipszis 168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Ellipszis 175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Ellipszis 176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Ellipszis 177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9" name="Ellipszis 178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0" name="Ellipszis 179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Ellipszis 180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Ellipszis 181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Ellipszis 182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Ellipszis 183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5" name="Ellipszis 184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Téglalap 185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Ív 188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190" name="Egyenes összekötő 18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070433" y="4984277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1" name="Egyenes összekötő 19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9132345" y="4779521"/>
            <a:ext cx="301346" cy="20476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2" name="Egyenes összekötő 191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9129965" y="4993804"/>
            <a:ext cx="227526" cy="2048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" name="Csoportba foglalás 139"/>
          <p:cNvGrpSpPr/>
          <p:nvPr/>
        </p:nvGrpSpPr>
        <p:grpSpPr>
          <a:xfrm rot="21060000">
            <a:off x="8849688" y="4127500"/>
            <a:ext cx="273445" cy="983403"/>
            <a:chOff x="10752209" y="4092956"/>
            <a:chExt cx="273445" cy="983403"/>
          </a:xfrm>
        </p:grpSpPr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96" name="Egyenes összekötő 195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7" name="Egyenes összekötő 196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8" name="Egyenes összekötő 197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Csoportba foglalás 62"/>
          <p:cNvGrpSpPr/>
          <p:nvPr/>
        </p:nvGrpSpPr>
        <p:grpSpPr>
          <a:xfrm rot="201348">
            <a:off x="8618365" y="4102860"/>
            <a:ext cx="146232" cy="879819"/>
            <a:chOff x="10772811" y="4022082"/>
            <a:chExt cx="146232" cy="879819"/>
          </a:xfrm>
        </p:grpSpPr>
        <p:cxnSp>
          <p:nvCxnSpPr>
            <p:cNvPr id="53" name="Egyenes összekötő 52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Egyenes összekötő 53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Egyenes összekötő 54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Ellipszis 56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309719" y="3234927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58" name="Egyenes összekötő 57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  <a:stCxn id="57" idx="4"/>
          </p:cNvCxnSpPr>
          <p:nvPr/>
        </p:nvCxnSpPr>
        <p:spPr>
          <a:xfrm rot="16200000" flipH="1">
            <a:off x="8189111" y="4418756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30071" y="5331203"/>
            <a:ext cx="518799" cy="3417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64389" y="5756047"/>
            <a:ext cx="539776" cy="969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564238" y="5279593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10999" y="5757345"/>
            <a:ext cx="473746" cy="2222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589387" y="6027555"/>
            <a:ext cx="215092" cy="5162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787495" y="6103696"/>
            <a:ext cx="250524" cy="405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5" name="Csoportba foglalás 70"/>
          <p:cNvGrpSpPr/>
          <p:nvPr/>
        </p:nvGrpSpPr>
        <p:grpSpPr>
          <a:xfrm>
            <a:off x="7643868" y="2348098"/>
            <a:ext cx="1935331" cy="1472572"/>
            <a:chOff x="4290324" y="1112255"/>
            <a:chExt cx="1935331" cy="1472572"/>
          </a:xfrm>
        </p:grpSpPr>
        <p:sp>
          <p:nvSpPr>
            <p:cNvPr id="66" name="Téglalap 65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7" name="Téglalap 66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8" name="Téglalap 67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9" name="Téglalap 68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0" name="Ív 69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1" name="Ív 70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2" name="Ív 7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Ív 72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4" name="Ív 73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5" name="Ív 74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6" name="Ív 75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Ív 76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8" name="Ellipszis 77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9" name="Ellipszis 78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Ellipszis 79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1" name="Ellipszis 80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2" name="Ellipszis 81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Ellipszis 82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Ellipszis 83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Ellipszis 84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Ellipszis 85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Ellipszis 86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Ellipszis 87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Téglalap 88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Ellipszis 89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Ellipszis 90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93" name="Egyenes összekötő 92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824864" y="4994884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4" name="Egyenes összekötő 93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886776" y="4752852"/>
            <a:ext cx="315200" cy="24203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5" name="Egyenes összekötő 94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884396" y="5004411"/>
            <a:ext cx="215980" cy="10404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6" name="Csoportba foglalás 139"/>
          <p:cNvGrpSpPr/>
          <p:nvPr/>
        </p:nvGrpSpPr>
        <p:grpSpPr>
          <a:xfrm rot="20357904">
            <a:off x="8681788" y="4115628"/>
            <a:ext cx="273445" cy="983403"/>
            <a:chOff x="10752209" y="4092956"/>
            <a:chExt cx="273445" cy="983403"/>
          </a:xfrm>
        </p:grpSpPr>
        <p:cxnSp>
          <p:nvCxnSpPr>
            <p:cNvPr id="97" name="Egyenes összekötő 96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98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99" name="Egyenes összekötő 98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0" name="Egyenes összekötő 99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1" name="Egyenes összekötő 100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Csoportba foglalás 62"/>
          <p:cNvGrpSpPr/>
          <p:nvPr/>
        </p:nvGrpSpPr>
        <p:grpSpPr>
          <a:xfrm rot="507348">
            <a:off x="8397122" y="4143308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526495">
            <a:off x="8093239" y="3246801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44057" y="4459206"/>
            <a:ext cx="1238676" cy="12001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30215" y="5312075"/>
            <a:ext cx="488124" cy="12685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0920" y="5706349"/>
            <a:ext cx="485037" cy="203471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323946" y="5286705"/>
            <a:ext cx="462785" cy="117211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245711" y="579494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287182" y="606012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728176" y="60648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1" name="Csoportba foglalás 70"/>
          <p:cNvGrpSpPr/>
          <p:nvPr/>
        </p:nvGrpSpPr>
        <p:grpSpPr>
          <a:xfrm>
            <a:off x="7427388" y="2359972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582984" y="507184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644896" y="495219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642516" y="508137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2" name="Csoportba foglalás 139"/>
          <p:cNvGrpSpPr/>
          <p:nvPr/>
        </p:nvGrpSpPr>
        <p:grpSpPr>
          <a:xfrm rot="20244305">
            <a:off x="8493884" y="4156077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4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" name="Csoportba foglalás 139"/>
          <p:cNvGrpSpPr/>
          <p:nvPr/>
        </p:nvGrpSpPr>
        <p:grpSpPr>
          <a:xfrm rot="20819094">
            <a:off x="8255758" y="4203704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0424956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21498461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21436450">
            <a:off x="8160507" y="4146554"/>
            <a:ext cx="273445" cy="983403"/>
            <a:chOff x="10752209" y="4092956"/>
            <a:chExt cx="273445" cy="983403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752209" y="4426586"/>
              <a:ext cx="222622" cy="649773"/>
              <a:chOff x="5226439" y="3144522"/>
              <a:chExt cx="222622" cy="649773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176195" y="3558313"/>
                <a:ext cx="286226" cy="185737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0827" y="3679357"/>
                <a:ext cx="57150" cy="3810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225697" y="3311687"/>
                <a:ext cx="390529" cy="5619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499356">
            <a:off x="7973725" y="4129445"/>
            <a:ext cx="398051" cy="710956"/>
            <a:chOff x="10627602" y="4092957"/>
            <a:chExt cx="398051" cy="710956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3" y="4242156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1683433">
            <a:off x="7881651" y="4048481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8121" y="4159183"/>
            <a:ext cx="96009" cy="917643"/>
            <a:chOff x="10823034" y="4022082"/>
            <a:chExt cx="96009" cy="917643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37698" y="4769284"/>
              <a:ext cx="258694" cy="82187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23034" y="4815794"/>
              <a:ext cx="71972" cy="21537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2845201">
            <a:off x="7851487" y="4019906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333840" y="4159183"/>
            <a:ext cx="81498" cy="927166"/>
            <a:chOff x="10858753" y="4022082"/>
            <a:chExt cx="81498" cy="927166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59129" y="4800239"/>
              <a:ext cx="268219" cy="29800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58753" y="4818175"/>
              <a:ext cx="81498" cy="725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3552545">
            <a:off x="7837199" y="3900844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5610350">
            <a:off x="7892446" y="3759873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/>
          <p:cNvGrpSpPr/>
          <p:nvPr/>
        </p:nvGrpSpPr>
        <p:grpSpPr>
          <a:xfrm rot="6943540">
            <a:off x="7997221" y="3683673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47898" y="4159183"/>
            <a:ext cx="146232" cy="879819"/>
            <a:chOff x="10772811" y="4022082"/>
            <a:chExt cx="146232" cy="879819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38045" y="4721879"/>
              <a:ext cx="214788" cy="145256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 rot="21291139">
              <a:off x="10798735" y="4796013"/>
              <a:ext cx="67310" cy="45243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870" y="5343970"/>
            <a:ext cx="488312" cy="101354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0215" y="5696941"/>
            <a:ext cx="519749" cy="200272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99576" y="6077589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2928" y="4159183"/>
            <a:ext cx="101202" cy="914737"/>
            <a:chOff x="10817841" y="4022082"/>
            <a:chExt cx="101202" cy="914737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>
            <a:off x="8420349" y="5150491"/>
            <a:ext cx="25192" cy="51768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8438011" y="5567420"/>
            <a:ext cx="129552" cy="5101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61530" y="6063102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2481ED37-C177-475C-B61A-05190783D11B}"/>
              </a:ext>
            </a:extLst>
          </p:cNvPr>
          <p:cNvCxnSpPr>
            <a:cxnSpLocks/>
          </p:cNvCxnSpPr>
          <p:nvPr/>
        </p:nvCxnSpPr>
        <p:spPr>
          <a:xfrm>
            <a:off x="8055376" y="336330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="" xmlns:a16="http://schemas.microsoft.com/office/drawing/2014/main" id="{89FBBF99-1CBB-4CF3-A58D-D284993A8F8B}"/>
              </a:ext>
            </a:extLst>
          </p:cNvPr>
          <p:cNvCxnSpPr>
            <a:cxnSpLocks/>
          </p:cNvCxnSpPr>
          <p:nvPr/>
        </p:nvCxnSpPr>
        <p:spPr>
          <a:xfrm>
            <a:off x="8430474" y="381025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="" xmlns:a16="http://schemas.microsoft.com/office/drawing/2014/main" id="{5E5EC263-E967-4CE9-8B36-211CC66296C7}"/>
              </a:ext>
            </a:extLst>
          </p:cNvPr>
          <p:cNvCxnSpPr>
            <a:cxnSpLocks/>
          </p:cNvCxnSpPr>
          <p:nvPr/>
        </p:nvCxnSpPr>
        <p:spPr>
          <a:xfrm>
            <a:off x="8147505" y="44010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8857385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62"/>
          <p:cNvGrpSpPr/>
          <p:nvPr/>
        </p:nvGrpSpPr>
        <p:grpSpPr>
          <a:xfrm>
            <a:off x="8292928" y="4159183"/>
            <a:ext cx="101202" cy="914737"/>
            <a:chOff x="10817841" y="4022082"/>
            <a:chExt cx="101202" cy="914737"/>
          </a:xfrm>
        </p:grpSpPr>
        <p:cxnSp>
          <p:nvCxnSpPr>
            <p:cNvPr id="65" name="Egyenes összekötő 64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Egyenes összekötő 95">
              <a:extLst>
                <a:ext uri="{FF2B5EF4-FFF2-40B4-BE49-F238E27FC236}">
                  <a16:creationId xmlns="" xmlns:a16="http://schemas.microsoft.com/office/drawing/2014/main" id="{B036EFBB-B759-40E9-B82D-23C7D091B8CA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Egyenes összekötő 97">
              <a:extLst>
                <a:ext uri="{FF2B5EF4-FFF2-40B4-BE49-F238E27FC236}">
                  <a16:creationId xmlns="" xmlns:a16="http://schemas.microsoft.com/office/drawing/2014/main" id="{7863B88A-0E27-4C86-B111-7EEBBC10DAF0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Egyenes összekötő 101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04" name="Egyenes összekötő 103">
            <a:extLst>
              <a:ext uri="{FF2B5EF4-FFF2-40B4-BE49-F238E27FC236}">
                <a16:creationId xmlns="" xmlns:a16="http://schemas.microsoft.com/office/drawing/2014/main" id="{12171BB5-D8C1-45BF-B826-1F11F4BF69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0803" y="4515502"/>
            <a:ext cx="1252349" cy="318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Egyenes összekötő 104">
            <a:extLst>
              <a:ext uri="{FF2B5EF4-FFF2-40B4-BE49-F238E27FC236}">
                <a16:creationId xmlns="" xmlns:a16="http://schemas.microsoft.com/office/drawing/2014/main" id="{A75BC883-5C06-4013-AFE9-D7B2D9599F39}"/>
              </a:ext>
            </a:extLst>
          </p:cNvPr>
          <p:cNvCxnSpPr>
            <a:cxnSpLocks/>
          </p:cNvCxnSpPr>
          <p:nvPr/>
        </p:nvCxnSpPr>
        <p:spPr>
          <a:xfrm>
            <a:off x="8420349" y="5150491"/>
            <a:ext cx="25192" cy="517680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6" name="Egyenes összekötő 105">
            <a:extLst>
              <a:ext uri="{FF2B5EF4-FFF2-40B4-BE49-F238E27FC236}">
                <a16:creationId xmlns="" xmlns:a16="http://schemas.microsoft.com/office/drawing/2014/main" id="{E82DC648-5D58-4B58-9BF9-8D76B1C0FA54}"/>
              </a:ext>
            </a:extLst>
          </p:cNvPr>
          <p:cNvCxnSpPr>
            <a:cxnSpLocks/>
          </p:cNvCxnSpPr>
          <p:nvPr/>
        </p:nvCxnSpPr>
        <p:spPr>
          <a:xfrm>
            <a:off x="8438011" y="5567420"/>
            <a:ext cx="129552" cy="5101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7" name="Egyenes összekötő 106">
            <a:extLst>
              <a:ext uri="{FF2B5EF4-FFF2-40B4-BE49-F238E27FC236}">
                <a16:creationId xmlns="" xmlns:a16="http://schemas.microsoft.com/office/drawing/2014/main" id="{69A40223-9252-40BB-9BCF-1FC2D01C4E13}"/>
              </a:ext>
            </a:extLst>
          </p:cNvPr>
          <p:cNvCxnSpPr>
            <a:cxnSpLocks/>
          </p:cNvCxnSpPr>
          <p:nvPr/>
        </p:nvCxnSpPr>
        <p:spPr>
          <a:xfrm rot="5400000">
            <a:off x="8149807" y="5352462"/>
            <a:ext cx="493132" cy="541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Egyenes összekötő 107">
            <a:extLst>
              <a:ext uri="{FF2B5EF4-FFF2-40B4-BE49-F238E27FC236}">
                <a16:creationId xmlns="" xmlns:a16="http://schemas.microsoft.com/office/drawing/2014/main" id="{1B122A82-9683-468F-9251-845FB6B1426F}"/>
              </a:ext>
            </a:extLst>
          </p:cNvPr>
          <p:cNvCxnSpPr>
            <a:cxnSpLocks/>
          </p:cNvCxnSpPr>
          <p:nvPr/>
        </p:nvCxnSpPr>
        <p:spPr>
          <a:xfrm rot="5400000">
            <a:off x="8131411" y="5801295"/>
            <a:ext cx="476192" cy="15954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9" name="Egyenes összekötő 108">
            <a:extLst>
              <a:ext uri="{FF2B5EF4-FFF2-40B4-BE49-F238E27FC236}">
                <a16:creationId xmlns="" xmlns:a16="http://schemas.microsoft.com/office/drawing/2014/main" id="{D514A210-3140-45D2-8010-E1C19CDD7E5B}"/>
              </a:ext>
            </a:extLst>
          </p:cNvPr>
          <p:cNvCxnSpPr>
            <a:cxnSpLocks/>
          </p:cNvCxnSpPr>
          <p:nvPr/>
        </p:nvCxnSpPr>
        <p:spPr>
          <a:xfrm flipV="1">
            <a:off x="8166532" y="6079176"/>
            <a:ext cx="223652" cy="1663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0" name="Egyenes összekötő 10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61530" y="6063102"/>
            <a:ext cx="239857" cy="30926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Egyenes összekötő 138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392484" y="509089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Egyenes összekötő 139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 flipV="1">
            <a:off x="8454396" y="4971246"/>
            <a:ext cx="340106" cy="1196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Egyenes összekötő 140">
            <a:extLst>
              <a:ext uri="{FF2B5EF4-FFF2-40B4-BE49-F238E27FC236}">
                <a16:creationId xmlns="" xmlns:a16="http://schemas.microsoft.com/office/drawing/2014/main" id="{7863B88A-0E27-4C86-B111-7EEBBC10DAF0}"/>
              </a:ext>
            </a:extLst>
          </p:cNvPr>
          <p:cNvCxnSpPr>
            <a:cxnSpLocks/>
          </p:cNvCxnSpPr>
          <p:nvPr/>
        </p:nvCxnSpPr>
        <p:spPr>
          <a:xfrm>
            <a:off x="8452016" y="5100423"/>
            <a:ext cx="247483" cy="727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Ellipszis 102">
            <a:extLst>
              <a:ext uri="{FF2B5EF4-FFF2-40B4-BE49-F238E27FC236}">
                <a16:creationId xmlns="" xmlns:a16="http://schemas.microsoft.com/office/drawing/2014/main" id="{197F9E6B-427A-4503-BFA1-0225DAE6DD86}"/>
              </a:ext>
            </a:extLst>
          </p:cNvPr>
          <p:cNvSpPr/>
          <p:nvPr/>
        </p:nvSpPr>
        <p:spPr>
          <a:xfrm rot="21029991">
            <a:off x="8026566" y="3256325"/>
            <a:ext cx="680831" cy="6399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70"/>
          <p:cNvGrpSpPr/>
          <p:nvPr/>
        </p:nvGrpSpPr>
        <p:grpSpPr>
          <a:xfrm rot="503496">
            <a:off x="7303564" y="2369496"/>
            <a:ext cx="1935331" cy="1472572"/>
            <a:chOff x="4290324" y="1112255"/>
            <a:chExt cx="1935331" cy="1472572"/>
          </a:xfrm>
        </p:grpSpPr>
        <p:sp>
          <p:nvSpPr>
            <p:cNvPr id="112" name="Téglalap 111">
              <a:extLst>
                <a:ext uri="{FF2B5EF4-FFF2-40B4-BE49-F238E27FC236}">
                  <a16:creationId xmlns="" xmlns:a16="http://schemas.microsoft.com/office/drawing/2014/main" id="{B305E8A1-37BA-4304-9B58-D0022DEAF9BD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3" name="Téglalap 112">
              <a:extLst>
                <a:ext uri="{FF2B5EF4-FFF2-40B4-BE49-F238E27FC236}">
                  <a16:creationId xmlns="" xmlns:a16="http://schemas.microsoft.com/office/drawing/2014/main" id="{71C70948-64AD-4673-A491-EA982EDD4504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4" name="Téglalap 113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5" name="Téglalap 114">
              <a:extLst>
                <a:ext uri="{FF2B5EF4-FFF2-40B4-BE49-F238E27FC236}">
                  <a16:creationId xmlns="" xmlns:a16="http://schemas.microsoft.com/office/drawing/2014/main" id="{FE06A6BB-0141-44BD-BE8F-FE0E848C58A9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6" name="Ív 115">
              <a:extLst>
                <a:ext uri="{FF2B5EF4-FFF2-40B4-BE49-F238E27FC236}">
                  <a16:creationId xmlns="" xmlns:a16="http://schemas.microsoft.com/office/drawing/2014/main" id="{463ABCC9-1A26-452A-BDA0-2BDC797486B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7" name="Ív 116">
              <a:extLst>
                <a:ext uri="{FF2B5EF4-FFF2-40B4-BE49-F238E27FC236}">
                  <a16:creationId xmlns="" xmlns:a16="http://schemas.microsoft.com/office/drawing/2014/main" id="{19B6BF4D-20E0-4495-ACE8-18ABD964A2F8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8" name="Ív 117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Ív 118">
              <a:extLst>
                <a:ext uri="{FF2B5EF4-FFF2-40B4-BE49-F238E27FC236}">
                  <a16:creationId xmlns="" xmlns:a16="http://schemas.microsoft.com/office/drawing/2014/main" id="{B109A560-96C8-4BB0-B1E4-AC6835134FF9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0" name="Ív 119">
              <a:extLst>
                <a:ext uri="{FF2B5EF4-FFF2-40B4-BE49-F238E27FC236}">
                  <a16:creationId xmlns="" xmlns:a16="http://schemas.microsoft.com/office/drawing/2014/main" id="{0AFDF3A6-21B0-4CC0-9C3E-4ABCD1026A67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1" name="Ív 120">
              <a:extLst>
                <a:ext uri="{FF2B5EF4-FFF2-40B4-BE49-F238E27FC236}">
                  <a16:creationId xmlns="" xmlns:a16="http://schemas.microsoft.com/office/drawing/2014/main" id="{9C33CFD3-07AF-4CA6-AB81-B78A01655E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2" name="Ív 121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3" name="Ív 122">
              <a:extLst>
                <a:ext uri="{FF2B5EF4-FFF2-40B4-BE49-F238E27FC236}">
                  <a16:creationId xmlns="" xmlns:a16="http://schemas.microsoft.com/office/drawing/2014/main" id="{FEC93D91-5A91-4854-9593-13C3BC92056C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4" name="Ellipszis 123"/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5" name="Ellipszis 124"/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6" name="Ellipszis 125"/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7" name="Ellipszis 126"/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8" name="Ellipszis 127"/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9" name="Ellipszis 128"/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0" name="Ellipszis 129"/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/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2" name="Ellipszis 131"/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3" name="Ellipszis 132"/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4" name="Ellipszis 133"/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5" name="Téglalap 134">
              <a:extLst>
                <a:ext uri="{FF2B5EF4-FFF2-40B4-BE49-F238E27FC236}">
                  <a16:creationId xmlns="" xmlns:a16="http://schemas.microsoft.com/office/drawing/2014/main" id="{B7F675AD-769D-469A-86B6-8AE3B0EFED34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6" name="Ellipszis 135"/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7" name="Ellipszis 136"/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8" name="Ív 137"/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" name="Csoportba foglalás 139"/>
          <p:cNvGrpSpPr/>
          <p:nvPr/>
        </p:nvGrpSpPr>
        <p:grpSpPr>
          <a:xfrm rot="7985933">
            <a:off x="8106759" y="3593185"/>
            <a:ext cx="398052" cy="710957"/>
            <a:chOff x="10627602" y="4092956"/>
            <a:chExt cx="398052" cy="710957"/>
          </a:xfrm>
        </p:grpSpPr>
        <p:cxnSp>
          <p:nvCxnSpPr>
            <p:cNvPr id="143" name="Egyenes összekötő 142">
              <a:extLst>
                <a:ext uri="{FF2B5EF4-FFF2-40B4-BE49-F238E27FC236}">
                  <a16:creationId xmlns="" xmlns:a16="http://schemas.microsoft.com/office/drawing/2014/main" id="{675CE29F-A68D-4CC9-BEAC-8CB94ECC43B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/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45" name="Egyenes összekötő 144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6" name="Egyenes összekötő 145">
                <a:extLst>
                  <a:ext uri="{FF2B5EF4-FFF2-40B4-BE49-F238E27FC236}">
                    <a16:creationId xmlns="" xmlns:a16="http://schemas.microsoft.com/office/drawing/2014/main" id="{7863B88A-0E27-4C86-B111-7EEBBC10DAF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7" name="Egyenes összekötő 146">
                <a:extLst>
                  <a:ext uri="{FF2B5EF4-FFF2-40B4-BE49-F238E27FC236}">
                    <a16:creationId xmlns="" xmlns:a16="http://schemas.microsoft.com/office/drawing/2014/main" id="{B036EFBB-B759-40E9-B82D-23C7D091B8CA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2481ED37-C177-475C-B61A-05190783D11B}"/>
              </a:ext>
            </a:extLst>
          </p:cNvPr>
          <p:cNvCxnSpPr>
            <a:cxnSpLocks/>
          </p:cNvCxnSpPr>
          <p:nvPr/>
        </p:nvCxnSpPr>
        <p:spPr>
          <a:xfrm>
            <a:off x="8055376" y="336330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="" xmlns:a16="http://schemas.microsoft.com/office/drawing/2014/main" id="{89FBBF99-1CBB-4CF3-A58D-D284993A8F8B}"/>
              </a:ext>
            </a:extLst>
          </p:cNvPr>
          <p:cNvCxnSpPr>
            <a:cxnSpLocks/>
          </p:cNvCxnSpPr>
          <p:nvPr/>
        </p:nvCxnSpPr>
        <p:spPr>
          <a:xfrm>
            <a:off x="8430474" y="381025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="" xmlns:a16="http://schemas.microsoft.com/office/drawing/2014/main" id="{5E5EC263-E967-4CE9-8B36-211CC66296C7}"/>
              </a:ext>
            </a:extLst>
          </p:cNvPr>
          <p:cNvCxnSpPr>
            <a:cxnSpLocks/>
          </p:cNvCxnSpPr>
          <p:nvPr/>
        </p:nvCxnSpPr>
        <p:spPr>
          <a:xfrm>
            <a:off x="8147505" y="44010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gyenes összekötő 54">
            <a:extLst>
              <a:ext uri="{FF2B5EF4-FFF2-40B4-BE49-F238E27FC236}">
                <a16:creationId xmlns="" xmlns:a16="http://schemas.microsoft.com/office/drawing/2014/main" id="{7344CA29-B2CB-4BD8-B5B6-FAF1579DACA0}"/>
              </a:ext>
            </a:extLst>
          </p:cNvPr>
          <p:cNvCxnSpPr>
            <a:cxnSpLocks/>
          </p:cNvCxnSpPr>
          <p:nvPr/>
        </p:nvCxnSpPr>
        <p:spPr>
          <a:xfrm flipH="1">
            <a:off x="8242668" y="3654495"/>
            <a:ext cx="2862" cy="5046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56">
            <a:extLst>
              <a:ext uri="{FF2B5EF4-FFF2-40B4-BE49-F238E27FC236}">
                <a16:creationId xmlns="" xmlns:a16="http://schemas.microsoft.com/office/drawing/2014/main" id="{CECFCD49-8D45-427E-AF68-B06750B5870F}"/>
              </a:ext>
            </a:extLst>
          </p:cNvPr>
          <p:cNvCxnSpPr>
            <a:cxnSpLocks/>
          </p:cNvCxnSpPr>
          <p:nvPr/>
        </p:nvCxnSpPr>
        <p:spPr>
          <a:xfrm>
            <a:off x="8461539" y="490095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gyenes összekötő 57">
            <a:extLst>
              <a:ext uri="{FF2B5EF4-FFF2-40B4-BE49-F238E27FC236}">
                <a16:creationId xmlns="" xmlns:a16="http://schemas.microsoft.com/office/drawing/2014/main" id="{8078D66C-0F54-41C3-9D57-8B792BF9B3DC}"/>
              </a:ext>
            </a:extLst>
          </p:cNvPr>
          <p:cNvCxnSpPr>
            <a:cxnSpLocks/>
          </p:cNvCxnSpPr>
          <p:nvPr/>
        </p:nvCxnSpPr>
        <p:spPr>
          <a:xfrm>
            <a:off x="8786965" y="4159183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="" xmlns:a16="http://schemas.microsoft.com/office/drawing/2014/main" id="{E925BE48-C8C6-4AED-A030-20FA9B40589E}"/>
              </a:ext>
            </a:extLst>
          </p:cNvPr>
          <p:cNvCxnSpPr>
            <a:cxnSpLocks/>
          </p:cNvCxnSpPr>
          <p:nvPr/>
        </p:nvCxnSpPr>
        <p:spPr>
          <a:xfrm>
            <a:off x="8114024" y="545596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="" xmlns:a16="http://schemas.microsoft.com/office/drawing/2014/main" id="{86E297D7-C8E2-4633-8703-3036C411D5BC}"/>
              </a:ext>
            </a:extLst>
          </p:cNvPr>
          <p:cNvCxnSpPr>
            <a:cxnSpLocks/>
          </p:cNvCxnSpPr>
          <p:nvPr/>
        </p:nvCxnSpPr>
        <p:spPr>
          <a:xfrm>
            <a:off x="8303206" y="515760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gyenes összekötő 62">
            <a:extLst>
              <a:ext uri="{FF2B5EF4-FFF2-40B4-BE49-F238E27FC236}">
                <a16:creationId xmlns="" xmlns:a16="http://schemas.microsoft.com/office/drawing/2014/main" id="{01BC8C0E-A9C8-4115-9843-A3F376230DE0}"/>
              </a:ext>
            </a:extLst>
          </p:cNvPr>
          <p:cNvCxnSpPr>
            <a:cxnSpLocks/>
          </p:cNvCxnSpPr>
          <p:nvPr/>
        </p:nvCxnSpPr>
        <p:spPr>
          <a:xfrm>
            <a:off x="8699499" y="5472400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="" xmlns:a16="http://schemas.microsoft.com/office/drawing/2014/main" id="{F3750794-B2C1-4214-BC65-10FCB37FC01D}"/>
              </a:ext>
            </a:extLst>
          </p:cNvPr>
          <p:cNvCxnSpPr>
            <a:cxnSpLocks/>
          </p:cNvCxnSpPr>
          <p:nvPr/>
        </p:nvCxnSpPr>
        <p:spPr>
          <a:xfrm>
            <a:off x="9021647" y="3188631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0837730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Egyenes összekötő 65">
            <a:extLst>
              <a:ext uri="{FF2B5EF4-FFF2-40B4-BE49-F238E27FC236}">
                <a16:creationId xmlns="" xmlns:a16="http://schemas.microsoft.com/office/drawing/2014/main" id="{2A79A0FA-4B8D-4F24-924E-D73E90519DF4}"/>
              </a:ext>
            </a:extLst>
          </p:cNvPr>
          <p:cNvCxnSpPr>
            <a:cxnSpLocks/>
          </p:cNvCxnSpPr>
          <p:nvPr/>
        </p:nvCxnSpPr>
        <p:spPr>
          <a:xfrm>
            <a:off x="8264926" y="3553803"/>
            <a:ext cx="0" cy="10086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gyenes összekötő 66">
            <a:extLst>
              <a:ext uri="{FF2B5EF4-FFF2-40B4-BE49-F238E27FC236}">
                <a16:creationId xmlns="" xmlns:a16="http://schemas.microsoft.com/office/drawing/2014/main" id="{798C326B-3B0B-4E18-AEF9-F9FA6E0A14AB}"/>
              </a:ext>
            </a:extLst>
          </p:cNvPr>
          <p:cNvCxnSpPr>
            <a:cxnSpLocks/>
          </p:cNvCxnSpPr>
          <p:nvPr/>
        </p:nvCxnSpPr>
        <p:spPr>
          <a:xfrm>
            <a:off x="8093476" y="3242989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gyenes összekötő 67">
            <a:extLst>
              <a:ext uri="{FF2B5EF4-FFF2-40B4-BE49-F238E27FC236}">
                <a16:creationId xmlns="" xmlns:a16="http://schemas.microsoft.com/office/drawing/2014/main" id="{C270ADEA-9EEC-4743-AD93-6D98E557C684}"/>
              </a:ext>
            </a:extLst>
          </p:cNvPr>
          <p:cNvCxnSpPr>
            <a:cxnSpLocks/>
          </p:cNvCxnSpPr>
          <p:nvPr/>
        </p:nvCxnSpPr>
        <p:spPr>
          <a:xfrm>
            <a:off x="8674501" y="2831658"/>
            <a:ext cx="0" cy="14442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gyenes összekötő 68">
            <a:extLst>
              <a:ext uri="{FF2B5EF4-FFF2-40B4-BE49-F238E27FC236}">
                <a16:creationId xmlns="" xmlns:a16="http://schemas.microsoft.com/office/drawing/2014/main" id="{00050113-9661-4427-8C42-B7A1727D6024}"/>
              </a:ext>
            </a:extLst>
          </p:cNvPr>
          <p:cNvCxnSpPr>
            <a:cxnSpLocks/>
          </p:cNvCxnSpPr>
          <p:nvPr/>
        </p:nvCxnSpPr>
        <p:spPr>
          <a:xfrm>
            <a:off x="8579251" y="4677753"/>
            <a:ext cx="0" cy="8086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3F81C10F-90F7-4FCE-855A-73E9CAAA9A31}"/>
              </a:ext>
            </a:extLst>
          </p:cNvPr>
          <p:cNvCxnSpPr>
            <a:cxnSpLocks/>
          </p:cNvCxnSpPr>
          <p:nvPr/>
        </p:nvCxnSpPr>
        <p:spPr>
          <a:xfrm>
            <a:off x="8093476" y="4562475"/>
            <a:ext cx="0" cy="6216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5235571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3061442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=""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=""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=""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=""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=""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14760627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=""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=""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=""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=""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=""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=""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="" xmlns:a16="http://schemas.microsoft.com/office/drawing/2014/main" id="{7E6070B0-1E5B-4D33-B8E7-490809A514D5}"/>
              </a:ext>
            </a:extLst>
          </p:cNvPr>
          <p:cNvCxnSpPr>
            <a:cxnSpLocks/>
          </p:cNvCxnSpPr>
          <p:nvPr/>
        </p:nvCxnSpPr>
        <p:spPr>
          <a:xfrm>
            <a:off x="5274076" y="3576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9E5DB274-7027-4D32-98B5-A4822B2C2FE4}"/>
              </a:ext>
            </a:extLst>
          </p:cNvPr>
          <p:cNvCxnSpPr>
            <a:cxnSpLocks/>
          </p:cNvCxnSpPr>
          <p:nvPr/>
        </p:nvCxnSpPr>
        <p:spPr>
          <a:xfrm>
            <a:off x="5855101" y="3165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="" xmlns:a16="http://schemas.microsoft.com/office/drawing/2014/main" id="{B0492CC4-2D78-4438-9798-A1015716BE41}"/>
              </a:ext>
            </a:extLst>
          </p:cNvPr>
          <p:cNvCxnSpPr>
            <a:cxnSpLocks/>
          </p:cNvCxnSpPr>
          <p:nvPr/>
        </p:nvCxnSpPr>
        <p:spPr>
          <a:xfrm>
            <a:off x="5759851" y="5011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21046F0B-E016-444E-85C1-E3774FBC3140}"/>
              </a:ext>
            </a:extLst>
          </p:cNvPr>
          <p:cNvCxnSpPr>
            <a:cxnSpLocks/>
          </p:cNvCxnSpPr>
          <p:nvPr/>
        </p:nvCxnSpPr>
        <p:spPr>
          <a:xfrm>
            <a:off x="5274076" y="4896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93933516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Egyenes összekötő 1">
            <a:extLst>
              <a:ext uri="{FF2B5EF4-FFF2-40B4-BE49-F238E27FC236}">
                <a16:creationId xmlns=""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=""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=""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217051" y="2841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="" xmlns:a16="http://schemas.microsoft.com/office/drawing/2014/main" id="{ED9B4F4A-747D-4A33-8AB6-BB4DEC9D4FCB}"/>
              </a:ext>
            </a:extLst>
          </p:cNvPr>
          <p:cNvCxnSpPr>
            <a:cxnSpLocks/>
          </p:cNvCxnSpPr>
          <p:nvPr/>
        </p:nvCxnSpPr>
        <p:spPr>
          <a:xfrm>
            <a:off x="6121801" y="4687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=""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=""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="" xmlns:a16="http://schemas.microsoft.com/office/drawing/2014/main" id="{7E6070B0-1E5B-4D33-B8E7-490809A514D5}"/>
              </a:ext>
            </a:extLst>
          </p:cNvPr>
          <p:cNvCxnSpPr>
            <a:cxnSpLocks/>
          </p:cNvCxnSpPr>
          <p:nvPr/>
        </p:nvCxnSpPr>
        <p:spPr>
          <a:xfrm>
            <a:off x="5274076" y="3576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9E5DB274-7027-4D32-98B5-A4822B2C2FE4}"/>
              </a:ext>
            </a:extLst>
          </p:cNvPr>
          <p:cNvCxnSpPr>
            <a:cxnSpLocks/>
          </p:cNvCxnSpPr>
          <p:nvPr/>
        </p:nvCxnSpPr>
        <p:spPr>
          <a:xfrm>
            <a:off x="5855101" y="3165183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="" xmlns:a16="http://schemas.microsoft.com/office/drawing/2014/main" id="{B0492CC4-2D78-4438-9798-A1015716BE41}"/>
              </a:ext>
            </a:extLst>
          </p:cNvPr>
          <p:cNvCxnSpPr>
            <a:cxnSpLocks/>
          </p:cNvCxnSpPr>
          <p:nvPr/>
        </p:nvCxnSpPr>
        <p:spPr>
          <a:xfrm>
            <a:off x="5759851" y="501127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="" xmlns:a16="http://schemas.microsoft.com/office/drawing/2014/main" id="{21046F0B-E016-444E-85C1-E3774FBC3140}"/>
              </a:ext>
            </a:extLst>
          </p:cNvPr>
          <p:cNvCxnSpPr>
            <a:cxnSpLocks/>
          </p:cNvCxnSpPr>
          <p:nvPr/>
        </p:nvCxnSpPr>
        <p:spPr>
          <a:xfrm>
            <a:off x="5274076" y="4896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214922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" name="Egyenes összekötő 1">
            <a:extLst>
              <a:ext uri="{FF2B5EF4-FFF2-40B4-BE49-F238E27FC236}">
                <a16:creationId xmlns="" xmlns:a16="http://schemas.microsoft.com/office/drawing/2014/main" id="{76ED30E3-B7FC-4B15-9108-3198D1D231A1}"/>
              </a:ext>
            </a:extLst>
          </p:cNvPr>
          <p:cNvCxnSpPr>
            <a:cxnSpLocks/>
          </p:cNvCxnSpPr>
          <p:nvPr/>
        </p:nvCxnSpPr>
        <p:spPr>
          <a:xfrm>
            <a:off x="5807476" y="3563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gyenes összekötő 2">
            <a:extLst>
              <a:ext uri="{FF2B5EF4-FFF2-40B4-BE49-F238E27FC236}">
                <a16:creationId xmlns="" xmlns:a16="http://schemas.microsoft.com/office/drawing/2014/main" id="{8434E780-E21D-4A77-B511-6B91D4C81F1D}"/>
              </a:ext>
            </a:extLst>
          </p:cNvPr>
          <p:cNvCxnSpPr>
            <a:cxnSpLocks/>
          </p:cNvCxnSpPr>
          <p:nvPr/>
        </p:nvCxnSpPr>
        <p:spPr>
          <a:xfrm>
            <a:off x="5636026" y="3252514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gyenes összekötő 3">
            <a:extLst>
              <a:ext uri="{FF2B5EF4-FFF2-40B4-BE49-F238E27FC236}">
                <a16:creationId xmlns="" xmlns:a16="http://schemas.microsoft.com/office/drawing/2014/main" id="{A617D804-9AA4-46C7-8068-645263447E76}"/>
              </a:ext>
            </a:extLst>
          </p:cNvPr>
          <p:cNvCxnSpPr>
            <a:cxnSpLocks/>
          </p:cNvCxnSpPr>
          <p:nvPr/>
        </p:nvCxnSpPr>
        <p:spPr>
          <a:xfrm>
            <a:off x="6078185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>
            <a:extLst>
              <a:ext uri="{FF2B5EF4-FFF2-40B4-BE49-F238E27FC236}">
                <a16:creationId xmlns="" xmlns:a16="http://schemas.microsoft.com/office/drawing/2014/main" id="{5A5B3FB3-79DE-475A-A5D7-C456CD27D670}"/>
              </a:ext>
            </a:extLst>
          </p:cNvPr>
          <p:cNvCxnSpPr>
            <a:cxnSpLocks/>
          </p:cNvCxnSpPr>
          <p:nvPr/>
        </p:nvCxnSpPr>
        <p:spPr>
          <a:xfrm>
            <a:off x="5636026" y="4572000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="" xmlns:a16="http://schemas.microsoft.com/office/drawing/2014/main" id="{EEEB2C86-CBE0-4494-9DCA-C57EB919B990}"/>
              </a:ext>
            </a:extLst>
          </p:cNvPr>
          <p:cNvCxnSpPr>
            <a:cxnSpLocks/>
          </p:cNvCxnSpPr>
          <p:nvPr/>
        </p:nvCxnSpPr>
        <p:spPr>
          <a:xfrm>
            <a:off x="5445526" y="3887328"/>
            <a:ext cx="0" cy="3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2602553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27836" y="3773528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>
            <a:off x="5759851" y="3597433"/>
            <a:ext cx="0" cy="81143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38212" y="3411223"/>
            <a:ext cx="310282" cy="510219"/>
            <a:chOff x="10627602" y="4092956"/>
            <a:chExt cx="398052" cy="710957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627602" y="4431926"/>
              <a:ext cx="370772" cy="371987"/>
              <a:chOff x="5101832" y="3149862"/>
              <a:chExt cx="370772" cy="371987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0300644" flipV="1">
                <a:off x="5101832" y="3468823"/>
                <a:ext cx="329322" cy="9114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01622" y="3477357"/>
                <a:ext cx="88669" cy="3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367416847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31749" y="3851844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985933">
            <a:off x="5529672" y="3391484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85027349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3952" y="3792679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125765">
            <a:off x="5464257" y="337315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3874370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587541">
            <a:off x="5408773" y="3443171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66928300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91089">
            <a:off x="5375529" y="354490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0432542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91089">
            <a:off x="5375529" y="354490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1422269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570792">
            <a:off x="5387635" y="360865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1028775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965971">
            <a:off x="5410802" y="3622423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65528848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49122">
            <a:off x="5401560" y="3673940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3942674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881802">
            <a:off x="5439895" y="3698632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63751637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425772">
            <a:off x="5456819" y="3765079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9848937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936435">
            <a:off x="5488381" y="3809152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5805323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7201">
            <a:off x="5547302" y="3824868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4010440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249796">
            <a:off x="5646096" y="3773582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>
            <a:off x="5756754" y="4480361"/>
            <a:ext cx="16194" cy="366868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63965" y="4830455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13890" y="4462839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00793" y="481897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557317" y="5203362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1233" y="5184446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50654" y="2712849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304227">
            <a:off x="5578868" y="3837030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51087369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429216">
            <a:off x="5627415" y="3791203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51050" y="4479455"/>
            <a:ext cx="18979" cy="36006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39480" y="4832354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57737" y="4466116"/>
            <a:ext cx="45961" cy="38439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flipH="1">
            <a:off x="5748741" y="4836612"/>
            <a:ext cx="15954" cy="35813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1164" y="5200600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683327" y="5184798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51518"/>
            <a:ext cx="211029" cy="6925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6425" cy="4461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837840">
            <a:off x="5618375" y="3807044"/>
            <a:ext cx="214512" cy="575202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50386" y="289415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0110648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613542">
            <a:off x="5605170" y="3806057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23099" y="4479455"/>
            <a:ext cx="46931" cy="358166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04087" y="4824480"/>
            <a:ext cx="66359" cy="32395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flipH="1">
            <a:off x="5797944" y="4466116"/>
            <a:ext cx="5755" cy="39020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792345" y="4836485"/>
            <a:ext cx="46655" cy="3445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16340" y="5171671"/>
            <a:ext cx="179553" cy="1663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09237" y="5181028"/>
            <a:ext cx="174376" cy="2575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601565">
            <a:off x="5616723" y="3810595"/>
            <a:ext cx="247053" cy="628166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1552" y="2921773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0121546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797922">
            <a:off x="5198587" y="3191996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647856">
            <a:off x="5595463" y="3804349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23704" y="4473008"/>
            <a:ext cx="25853" cy="348535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>
            <a:off x="5712202" y="4811493"/>
            <a:ext cx="33179" cy="3340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94756" y="4476347"/>
            <a:ext cx="37533" cy="39790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5235" y="4827128"/>
            <a:ext cx="46655" cy="34454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53028" y="5163548"/>
            <a:ext cx="132280" cy="5504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769961" y="5175432"/>
            <a:ext cx="142462" cy="78617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515829">
            <a:off x="5682273" y="3801588"/>
            <a:ext cx="200411" cy="667923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8042" y="2926041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90588756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911115">
            <a:off x="5576055" y="3790341"/>
            <a:ext cx="109393" cy="686665"/>
            <a:chOff x="10817841" y="4022082"/>
            <a:chExt cx="101202" cy="914737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8"/>
              <a:ext cx="416569" cy="1138"/>
            </a:xfrm>
            <a:prstGeom prst="line">
              <a:avLst/>
            </a:prstGeom>
            <a:ln w="76200">
              <a:solidFill>
                <a:schemeClr val="accent2">
                  <a:lumMod val="50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704973" y="4460273"/>
            <a:ext cx="49668" cy="354047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93008" y="4806017"/>
            <a:ext cx="5313" cy="334003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2777" y="4466187"/>
            <a:ext cx="53764" cy="39156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15261" y="5138760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76359"/>
            <a:ext cx="148677" cy="444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6425" cy="8001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261519" y="2711383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867439">
            <a:off x="5712680" y="3809228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071018">
            <a:off x="5128042" y="2926041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344998256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579553" y="3330306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568933" y="3311246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232008">
            <a:off x="5553666" y="3784531"/>
            <a:ext cx="109393" cy="686666"/>
            <a:chOff x="10817841" y="4022081"/>
            <a:chExt cx="101202" cy="914738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28119" y="4681030"/>
              <a:ext cx="80019" cy="255789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841" y="4809248"/>
              <a:ext cx="86631" cy="31488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7"/>
              <a:ext cx="416570" cy="1138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71696" y="4460273"/>
            <a:ext cx="82945" cy="34574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6383" y="4777442"/>
            <a:ext cx="5313" cy="334003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6637" y="4451700"/>
            <a:ext cx="70019" cy="37448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3135" y="5127794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67995"/>
            <a:ext cx="122801" cy="5277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26527" cy="7366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8737" y="271337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529681">
            <a:off x="5726806" y="3815787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260737636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F03A8068-B575-4A88-819D-F4BB6CB73F73}"/>
              </a:ext>
            </a:extLst>
          </p:cNvPr>
          <p:cNvSpPr/>
          <p:nvPr/>
        </p:nvSpPr>
        <p:spPr>
          <a:xfrm rot="6622197">
            <a:off x="5595094" y="3296884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EBF6493A-887E-413B-ADAC-119B231DE0F4}"/>
              </a:ext>
            </a:extLst>
          </p:cNvPr>
          <p:cNvSpPr/>
          <p:nvPr/>
        </p:nvSpPr>
        <p:spPr>
          <a:xfrm rot="5400000">
            <a:off x="5584474" y="3277824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550742" y="33342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540122" y="33151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568343">
            <a:off x="5548333" y="3756974"/>
            <a:ext cx="94754" cy="685608"/>
            <a:chOff x="10841265" y="4022081"/>
            <a:chExt cx="87660" cy="913328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rot="20367992" flipH="1">
              <a:off x="10841265" y="4701415"/>
              <a:ext cx="87660" cy="233994"/>
            </a:xfrm>
            <a:prstGeom prst="line">
              <a:avLst/>
            </a:prstGeom>
            <a:ln w="76200">
              <a:solidFill>
                <a:srgbClr val="F6C09C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5091139">
              <a:off x="10711159" y="4554950"/>
              <a:ext cx="376239" cy="39529"/>
            </a:xfrm>
            <a:prstGeom prst="line">
              <a:avLst/>
            </a:prstGeom>
            <a:ln w="76200">
              <a:solidFill>
                <a:srgbClr val="F6C09C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 rot="20367992">
              <a:off x="10852938" y="4786735"/>
              <a:ext cx="73628" cy="45739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98409" y="4229797"/>
              <a:ext cx="416570" cy="1138"/>
            </a:xfrm>
            <a:prstGeom prst="line">
              <a:avLst/>
            </a:prstGeom>
            <a:ln w="76200">
              <a:solidFill>
                <a:srgbClr val="DF661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40822" y="3183933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71696" y="4460273"/>
            <a:ext cx="82945" cy="345744"/>
          </a:xfrm>
          <a:prstGeom prst="line">
            <a:avLst/>
          </a:prstGeom>
          <a:ln w="76200">
            <a:solidFill>
              <a:srgbClr val="DF6613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6383" y="4777442"/>
            <a:ext cx="5313" cy="334003"/>
          </a:xfrm>
          <a:prstGeom prst="line">
            <a:avLst/>
          </a:prstGeom>
          <a:ln w="76200">
            <a:solidFill>
              <a:srgbClr val="DF6613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6637" y="4451700"/>
            <a:ext cx="70019" cy="37448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26352" y="4814320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 flipV="1">
            <a:off x="5603135" y="5127794"/>
            <a:ext cx="104372" cy="4919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V="1">
            <a:off x="5827520" y="5145928"/>
            <a:ext cx="75817" cy="9145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84675"/>
            <a:ext cx="112536" cy="3609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219908" cy="4552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8737" y="271337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46641">
            <a:off x="5742242" y="3808404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394352663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96837" y="3346402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86217" y="3327342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341148"/>
            <a:ext cx="251454" cy="7962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809050" y="4434837"/>
            <a:ext cx="197486" cy="6831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222094">
            <a:off x="5740907" y="3830221"/>
            <a:ext cx="227341" cy="606795"/>
            <a:chOff x="10750462" y="4092956"/>
            <a:chExt cx="275192" cy="801508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62538"/>
              <a:chOff x="5224692" y="3149862"/>
              <a:chExt cx="247912" cy="462538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81443" y="3554301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65" name="Csoportba foglalás 62">
            <a:extLst>
              <a:ext uri="{FF2B5EF4-FFF2-40B4-BE49-F238E27FC236}">
                <a16:creationId xmlns="" xmlns:a16="http://schemas.microsoft.com/office/drawing/2014/main" id="{07395D89-44E5-4BAD-A10F-4329A910F588}"/>
              </a:ext>
            </a:extLst>
          </p:cNvPr>
          <p:cNvGrpSpPr/>
          <p:nvPr/>
        </p:nvGrpSpPr>
        <p:grpSpPr>
          <a:xfrm rot="1239093">
            <a:off x="5568601" y="3822625"/>
            <a:ext cx="115710" cy="607791"/>
            <a:chOff x="10843019" y="4061431"/>
            <a:chExt cx="107044" cy="809666"/>
          </a:xfrm>
        </p:grpSpPr>
        <p:cxnSp>
          <p:nvCxnSpPr>
            <p:cNvPr id="66" name="Egyenes összekötő 65">
              <a:extLst>
                <a:ext uri="{FF2B5EF4-FFF2-40B4-BE49-F238E27FC236}">
                  <a16:creationId xmlns="" xmlns:a16="http://schemas.microsoft.com/office/drawing/2014/main" id="{60585E53-DB89-4FC2-8A8C-3452D4B81CBF}"/>
                </a:ext>
              </a:extLst>
            </p:cNvPr>
            <p:cNvCxnSpPr>
              <a:cxnSpLocks/>
            </p:cNvCxnSpPr>
            <p:nvPr/>
          </p:nvCxnSpPr>
          <p:spPr>
            <a:xfrm rot="20716121" flipH="1">
              <a:off x="10867484" y="4584192"/>
              <a:ext cx="40756" cy="286905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Egyenes összekötő 66">
              <a:extLst>
                <a:ext uri="{FF2B5EF4-FFF2-40B4-BE49-F238E27FC236}">
                  <a16:creationId xmlns="" xmlns:a16="http://schemas.microsoft.com/office/drawing/2014/main" id="{A7D48366-25EE-4E9E-BF32-FD8A6CD8B844}"/>
                </a:ext>
              </a:extLst>
            </p:cNvPr>
            <p:cNvCxnSpPr>
              <a:cxnSpLocks/>
            </p:cNvCxnSpPr>
            <p:nvPr/>
          </p:nvCxnSpPr>
          <p:spPr>
            <a:xfrm rot="20360907" flipH="1">
              <a:off x="10843019" y="4382902"/>
              <a:ext cx="106995" cy="366327"/>
            </a:xfrm>
            <a:prstGeom prst="line">
              <a:avLst/>
            </a:prstGeom>
            <a:ln w="76200">
              <a:solidFill>
                <a:srgbClr val="F5BB93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Egyenes összekötő 67">
              <a:extLst>
                <a:ext uri="{FF2B5EF4-FFF2-40B4-BE49-F238E27FC236}">
                  <a16:creationId xmlns="" xmlns:a16="http://schemas.microsoft.com/office/drawing/2014/main" id="{C10F62F2-BB73-4A4F-87C2-7B9717D8CD52}"/>
                </a:ext>
              </a:extLst>
            </p:cNvPr>
            <p:cNvCxnSpPr>
              <a:cxnSpLocks/>
            </p:cNvCxnSpPr>
            <p:nvPr/>
          </p:nvCxnSpPr>
          <p:spPr>
            <a:xfrm rot="20716121">
              <a:off x="10856129" y="4742107"/>
              <a:ext cx="66319" cy="31071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Egyenes összekötő 68">
              <a:extLst>
                <a:ext uri="{FF2B5EF4-FFF2-40B4-BE49-F238E27FC236}">
                  <a16:creationId xmlns="" xmlns:a16="http://schemas.microsoft.com/office/drawing/2014/main" id="{AEE9D45C-67BC-4C83-B22E-ED91FA7B5AA6}"/>
                </a:ext>
              </a:extLst>
            </p:cNvPr>
            <p:cNvCxnSpPr>
              <a:cxnSpLocks/>
            </p:cNvCxnSpPr>
            <p:nvPr/>
          </p:nvCxnSpPr>
          <p:spPr>
            <a:xfrm rot="20360907" flipH="1">
              <a:off x="10872779" y="4061431"/>
              <a:ext cx="77284" cy="290820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98714" y="3406411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92838574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V="1">
            <a:off x="5790801" y="4420766"/>
            <a:ext cx="0" cy="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5321" y="4420766"/>
            <a:ext cx="231215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7402" y="3858692"/>
            <a:ext cx="227341" cy="591496"/>
            <a:chOff x="10750462" y="4092956"/>
            <a:chExt cx="275192" cy="78130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4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9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150" name="Egyenes összekötő 149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Egyenes összekötő 150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2" name="Egyenes összekötő 151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7204085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701702" y="4420770"/>
            <a:ext cx="89099" cy="5959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171" y="4420766"/>
            <a:ext cx="206884" cy="5959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41678" y="3824242"/>
            <a:ext cx="112843" cy="595153"/>
            <a:chOff x="10889059" y="4092956"/>
            <a:chExt cx="136595" cy="7861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46" name="Csoportba foglalás 139">
            <a:extLst>
              <a:ext uri="{FF2B5EF4-FFF2-40B4-BE49-F238E27FC236}">
                <a16:creationId xmlns="" xmlns:a16="http://schemas.microsoft.com/office/drawing/2014/main" id="{C8738E6E-D503-44C7-9158-5AA355C1F95F}"/>
              </a:ext>
            </a:extLst>
          </p:cNvPr>
          <p:cNvGrpSpPr/>
          <p:nvPr/>
        </p:nvGrpSpPr>
        <p:grpSpPr>
          <a:xfrm rot="2194918" flipH="1">
            <a:off x="5574438" y="3831292"/>
            <a:ext cx="112843" cy="595153"/>
            <a:chOff x="10889059" y="4092956"/>
            <a:chExt cx="136595" cy="786130"/>
          </a:xfrm>
        </p:grpSpPr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5B8A0433-6964-4D1A-B27D-EB59DCF16E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8" name="Csoportba foglalás 107">
              <a:extLst>
                <a:ext uri="{FF2B5EF4-FFF2-40B4-BE49-F238E27FC236}">
                  <a16:creationId xmlns="" xmlns:a16="http://schemas.microsoft.com/office/drawing/2014/main" id="{14C45059-60B7-4F25-9DB2-262E05CFE379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149" name="Egyenes összekötő 148">
                <a:extLst>
                  <a:ext uri="{FF2B5EF4-FFF2-40B4-BE49-F238E27FC236}">
                    <a16:creationId xmlns="" xmlns:a16="http://schemas.microsoft.com/office/drawing/2014/main" id="{E71C3077-A18D-4491-BA0B-B32D842122E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0" name="Egyenes összekötő 149">
                <a:extLst>
                  <a:ext uri="{FF2B5EF4-FFF2-40B4-BE49-F238E27FC236}">
                    <a16:creationId xmlns="" xmlns:a16="http://schemas.microsoft.com/office/drawing/2014/main" id="{65597038-E2CD-47CB-949B-37D10E2A947F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1" name="Egyenes összekötő 150">
                <a:extLst>
                  <a:ext uri="{FF2B5EF4-FFF2-40B4-BE49-F238E27FC236}">
                    <a16:creationId xmlns="" xmlns:a16="http://schemas.microsoft.com/office/drawing/2014/main" id="{52EF16AD-1862-4569-9695-B2ABB7E7F94F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3782737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5B68B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78166" y="3806695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5B68B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205178153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2963264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513887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7901" y="52711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7046" y="508502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63011" y="491446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28156" y="518459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54425456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3983" y="5022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86843" y="52160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1767" y="5237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51162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76309038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42565" y="486252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7684" y="50267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36715" y="488655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9624" y="508451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7604" y="458911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18867" y="48532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74936" y="510893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40811" y="516568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0396" y="500436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Téglalap 149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114829" y="505583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Téglalap 185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610004" y="474151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48507080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7209" y="504341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746240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4386" y="507974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63983" y="5022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66479" y="48555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86843" y="52160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95567" y="511092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51162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0" name="Egyenes összekötő 189">
            <a:extLst>
              <a:ext uri="{FF2B5EF4-FFF2-40B4-BE49-F238E27FC236}">
                <a16:creationId xmlns="" xmlns:a16="http://schemas.microsoft.com/office/drawing/2014/main" id="{E3D2BA7F-9F8F-45D6-AAF5-38310F0AEBBD}"/>
              </a:ext>
            </a:extLst>
          </p:cNvPr>
          <p:cNvCxnSpPr>
            <a:cxnSpLocks/>
          </p:cNvCxnSpPr>
          <p:nvPr/>
        </p:nvCxnSpPr>
        <p:spPr>
          <a:xfrm>
            <a:off x="4439286" y="4432071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gyenes összekötő 190">
            <a:extLst>
              <a:ext uri="{FF2B5EF4-FFF2-40B4-BE49-F238E27FC236}">
                <a16:creationId xmlns="" xmlns:a16="http://schemas.microsoft.com/office/drawing/2014/main" id="{96D43A56-C468-459F-8FD2-FD1946704E14}"/>
              </a:ext>
            </a:extLst>
          </p:cNvPr>
          <p:cNvCxnSpPr>
            <a:cxnSpLocks/>
          </p:cNvCxnSpPr>
          <p:nvPr/>
        </p:nvCxnSpPr>
        <p:spPr>
          <a:xfrm flipH="1">
            <a:off x="6430283" y="4428986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églalap 191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252817" y="450338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3" name="Téglalap 192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98185" y="48034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4" name="Téglalap 193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4924204" y="522252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4187955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91471" y="47960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54458" y="4757747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67793" y="514703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1767" y="5237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2777" y="4961498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églalap 192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198173" y="469150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8" name="Téglalap 197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10078" y="417001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879786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7208" y="492673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72421" y="48151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6768" y="496306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09215" y="45934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9985" y="47462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83148" y="4857977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291581" y="507083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81292" y="5060914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586577" y="498769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Ív 200">
            <a:extLst>
              <a:ext uri="{FF2B5EF4-FFF2-40B4-BE49-F238E27FC236}">
                <a16:creationId xmlns="" xmlns:a16="http://schemas.microsoft.com/office/drawing/2014/main" id="{977D3D44-ADEE-4081-8C51-D27C95992C0D}"/>
              </a:ext>
            </a:extLst>
          </p:cNvPr>
          <p:cNvSpPr/>
          <p:nvPr/>
        </p:nvSpPr>
        <p:spPr>
          <a:xfrm rot="12134526">
            <a:off x="5615150" y="394278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2" name="Téglalap 201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200428" y="41366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3" name="Téglalap 202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398198" y="411286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4" name="Téglalap 203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4948016" y="450815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340335332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23390" y="41885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24796" y="452222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51531" y="470113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61577" y="45481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19503" y="442956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4580" y="489369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67781" y="488033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90817" y="480374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7071" y="482338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Ív 200">
            <a:extLst>
              <a:ext uri="{FF2B5EF4-FFF2-40B4-BE49-F238E27FC236}">
                <a16:creationId xmlns="" xmlns:a16="http://schemas.microsoft.com/office/drawing/2014/main" id="{977D3D44-ADEE-4081-8C51-D27C95992C0D}"/>
              </a:ext>
            </a:extLst>
          </p:cNvPr>
          <p:cNvSpPr/>
          <p:nvPr/>
        </p:nvSpPr>
        <p:spPr>
          <a:xfrm rot="12134526">
            <a:off x="5559327" y="3945443"/>
            <a:ext cx="570310" cy="137732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Ív 205">
            <a:extLst>
              <a:ext uri="{FF2B5EF4-FFF2-40B4-BE49-F238E27FC236}">
                <a16:creationId xmlns="" xmlns:a16="http://schemas.microsoft.com/office/drawing/2014/main" id="{802D53BA-7085-4432-8BCD-AAC07635A926}"/>
              </a:ext>
            </a:extLst>
          </p:cNvPr>
          <p:cNvSpPr/>
          <p:nvPr/>
        </p:nvSpPr>
        <p:spPr>
          <a:xfrm rot="13959500">
            <a:off x="5412779" y="3788438"/>
            <a:ext cx="480803" cy="170605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Ív 208">
            <a:extLst>
              <a:ext uri="{FF2B5EF4-FFF2-40B4-BE49-F238E27FC236}">
                <a16:creationId xmlns="" xmlns:a16="http://schemas.microsoft.com/office/drawing/2014/main" id="{C44C5CD4-9054-40DC-841D-1FFD9CD34E5C}"/>
              </a:ext>
            </a:extLst>
          </p:cNvPr>
          <p:cNvSpPr/>
          <p:nvPr/>
        </p:nvSpPr>
        <p:spPr>
          <a:xfrm rot="1687023">
            <a:off x="5588625" y="3628862"/>
            <a:ext cx="542268" cy="186820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Ív 209">
            <a:extLst>
              <a:ext uri="{FF2B5EF4-FFF2-40B4-BE49-F238E27FC236}">
                <a16:creationId xmlns="" xmlns:a16="http://schemas.microsoft.com/office/drawing/2014/main" id="{EAE63580-2901-4167-A6D4-9734C62A4C84}"/>
              </a:ext>
            </a:extLst>
          </p:cNvPr>
          <p:cNvSpPr/>
          <p:nvPr/>
        </p:nvSpPr>
        <p:spPr>
          <a:xfrm rot="11910470">
            <a:off x="5498743" y="3529098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Ív 210">
            <a:extLst>
              <a:ext uri="{FF2B5EF4-FFF2-40B4-BE49-F238E27FC236}">
                <a16:creationId xmlns="" xmlns:a16="http://schemas.microsoft.com/office/drawing/2014/main" id="{D8D30928-E7D6-42AF-AB18-33CF34316485}"/>
              </a:ext>
            </a:extLst>
          </p:cNvPr>
          <p:cNvSpPr/>
          <p:nvPr/>
        </p:nvSpPr>
        <p:spPr>
          <a:xfrm rot="10191320">
            <a:off x="5818212" y="3663390"/>
            <a:ext cx="542268" cy="186820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702256" y="3331727"/>
            <a:ext cx="160674" cy="44640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131685"/>
            <a:ext cx="138762" cy="5118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églalap 20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352954" y="41057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8" name="Téglalap 207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593460" y="517728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Téglalap 211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457604" y="472960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Téglalap 212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140311" y="515325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28799556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90065" y="51124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1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129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81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16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17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6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69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58134" y="4296002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302058" y="3740953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367116" y="42581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2198" y="49960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58255" y="40445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02723" y="3794089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60396" y="458526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églalap 200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95068" y="474605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18193" y="446538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8" name="Téglalap 207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281516" y="452720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Téglalap 208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598097" y="46510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Téglalap 209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417247" y="337229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Téglalap 210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569647" y="50201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Ív 217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20272208">
            <a:off x="5130072" y="2887816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278965" y="41250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463665" y="36879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40418" y="410026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32208" y="44791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199635" y="3708050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11723" y="43198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375718" y="4276291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32092" y="44211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720721" y="3985979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402166" y="3245293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132166" y="510266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703666" y="465181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6735541" y="5039168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0" name="Téglalap 229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4854258" y="47839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Téglalap 230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11608" y="51458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386915" y="38710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555740" y="34847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279833" y="41044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91685" y="32095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05373" y="37356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721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172518" y="47430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19367" y="43195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603246" y="44400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Ív 3">
            <a:extLst>
              <a:ext uri="{FF2B5EF4-FFF2-40B4-BE49-F238E27FC236}">
                <a16:creationId xmlns="" xmlns:a16="http://schemas.microsoft.com/office/drawing/2014/main" id="{14A1D545-4397-478F-8B44-AA17424C8DC1}"/>
              </a:ext>
            </a:extLst>
          </p:cNvPr>
          <p:cNvSpPr/>
          <p:nvPr/>
        </p:nvSpPr>
        <p:spPr>
          <a:xfrm rot="9126159">
            <a:off x="5394169" y="4347784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46652" y="4428986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flipH="1">
            <a:off x="6600801" y="4284744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46579" y="4432794"/>
            <a:ext cx="680673" cy="2577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flipH="1">
            <a:off x="6529788" y="4294758"/>
            <a:ext cx="664304" cy="3434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4068" y="3731961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1" name="Téglalap 200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673533" y="519351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6" name="Téglalap 20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4863783" y="5212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Téglalap 208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78117" y="48275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0" name="Téglalap 209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70192" y="44656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1" name="Téglalap 210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3492" y="43354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8" name="Téglalap 21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692592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67142" y="36305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406842" y="2874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746442" y="26336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743267" y="52815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6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8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1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3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4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5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7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8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Ív 184">
            <a:extLst>
              <a:ext uri="{FF2B5EF4-FFF2-40B4-BE49-F238E27FC236}">
                <a16:creationId xmlns="" xmlns:a16="http://schemas.microsoft.com/office/drawing/2014/main" id="{2082C8CA-BE5E-410A-8E3F-C20A3E29D03A}"/>
              </a:ext>
            </a:extLst>
          </p:cNvPr>
          <p:cNvSpPr/>
          <p:nvPr/>
        </p:nvSpPr>
        <p:spPr>
          <a:xfrm rot="13580165">
            <a:off x="5429198" y="4192832"/>
            <a:ext cx="645090" cy="89751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705475" y="5137150"/>
            <a:ext cx="158750" cy="146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644460" y="5060950"/>
            <a:ext cx="255380" cy="2349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Ív 186">
            <a:extLst>
              <a:ext uri="{FF2B5EF4-FFF2-40B4-BE49-F238E27FC236}">
                <a16:creationId xmlns="" xmlns:a16="http://schemas.microsoft.com/office/drawing/2014/main" id="{C305B7A3-AE78-49A6-AAA2-E8056319C9E3}"/>
              </a:ext>
            </a:extLst>
          </p:cNvPr>
          <p:cNvSpPr/>
          <p:nvPr/>
        </p:nvSpPr>
        <p:spPr>
          <a:xfrm rot="2535118">
            <a:off x="5683782" y="4246501"/>
            <a:ext cx="505519" cy="16674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Ív 185">
            <a:extLst>
              <a:ext uri="{FF2B5EF4-FFF2-40B4-BE49-F238E27FC236}">
                <a16:creationId xmlns="" xmlns:a16="http://schemas.microsoft.com/office/drawing/2014/main" id="{BF88CBA0-E506-4EA3-BC11-172089543A36}"/>
              </a:ext>
            </a:extLst>
          </p:cNvPr>
          <p:cNvSpPr/>
          <p:nvPr/>
        </p:nvSpPr>
        <p:spPr>
          <a:xfrm rot="17303766">
            <a:off x="5626830" y="4130748"/>
            <a:ext cx="645090" cy="897517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8" name="Ív 187">
            <a:extLst>
              <a:ext uri="{FF2B5EF4-FFF2-40B4-BE49-F238E27FC236}">
                <a16:creationId xmlns="" xmlns:a16="http://schemas.microsoft.com/office/drawing/2014/main" id="{A1086E8C-C41F-4DAA-BEDF-B2075CF9E044}"/>
              </a:ext>
            </a:extLst>
          </p:cNvPr>
          <p:cNvSpPr/>
          <p:nvPr/>
        </p:nvSpPr>
        <p:spPr>
          <a:xfrm rot="9386079">
            <a:off x="5844622" y="4345613"/>
            <a:ext cx="505519" cy="166746"/>
          </a:xfrm>
          <a:prstGeom prst="arc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608845" y="4978400"/>
            <a:ext cx="352010" cy="323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0" name="Ív 149">
            <a:extLst>
              <a:ext uri="{FF2B5EF4-FFF2-40B4-BE49-F238E27FC236}">
                <a16:creationId xmlns="" xmlns:a16="http://schemas.microsoft.com/office/drawing/2014/main" id="{A3738491-E4C2-4D60-A9AD-73EAB71A5210}"/>
              </a:ext>
            </a:extLst>
          </p:cNvPr>
          <p:cNvSpPr/>
          <p:nvPr/>
        </p:nvSpPr>
        <p:spPr>
          <a:xfrm rot="11804875">
            <a:off x="5481474" y="4237556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9" name="Ív 188">
            <a:extLst>
              <a:ext uri="{FF2B5EF4-FFF2-40B4-BE49-F238E27FC236}">
                <a16:creationId xmlns="" xmlns:a16="http://schemas.microsoft.com/office/drawing/2014/main" id="{D0064E1C-B2B4-465B-A265-6354A1F12CF2}"/>
              </a:ext>
            </a:extLst>
          </p:cNvPr>
          <p:cNvSpPr/>
          <p:nvPr/>
        </p:nvSpPr>
        <p:spPr>
          <a:xfrm rot="14565347">
            <a:off x="5243392" y="4142745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539271" y="4819650"/>
            <a:ext cx="503858" cy="463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0" name="Ív 189">
            <a:extLst>
              <a:ext uri="{FF2B5EF4-FFF2-40B4-BE49-F238E27FC236}">
                <a16:creationId xmlns="" xmlns:a16="http://schemas.microsoft.com/office/drawing/2014/main" id="{063FBDFD-EA81-4957-806E-BE0CBCEC9DE2}"/>
              </a:ext>
            </a:extLst>
          </p:cNvPr>
          <p:cNvSpPr/>
          <p:nvPr/>
        </p:nvSpPr>
        <p:spPr>
          <a:xfrm rot="19838029">
            <a:off x="5117776" y="3904797"/>
            <a:ext cx="846823" cy="304027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61490" y="41218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73508" y="30376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82160" y="34127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82093" y="429216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403221" y="406535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1" name="Ív 190">
            <a:extLst>
              <a:ext uri="{FF2B5EF4-FFF2-40B4-BE49-F238E27FC236}">
                <a16:creationId xmlns="" xmlns:a16="http://schemas.microsoft.com/office/drawing/2014/main" id="{4F49B77A-D0D7-4F2D-83F8-266F24E3C303}"/>
              </a:ext>
            </a:extLst>
          </p:cNvPr>
          <p:cNvSpPr/>
          <p:nvPr/>
        </p:nvSpPr>
        <p:spPr>
          <a:xfrm rot="2535118">
            <a:off x="5633162" y="3809112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469145" y="4679950"/>
            <a:ext cx="669510" cy="6159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13042" y="28241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067117" y="26812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54267" y="36877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72740" y="442349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224990" y="41726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88443" y="4019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070167" y="4398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409571" y="409075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393221" y="4508500"/>
            <a:ext cx="821358" cy="7556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46517" y="37385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393390" y="44552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2" name="Ív 191">
            <a:extLst>
              <a:ext uri="{FF2B5EF4-FFF2-40B4-BE49-F238E27FC236}">
                <a16:creationId xmlns="" xmlns:a16="http://schemas.microsoft.com/office/drawing/2014/main" id="{84ADA654-114E-4D07-A86B-9005FD9E9C6B}"/>
              </a:ext>
            </a:extLst>
          </p:cNvPr>
          <p:cNvSpPr/>
          <p:nvPr/>
        </p:nvSpPr>
        <p:spPr>
          <a:xfrm rot="9376264">
            <a:off x="5780051" y="3900541"/>
            <a:ext cx="438874" cy="109964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Ív 206">
            <a:extLst>
              <a:ext uri="{FF2B5EF4-FFF2-40B4-BE49-F238E27FC236}">
                <a16:creationId xmlns="" xmlns:a16="http://schemas.microsoft.com/office/drawing/2014/main" id="{B84841A7-D94E-4A00-98E4-8B56C766F85D}"/>
              </a:ext>
            </a:extLst>
          </p:cNvPr>
          <p:cNvSpPr/>
          <p:nvPr/>
        </p:nvSpPr>
        <p:spPr>
          <a:xfrm rot="11402550">
            <a:off x="5437903" y="3600968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Ív 211">
            <a:extLst>
              <a:ext uri="{FF2B5EF4-FFF2-40B4-BE49-F238E27FC236}">
                <a16:creationId xmlns="" xmlns:a16="http://schemas.microsoft.com/office/drawing/2014/main" id="{49BDA478-B019-4804-86E0-E12D28E85BA3}"/>
              </a:ext>
            </a:extLst>
          </p:cNvPr>
          <p:cNvSpPr/>
          <p:nvPr/>
        </p:nvSpPr>
        <p:spPr>
          <a:xfrm rot="8307295">
            <a:off x="5514549" y="3203793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289688" y="4318000"/>
            <a:ext cx="1028424" cy="946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95440" y="36689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505258" y="31138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44060" y="340007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95848" y="44023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31293" y="43874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151645" y="4032250"/>
            <a:ext cx="1304510" cy="1200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3027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83017" y="308765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62217" y="39099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8417" y="38274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Ív 212">
            <a:extLst>
              <a:ext uri="{FF2B5EF4-FFF2-40B4-BE49-F238E27FC236}">
                <a16:creationId xmlns="" xmlns:a16="http://schemas.microsoft.com/office/drawing/2014/main" id="{ED58670A-4AAD-4201-99F2-02BAD80A1F1C}"/>
              </a:ext>
            </a:extLst>
          </p:cNvPr>
          <p:cNvSpPr/>
          <p:nvPr/>
        </p:nvSpPr>
        <p:spPr>
          <a:xfrm rot="11258678">
            <a:off x="5444203" y="3099047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Ív 215">
            <a:extLst>
              <a:ext uri="{FF2B5EF4-FFF2-40B4-BE49-F238E27FC236}">
                <a16:creationId xmlns="" xmlns:a16="http://schemas.microsoft.com/office/drawing/2014/main" id="{07CAD939-2DEC-4780-8547-408AD4C59A93}"/>
              </a:ext>
            </a:extLst>
          </p:cNvPr>
          <p:cNvSpPr/>
          <p:nvPr/>
        </p:nvSpPr>
        <p:spPr>
          <a:xfrm rot="7030890">
            <a:off x="5734308" y="3100689"/>
            <a:ext cx="369210" cy="57796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Ív 216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4440096">
            <a:off x="5253897" y="3046565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5013602" y="3810000"/>
            <a:ext cx="1580596" cy="1454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9" name="Ív 168">
            <a:extLst>
              <a:ext uri="{FF2B5EF4-FFF2-40B4-BE49-F238E27FC236}">
                <a16:creationId xmlns="" xmlns:a16="http://schemas.microsoft.com/office/drawing/2014/main" id="{5743BA18-F3E9-4F80-AAA3-3343B806F887}"/>
              </a:ext>
            </a:extLst>
          </p:cNvPr>
          <p:cNvSpPr/>
          <p:nvPr/>
        </p:nvSpPr>
        <p:spPr>
          <a:xfrm rot="19908432">
            <a:off x="5139597" y="2884640"/>
            <a:ext cx="857081" cy="462706"/>
          </a:xfrm>
          <a:prstGeom prst="arc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54852" y="3505200"/>
            <a:ext cx="1898096" cy="1746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302058" y="310119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667941" y="3155950"/>
            <a:ext cx="2284618" cy="2101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32092" y="29765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403667" y="29416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565650" y="2679700"/>
            <a:ext cx="2501900" cy="2571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380152" y="2317750"/>
            <a:ext cx="2860196" cy="2940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552950" y="1841500"/>
            <a:ext cx="2514600" cy="3435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45048" y="44912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686300" y="1206500"/>
            <a:ext cx="2222500" cy="40703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2340824">
            <a:off x="4227214" y="3357868"/>
            <a:ext cx="211820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159597">
            <a:off x="5479659" y="3283770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33609" y="2623369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343010" y="2591619"/>
            <a:ext cx="180581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4078636" y="3264257"/>
            <a:ext cx="230958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73724" y="3260438"/>
            <a:ext cx="1903464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02535" y="2539529"/>
            <a:ext cx="20630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203294" y="2516207"/>
            <a:ext cx="200536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734285" y="3183246"/>
            <a:ext cx="267299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58071" y="3198909"/>
            <a:ext cx="21609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79449" y="2477244"/>
            <a:ext cx="225422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015590" y="2430478"/>
            <a:ext cx="223222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477994" y="3122951"/>
            <a:ext cx="2943472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46742" y="3154375"/>
            <a:ext cx="2347387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48820" y="2394606"/>
            <a:ext cx="2507814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3831344" y="2346329"/>
            <a:ext cx="2454907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3734285" y="3183246"/>
            <a:ext cx="2672996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58071" y="3198909"/>
            <a:ext cx="2160991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279449" y="2477244"/>
            <a:ext cx="2254223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015590" y="2430478"/>
            <a:ext cx="2232229" cy="683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1588630">
            <a:off x="4078636" y="3264257"/>
            <a:ext cx="2309586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887296">
            <a:off x="5473724" y="3260438"/>
            <a:ext cx="1903464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02535" y="2539529"/>
            <a:ext cx="2063091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203294" y="2516207"/>
            <a:ext cx="2005369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Ellipszis 168"/>
          <p:cNvSpPr/>
          <p:nvPr/>
        </p:nvSpPr>
        <p:spPr>
          <a:xfrm rot="2340824">
            <a:off x="4227214" y="3357868"/>
            <a:ext cx="2118206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949517" y="38591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5040298" y="43515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455093" y="44001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Ellipszis 200"/>
          <p:cNvSpPr/>
          <p:nvPr/>
        </p:nvSpPr>
        <p:spPr>
          <a:xfrm>
            <a:off x="4838700" y="876300"/>
            <a:ext cx="1943100" cy="44005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5" name="Ellipszis 184"/>
          <p:cNvSpPr/>
          <p:nvPr/>
        </p:nvSpPr>
        <p:spPr>
          <a:xfrm rot="19159597">
            <a:off x="5479659" y="3283770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6" name="Ellipszis 185"/>
          <p:cNvSpPr/>
          <p:nvPr/>
        </p:nvSpPr>
        <p:spPr>
          <a:xfrm rot="19159597">
            <a:off x="5333609" y="2623369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7" name="Ellipszis 186"/>
          <p:cNvSpPr/>
          <p:nvPr/>
        </p:nvSpPr>
        <p:spPr>
          <a:xfrm rot="13745677">
            <a:off x="4343010" y="2591619"/>
            <a:ext cx="1805813" cy="6839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45048" y="44912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20000"/>
              <a:lumOff val="8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686300" y="1206500"/>
            <a:ext cx="2222500" cy="40703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40000"/>
              <a:lumOff val="6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552950" y="1841500"/>
            <a:ext cx="2514600" cy="34353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380152" y="2317750"/>
            <a:ext cx="2860196" cy="29400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églalap 222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257492" y="28812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Téglalap 225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276667" y="2916202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Téglalap 226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4866967" y="38909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Téglalap 227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6302067" y="392267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Téglalap 228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6291790" y="472194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4" name="Téglalap 183">
            <a:extLst>
              <a:ext uri="{FF2B5EF4-FFF2-40B4-BE49-F238E27FC236}">
                <a16:creationId xmlns="" xmlns:a16="http://schemas.microsoft.com/office/drawing/2014/main" id="{42645744-D645-4BAA-A1BF-365D528721FF}"/>
              </a:ext>
            </a:extLst>
          </p:cNvPr>
          <p:cNvSpPr/>
          <p:nvPr/>
        </p:nvSpPr>
        <p:spPr>
          <a:xfrm>
            <a:off x="5186890" y="440127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3" name="Egyenes összekötő 152">
            <a:extLst>
              <a:ext uri="{FF2B5EF4-FFF2-40B4-BE49-F238E27FC236}">
                <a16:creationId xmlns="" xmlns:a16="http://schemas.microsoft.com/office/drawing/2014/main" id="{FFE20C6E-D1E4-4EF1-8A8B-7E05FF02B3B6}"/>
              </a:ext>
            </a:extLst>
          </p:cNvPr>
          <p:cNvCxnSpPr>
            <a:cxnSpLocks/>
          </p:cNvCxnSpPr>
          <p:nvPr/>
        </p:nvCxnSpPr>
        <p:spPr>
          <a:xfrm>
            <a:off x="5050303" y="4909575"/>
            <a:ext cx="477196" cy="26447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églalap 142">
            <a:extLst>
              <a:ext uri="{FF2B5EF4-FFF2-40B4-BE49-F238E27FC236}">
                <a16:creationId xmlns="" xmlns:a16="http://schemas.microsoft.com/office/drawing/2014/main" id="{C67D29F5-4A61-45E1-B435-55AF14ADE76C}"/>
              </a:ext>
            </a:extLst>
          </p:cNvPr>
          <p:cNvSpPr/>
          <p:nvPr/>
        </p:nvSpPr>
        <p:spPr>
          <a:xfrm rot="6622197">
            <a:off x="5551414" y="3289720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4" name="Téglalap 143">
            <a:extLst>
              <a:ext uri="{FF2B5EF4-FFF2-40B4-BE49-F238E27FC236}">
                <a16:creationId xmlns="" xmlns:a16="http://schemas.microsoft.com/office/drawing/2014/main" id="{DABFC6DD-D5E0-4ACC-B7FD-F0FF8AA37D39}"/>
              </a:ext>
            </a:extLst>
          </p:cNvPr>
          <p:cNvSpPr/>
          <p:nvPr/>
        </p:nvSpPr>
        <p:spPr>
          <a:xfrm rot="5400000">
            <a:off x="5540794" y="3270660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14">
            <a:extLst>
              <a:ext uri="{FF2B5EF4-FFF2-40B4-BE49-F238E27FC236}">
                <a16:creationId xmlns="" xmlns:a16="http://schemas.microsoft.com/office/drawing/2014/main" id="{B1F10B7F-E18A-4B19-92EE-BBD3A2111ACC}"/>
              </a:ext>
            </a:extLst>
          </p:cNvPr>
          <p:cNvGrpSpPr/>
          <p:nvPr/>
        </p:nvGrpSpPr>
        <p:grpSpPr>
          <a:xfrm rot="1256288">
            <a:off x="5127263" y="3141419"/>
            <a:ext cx="632189" cy="370065"/>
            <a:chOff x="4573949" y="3156784"/>
            <a:chExt cx="632189" cy="370065"/>
          </a:xfrm>
        </p:grpSpPr>
        <p:grpSp>
          <p:nvGrpSpPr>
            <p:cNvPr id="5" name="Csoportba foglalás 128">
              <a:extLst>
                <a:ext uri="{FF2B5EF4-FFF2-40B4-BE49-F238E27FC236}">
                  <a16:creationId xmlns="" xmlns:a16="http://schemas.microsoft.com/office/drawing/2014/main" id="{E9AE85A6-57B7-4276-8D50-5D6829CD29F8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32" name="Ív 131">
                <a:extLst>
                  <a:ext uri="{FF2B5EF4-FFF2-40B4-BE49-F238E27FC236}">
                    <a16:creationId xmlns="" xmlns:a16="http://schemas.microsoft.com/office/drawing/2014/main" id="{45E84F71-19EB-4EB5-AD7C-306BF9DE4302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3" name="Ív 132">
                <a:extLst>
                  <a:ext uri="{FF2B5EF4-FFF2-40B4-BE49-F238E27FC236}">
                    <a16:creationId xmlns="" xmlns:a16="http://schemas.microsoft.com/office/drawing/2014/main" id="{4C6665DB-C287-44C3-8C0E-DBFA54D6A62E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4" name="Ellipszis 133">
                <a:extLst>
                  <a:ext uri="{FF2B5EF4-FFF2-40B4-BE49-F238E27FC236}">
                    <a16:creationId xmlns="" xmlns:a16="http://schemas.microsoft.com/office/drawing/2014/main" id="{93958CBB-0365-4961-B33C-0C2E24530FBB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5" name="Ellipszis 134">
                <a:extLst>
                  <a:ext uri="{FF2B5EF4-FFF2-40B4-BE49-F238E27FC236}">
                    <a16:creationId xmlns="" xmlns:a16="http://schemas.microsoft.com/office/drawing/2014/main" id="{C72C20FD-960E-413D-B2AA-B605DB127D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6" name="Ellipszis 135">
                <a:extLst>
                  <a:ext uri="{FF2B5EF4-FFF2-40B4-BE49-F238E27FC236}">
                    <a16:creationId xmlns="" xmlns:a16="http://schemas.microsoft.com/office/drawing/2014/main" id="{774B83BA-BB62-4AA6-944D-6B039CCC4757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37" name="Ellipszis 136">
                <a:extLst>
                  <a:ext uri="{FF2B5EF4-FFF2-40B4-BE49-F238E27FC236}">
                    <a16:creationId xmlns="" xmlns:a16="http://schemas.microsoft.com/office/drawing/2014/main" id="{E2E1DDB5-C576-4382-9AA4-A985E8EA16DA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8" name="Ellipszis 137">
                <a:extLst>
                  <a:ext uri="{FF2B5EF4-FFF2-40B4-BE49-F238E27FC236}">
                    <a16:creationId xmlns="" xmlns:a16="http://schemas.microsoft.com/office/drawing/2014/main" id="{CC282342-C955-457D-9F51-0C5B0B48B9C7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9" name="Ellipszis 138">
                <a:extLst>
                  <a:ext uri="{FF2B5EF4-FFF2-40B4-BE49-F238E27FC236}">
                    <a16:creationId xmlns="" xmlns:a16="http://schemas.microsoft.com/office/drawing/2014/main" id="{FD8D9251-270F-41B3-912F-CBBF0A29B845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0" name="Ellipszis 139">
                <a:extLst>
                  <a:ext uri="{FF2B5EF4-FFF2-40B4-BE49-F238E27FC236}">
                    <a16:creationId xmlns="" xmlns:a16="http://schemas.microsoft.com/office/drawing/2014/main" id="{7E244F8C-0210-4708-B824-7A67F39281E5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30" name="Ellipszis 129">
              <a:extLst>
                <a:ext uri="{FF2B5EF4-FFF2-40B4-BE49-F238E27FC236}">
                  <a16:creationId xmlns="" xmlns:a16="http://schemas.microsoft.com/office/drawing/2014/main" id="{BD9CF442-2FA1-4F66-A18A-377BD4BA638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1" name="Ellipszis 130">
              <a:extLst>
                <a:ext uri="{FF2B5EF4-FFF2-40B4-BE49-F238E27FC236}">
                  <a16:creationId xmlns="" xmlns:a16="http://schemas.microsoft.com/office/drawing/2014/main" id="{975ACF39-B178-40B8-8F3C-7F8E05FB8B4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5450" y="3607993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8417" y="4443923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63104" y="4758637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75321" y="4460272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84678" y="4791995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23555" y="5136461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34435" y="5095156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8889" y="4420766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9451" y="4420770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9572" y="4420766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42609" y="3178236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70">
            <a:extLst>
              <a:ext uri="{FF2B5EF4-FFF2-40B4-BE49-F238E27FC236}">
                <a16:creationId xmlns="" xmlns:a16="http://schemas.microsoft.com/office/drawing/2014/main" id="{26205AEB-F2D1-4ED7-811F-E25F77B00CB2}"/>
              </a:ext>
            </a:extLst>
          </p:cNvPr>
          <p:cNvGrpSpPr/>
          <p:nvPr/>
        </p:nvGrpSpPr>
        <p:grpSpPr>
          <a:xfrm rot="503496">
            <a:off x="5309591" y="2724688"/>
            <a:ext cx="1058565" cy="826049"/>
            <a:chOff x="4290324" y="1112255"/>
            <a:chExt cx="1935331" cy="1472572"/>
          </a:xfrm>
        </p:grpSpPr>
        <p:sp>
          <p:nvSpPr>
            <p:cNvPr id="82" name="Téglalap 81">
              <a:extLst>
                <a:ext uri="{FF2B5EF4-FFF2-40B4-BE49-F238E27FC236}">
                  <a16:creationId xmlns="" xmlns:a16="http://schemas.microsoft.com/office/drawing/2014/main" id="{C37C4FEB-A4DF-4762-AEB1-88E22C2BD86E}"/>
                </a:ext>
              </a:extLst>
            </p:cNvPr>
            <p:cNvSpPr/>
            <p:nvPr/>
          </p:nvSpPr>
          <p:spPr>
            <a:xfrm rot="4029572">
              <a:off x="5725107" y="2219770"/>
              <a:ext cx="60600" cy="44903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3" name="Téglalap 82">
              <a:extLst>
                <a:ext uri="{FF2B5EF4-FFF2-40B4-BE49-F238E27FC236}">
                  <a16:creationId xmlns="" xmlns:a16="http://schemas.microsoft.com/office/drawing/2014/main" id="{72DBF390-9A76-4C70-9046-657D39BE7ECD}"/>
                </a:ext>
              </a:extLst>
            </p:cNvPr>
            <p:cNvSpPr/>
            <p:nvPr/>
          </p:nvSpPr>
          <p:spPr>
            <a:xfrm rot="5084276">
              <a:off x="5791046" y="2176291"/>
              <a:ext cx="59823" cy="3684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4" name="Téglalap 83">
              <a:extLst>
                <a:ext uri="{FF2B5EF4-FFF2-40B4-BE49-F238E27FC236}">
                  <a16:creationId xmlns="" xmlns:a16="http://schemas.microsoft.com/office/drawing/2014/main" id="{ABD80531-53DA-41B0-B82D-44D112B8BD3D}"/>
                </a:ext>
              </a:extLst>
            </p:cNvPr>
            <p:cNvSpPr/>
            <p:nvPr/>
          </p:nvSpPr>
          <p:spPr>
            <a:xfrm rot="3125038">
              <a:off x="5938769" y="19389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5" name="Téglalap 84">
              <a:extLst>
                <a:ext uri="{FF2B5EF4-FFF2-40B4-BE49-F238E27FC236}">
                  <a16:creationId xmlns="" xmlns:a16="http://schemas.microsoft.com/office/drawing/2014/main" id="{81AA597B-75CD-45A1-ABB1-699EACA86B7E}"/>
                </a:ext>
              </a:extLst>
            </p:cNvPr>
            <p:cNvSpPr/>
            <p:nvPr/>
          </p:nvSpPr>
          <p:spPr>
            <a:xfrm rot="4652546">
              <a:off x="5928227" y="1866946"/>
              <a:ext cx="45719" cy="4360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6" name="Ív 85">
              <a:extLst>
                <a:ext uri="{FF2B5EF4-FFF2-40B4-BE49-F238E27FC236}">
                  <a16:creationId xmlns="" xmlns:a16="http://schemas.microsoft.com/office/drawing/2014/main" id="{9BCAB090-2A9D-446A-AE54-DE8A9DEDF775}"/>
                </a:ext>
              </a:extLst>
            </p:cNvPr>
            <p:cNvSpPr/>
            <p:nvPr/>
          </p:nvSpPr>
          <p:spPr>
            <a:xfrm>
              <a:off x="4290324" y="2043550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7" name="Ív 86">
              <a:extLst>
                <a:ext uri="{FF2B5EF4-FFF2-40B4-BE49-F238E27FC236}">
                  <a16:creationId xmlns="" xmlns:a16="http://schemas.microsoft.com/office/drawing/2014/main" id="{B25B3E0F-5EDD-4667-9AD0-0CBB09839D6C}"/>
                </a:ext>
              </a:extLst>
            </p:cNvPr>
            <p:cNvSpPr/>
            <p:nvPr/>
          </p:nvSpPr>
          <p:spPr>
            <a:xfrm rot="19400467">
              <a:off x="4347068" y="2010746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8" name="Ív 87">
              <a:extLst>
                <a:ext uri="{FF2B5EF4-FFF2-40B4-BE49-F238E27FC236}">
                  <a16:creationId xmlns="" xmlns:a16="http://schemas.microsoft.com/office/drawing/2014/main" id="{89601910-206C-4EE2-BA0B-A2B544576814}"/>
                </a:ext>
              </a:extLst>
            </p:cNvPr>
            <p:cNvSpPr/>
            <p:nvPr/>
          </p:nvSpPr>
          <p:spPr>
            <a:xfrm rot="15466093">
              <a:off x="4766873" y="1714949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9" name="Ív 88">
              <a:extLst>
                <a:ext uri="{FF2B5EF4-FFF2-40B4-BE49-F238E27FC236}">
                  <a16:creationId xmlns="" xmlns:a16="http://schemas.microsoft.com/office/drawing/2014/main" id="{38B16B52-DDDC-4C72-815E-26C547BB4894}"/>
                </a:ext>
              </a:extLst>
            </p:cNvPr>
            <p:cNvSpPr/>
            <p:nvPr/>
          </p:nvSpPr>
          <p:spPr>
            <a:xfrm rot="12991549">
              <a:off x="4971517" y="18009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0" name="Ív 89">
              <a:extLst>
                <a:ext uri="{FF2B5EF4-FFF2-40B4-BE49-F238E27FC236}">
                  <a16:creationId xmlns="" xmlns:a16="http://schemas.microsoft.com/office/drawing/2014/main" id="{6E243855-C95D-44F2-B5EC-40C81AA94DD1}"/>
                </a:ext>
              </a:extLst>
            </p:cNvPr>
            <p:cNvSpPr/>
            <p:nvPr/>
          </p:nvSpPr>
          <p:spPr>
            <a:xfrm rot="12991549">
              <a:off x="5123917" y="1953385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1" name="Ív 90">
              <a:extLst>
                <a:ext uri="{FF2B5EF4-FFF2-40B4-BE49-F238E27FC236}">
                  <a16:creationId xmlns="" xmlns:a16="http://schemas.microsoft.com/office/drawing/2014/main" id="{8C69DA1B-A7E8-412F-880E-D527DDC0FB54}"/>
                </a:ext>
              </a:extLst>
            </p:cNvPr>
            <p:cNvSpPr/>
            <p:nvPr/>
          </p:nvSpPr>
          <p:spPr>
            <a:xfrm rot="4613624">
              <a:off x="4805243" y="1443121"/>
              <a:ext cx="960050" cy="298317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2" name="Ív 91">
              <a:extLst>
                <a:ext uri="{FF2B5EF4-FFF2-40B4-BE49-F238E27FC236}">
                  <a16:creationId xmlns="" xmlns:a16="http://schemas.microsoft.com/office/drawing/2014/main" id="{C1AF2719-12EF-420F-B1B4-B9B09717F4F4}"/>
                </a:ext>
              </a:extLst>
            </p:cNvPr>
            <p:cNvSpPr/>
            <p:nvPr/>
          </p:nvSpPr>
          <p:spPr>
            <a:xfrm rot="15466093">
              <a:off x="5176526" y="1095135"/>
              <a:ext cx="679071" cy="944184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3" name="Ív 92">
              <a:extLst>
                <a:ext uri="{FF2B5EF4-FFF2-40B4-BE49-F238E27FC236}">
                  <a16:creationId xmlns="" xmlns:a16="http://schemas.microsoft.com/office/drawing/2014/main" id="{711ED15F-32D7-4686-A257-42C2578CB8D0}"/>
                </a:ext>
              </a:extLst>
            </p:cNvPr>
            <p:cNvSpPr/>
            <p:nvPr/>
          </p:nvSpPr>
          <p:spPr>
            <a:xfrm rot="15466093">
              <a:off x="5097515" y="1545501"/>
              <a:ext cx="829472" cy="142511"/>
            </a:xfrm>
            <a:prstGeom prst="arc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4" name="Ellipszis 93">
              <a:extLst>
                <a:ext uri="{FF2B5EF4-FFF2-40B4-BE49-F238E27FC236}">
                  <a16:creationId xmlns="" xmlns:a16="http://schemas.microsoft.com/office/drawing/2014/main" id="{95020255-2D9D-4080-B43E-83C869D93AE7}"/>
                </a:ext>
              </a:extLst>
            </p:cNvPr>
            <p:cNvSpPr/>
            <p:nvPr/>
          </p:nvSpPr>
          <p:spPr>
            <a:xfrm>
              <a:off x="5295900" y="189738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5" name="Ellipszis 94">
              <a:extLst>
                <a:ext uri="{FF2B5EF4-FFF2-40B4-BE49-F238E27FC236}">
                  <a16:creationId xmlns="" xmlns:a16="http://schemas.microsoft.com/office/drawing/2014/main" id="{E34A7E21-E844-4DDF-B47D-4B8E0EAE3993}"/>
                </a:ext>
              </a:extLst>
            </p:cNvPr>
            <p:cNvSpPr/>
            <p:nvPr/>
          </p:nvSpPr>
          <p:spPr>
            <a:xfrm>
              <a:off x="5189220" y="1546860"/>
              <a:ext cx="327660" cy="5715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6" name="Ellipszis 95">
              <a:extLst>
                <a:ext uri="{FF2B5EF4-FFF2-40B4-BE49-F238E27FC236}">
                  <a16:creationId xmlns="" xmlns:a16="http://schemas.microsoft.com/office/drawing/2014/main" id="{B6017254-4DA5-4B8C-8CDC-25668AB6899A}"/>
                </a:ext>
              </a:extLst>
            </p:cNvPr>
            <p:cNvSpPr/>
            <p:nvPr/>
          </p:nvSpPr>
          <p:spPr>
            <a:xfrm rot="6299066">
              <a:off x="4953000" y="1447800"/>
              <a:ext cx="525780" cy="4038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7" name="Ellipszis 96">
              <a:extLst>
                <a:ext uri="{FF2B5EF4-FFF2-40B4-BE49-F238E27FC236}">
                  <a16:creationId xmlns="" xmlns:a16="http://schemas.microsoft.com/office/drawing/2014/main" id="{0CCF4C1D-8AC4-4CDA-9BCB-5599659EB223}"/>
                </a:ext>
              </a:extLst>
            </p:cNvPr>
            <p:cNvSpPr/>
            <p:nvPr/>
          </p:nvSpPr>
          <p:spPr>
            <a:xfrm rot="7164662">
              <a:off x="5044428" y="1337080"/>
              <a:ext cx="464322" cy="25523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8" name="Ellipszis 97">
              <a:extLst>
                <a:ext uri="{FF2B5EF4-FFF2-40B4-BE49-F238E27FC236}">
                  <a16:creationId xmlns="" xmlns:a16="http://schemas.microsoft.com/office/drawing/2014/main" id="{5BCC5F67-5BCD-472C-B0C0-B976F9A78C1C}"/>
                </a:ext>
              </a:extLst>
            </p:cNvPr>
            <p:cNvSpPr/>
            <p:nvPr/>
          </p:nvSpPr>
          <p:spPr>
            <a:xfrm rot="1545638">
              <a:off x="4990606" y="1864394"/>
              <a:ext cx="525780" cy="30094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9" name="Ellipszis 98">
              <a:extLst>
                <a:ext uri="{FF2B5EF4-FFF2-40B4-BE49-F238E27FC236}">
                  <a16:creationId xmlns="" xmlns:a16="http://schemas.microsoft.com/office/drawing/2014/main" id="{F7BA5822-4005-4FE4-8C9D-911D48F22B83}"/>
                </a:ext>
              </a:extLst>
            </p:cNvPr>
            <p:cNvSpPr/>
            <p:nvPr/>
          </p:nvSpPr>
          <p:spPr>
            <a:xfrm rot="9232562">
              <a:off x="4794282" y="1826019"/>
              <a:ext cx="536127" cy="2158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0" name="Ellipszis 99">
              <a:extLst>
                <a:ext uri="{FF2B5EF4-FFF2-40B4-BE49-F238E27FC236}">
                  <a16:creationId xmlns="" xmlns:a16="http://schemas.microsoft.com/office/drawing/2014/main" id="{C2A030C0-A79C-4491-A0C2-C72333571CDA}"/>
                </a:ext>
              </a:extLst>
            </p:cNvPr>
            <p:cNvSpPr/>
            <p:nvPr/>
          </p:nvSpPr>
          <p:spPr>
            <a:xfrm rot="7869867">
              <a:off x="5464495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1" name="Ellipszis 100">
              <a:extLst>
                <a:ext uri="{FF2B5EF4-FFF2-40B4-BE49-F238E27FC236}">
                  <a16:creationId xmlns="" xmlns:a16="http://schemas.microsoft.com/office/drawing/2014/main" id="{D9D61A35-613A-432F-AB3A-460064B026A2}"/>
                </a:ext>
              </a:extLst>
            </p:cNvPr>
            <p:cNvSpPr/>
            <p:nvPr/>
          </p:nvSpPr>
          <p:spPr>
            <a:xfrm rot="7869867">
              <a:off x="5571175" y="2255690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2" name="Ellipszis 101">
              <a:extLst>
                <a:ext uri="{FF2B5EF4-FFF2-40B4-BE49-F238E27FC236}">
                  <a16:creationId xmlns="" xmlns:a16="http://schemas.microsoft.com/office/drawing/2014/main" id="{B9BBD7BB-FBE8-48C8-9420-A6101278C0CD}"/>
                </a:ext>
              </a:extLst>
            </p:cNvPr>
            <p:cNvSpPr/>
            <p:nvPr/>
          </p:nvSpPr>
          <p:spPr>
            <a:xfrm rot="7869867">
              <a:off x="5525456" y="2278549"/>
              <a:ext cx="531097" cy="814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3" name="Ellipszis 102">
              <a:extLst>
                <a:ext uri="{FF2B5EF4-FFF2-40B4-BE49-F238E27FC236}">
                  <a16:creationId xmlns="" xmlns:a16="http://schemas.microsoft.com/office/drawing/2014/main" id="{B8773F6C-E764-49AA-A2A3-04A6E40C9B2D}"/>
                </a:ext>
              </a:extLst>
            </p:cNvPr>
            <p:cNvSpPr/>
            <p:nvPr/>
          </p:nvSpPr>
          <p:spPr>
            <a:xfrm rot="9661973">
              <a:off x="5577524" y="21102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4" name="Ellipszis 103">
              <a:extLst>
                <a:ext uri="{FF2B5EF4-FFF2-40B4-BE49-F238E27FC236}">
                  <a16:creationId xmlns="" xmlns:a16="http://schemas.microsoft.com/office/drawing/2014/main" id="{8AA84EED-6E72-4197-9941-E55B04F508A9}"/>
                </a:ext>
              </a:extLst>
            </p:cNvPr>
            <p:cNvSpPr/>
            <p:nvPr/>
          </p:nvSpPr>
          <p:spPr>
            <a:xfrm rot="4423027">
              <a:off x="5353709" y="2136675"/>
              <a:ext cx="531097" cy="1840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5" name="Téglalap 104">
              <a:extLst>
                <a:ext uri="{FF2B5EF4-FFF2-40B4-BE49-F238E27FC236}">
                  <a16:creationId xmlns="" xmlns:a16="http://schemas.microsoft.com/office/drawing/2014/main" id="{FFEBCDDB-C58F-4D4D-9F02-2DC1D4057B90}"/>
                </a:ext>
              </a:extLst>
            </p:cNvPr>
            <p:cNvSpPr/>
            <p:nvPr/>
          </p:nvSpPr>
          <p:spPr>
            <a:xfrm rot="3125038">
              <a:off x="5938769" y="1748471"/>
              <a:ext cx="45719" cy="528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6" name="Ellipszis 105">
              <a:extLst>
                <a:ext uri="{FF2B5EF4-FFF2-40B4-BE49-F238E27FC236}">
                  <a16:creationId xmlns="" xmlns:a16="http://schemas.microsoft.com/office/drawing/2014/main" id="{365E81F9-2BC2-421C-892C-6EA53A867059}"/>
                </a:ext>
              </a:extLst>
            </p:cNvPr>
            <p:cNvSpPr/>
            <p:nvPr/>
          </p:nvSpPr>
          <p:spPr>
            <a:xfrm rot="9661973">
              <a:off x="5577524" y="191977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7" name="Ellipszis 106">
              <a:extLst>
                <a:ext uri="{FF2B5EF4-FFF2-40B4-BE49-F238E27FC236}">
                  <a16:creationId xmlns="" xmlns:a16="http://schemas.microsoft.com/office/drawing/2014/main" id="{622C3F0E-EDB4-4873-8BF5-650013A4D4B7}"/>
                </a:ext>
              </a:extLst>
            </p:cNvPr>
            <p:cNvSpPr/>
            <p:nvPr/>
          </p:nvSpPr>
          <p:spPr>
            <a:xfrm rot="9661973">
              <a:off x="5455604" y="2041695"/>
              <a:ext cx="528546" cy="120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8" name="Ív 107">
              <a:extLst>
                <a:ext uri="{FF2B5EF4-FFF2-40B4-BE49-F238E27FC236}">
                  <a16:creationId xmlns="" xmlns:a16="http://schemas.microsoft.com/office/drawing/2014/main" id="{CADA495A-26BF-4687-ABDA-8FB88A950859}"/>
                </a:ext>
              </a:extLst>
            </p:cNvPr>
            <p:cNvSpPr/>
            <p:nvPr/>
          </p:nvSpPr>
          <p:spPr>
            <a:xfrm rot="1568893">
              <a:off x="5123551" y="1235585"/>
              <a:ext cx="625305" cy="1305673"/>
            </a:xfrm>
            <a:prstGeom prst="arc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24128" y="3809466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Csoportba foglalás 6">
            <a:extLst>
              <a:ext uri="{FF2B5EF4-FFF2-40B4-BE49-F238E27FC236}">
                <a16:creationId xmlns="" xmlns:a16="http://schemas.microsoft.com/office/drawing/2014/main" id="{9F829D0F-CB60-4738-9D89-FB1EFE2B0A2E}"/>
              </a:ext>
            </a:extLst>
          </p:cNvPr>
          <p:cNvGrpSpPr/>
          <p:nvPr/>
        </p:nvGrpSpPr>
        <p:grpSpPr>
          <a:xfrm rot="3652355">
            <a:off x="5148548" y="2884177"/>
            <a:ext cx="632189" cy="370065"/>
            <a:chOff x="4573949" y="3156784"/>
            <a:chExt cx="632189" cy="370065"/>
          </a:xfrm>
        </p:grpSpPr>
        <p:grpSp>
          <p:nvGrpSpPr>
            <p:cNvPr id="12" name="Csoportba foglalás 5">
              <a:extLst>
                <a:ext uri="{FF2B5EF4-FFF2-40B4-BE49-F238E27FC236}">
                  <a16:creationId xmlns="" xmlns:a16="http://schemas.microsoft.com/office/drawing/2014/main" id="{F3D59600-48D2-4B3D-87E1-CF2223EFE375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2" name="Ív 1">
                <a:extLst>
                  <a:ext uri="{FF2B5EF4-FFF2-40B4-BE49-F238E27FC236}">
                    <a16:creationId xmlns="" xmlns:a16="http://schemas.microsoft.com/office/drawing/2014/main" id="{62936E35-913F-4240-9107-5B542147CE60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6" name="Ív 155">
                <a:extLst>
                  <a:ext uri="{FF2B5EF4-FFF2-40B4-BE49-F238E27FC236}">
                    <a16:creationId xmlns="" xmlns:a16="http://schemas.microsoft.com/office/drawing/2014/main" id="{2F072C6E-2FC4-4106-B183-9BE03DB76AD0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" name="Ellipszis 2">
                <a:extLst>
                  <a:ext uri="{FF2B5EF4-FFF2-40B4-BE49-F238E27FC236}">
                    <a16:creationId xmlns="" xmlns:a16="http://schemas.microsoft.com/office/drawing/2014/main" id="{062DD64F-B3A5-4ACD-A2E2-9D135959C6A1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7" name="Ellipszis 156">
                <a:extLst>
                  <a:ext uri="{FF2B5EF4-FFF2-40B4-BE49-F238E27FC236}">
                    <a16:creationId xmlns="" xmlns:a16="http://schemas.microsoft.com/office/drawing/2014/main" id="{BCEF006C-8D3B-47CB-87FC-CD86F2DEE034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8" name="Ellipszis 157">
                <a:extLst>
                  <a:ext uri="{FF2B5EF4-FFF2-40B4-BE49-F238E27FC236}">
                    <a16:creationId xmlns="" xmlns:a16="http://schemas.microsoft.com/office/drawing/2014/main" id="{CDE008B6-BA2D-47F7-85FE-A30201240A24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59" name="Ellipszis 158">
                <a:extLst>
                  <a:ext uri="{FF2B5EF4-FFF2-40B4-BE49-F238E27FC236}">
                    <a16:creationId xmlns="" xmlns:a16="http://schemas.microsoft.com/office/drawing/2014/main" id="{4A04DEBB-2A24-49B4-BBCE-A12F8448BBA2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0" name="Ellipszis 159">
                <a:extLst>
                  <a:ext uri="{FF2B5EF4-FFF2-40B4-BE49-F238E27FC236}">
                    <a16:creationId xmlns="" xmlns:a16="http://schemas.microsoft.com/office/drawing/2014/main" id="{785B309A-FFA9-4312-9B8D-9F08260D9AF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1" name="Ellipszis 160">
                <a:extLst>
                  <a:ext uri="{FF2B5EF4-FFF2-40B4-BE49-F238E27FC236}">
                    <a16:creationId xmlns="" xmlns:a16="http://schemas.microsoft.com/office/drawing/2014/main" id="{D910411A-492E-44EF-98BA-F65869B110EA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62" name="Ellipszis 161">
                <a:extLst>
                  <a:ext uri="{FF2B5EF4-FFF2-40B4-BE49-F238E27FC236}">
                    <a16:creationId xmlns="" xmlns:a16="http://schemas.microsoft.com/office/drawing/2014/main" id="{7AD82604-507F-4819-88B4-FF834A1F6A99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66" name="Ellipszis 165">
              <a:extLst>
                <a:ext uri="{FF2B5EF4-FFF2-40B4-BE49-F238E27FC236}">
                  <a16:creationId xmlns="" xmlns:a16="http://schemas.microsoft.com/office/drawing/2014/main" id="{2C127CCE-4859-4AAA-9E62-68C4155B2F46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7" name="Ellipszis 166">
              <a:extLst>
                <a:ext uri="{FF2B5EF4-FFF2-40B4-BE49-F238E27FC236}">
                  <a16:creationId xmlns="" xmlns:a16="http://schemas.microsoft.com/office/drawing/2014/main" id="{F0984A9A-812A-4456-81B6-075CB69D0DE7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3" name="Csoportba foglalás 115">
            <a:extLst>
              <a:ext uri="{FF2B5EF4-FFF2-40B4-BE49-F238E27FC236}">
                <a16:creationId xmlns="" xmlns:a16="http://schemas.microsoft.com/office/drawing/2014/main" id="{E53A2B98-5A42-4859-B1A1-227362CEC7F4}"/>
              </a:ext>
            </a:extLst>
          </p:cNvPr>
          <p:cNvGrpSpPr/>
          <p:nvPr/>
        </p:nvGrpSpPr>
        <p:grpSpPr>
          <a:xfrm rot="1256288">
            <a:off x="5013765" y="3138468"/>
            <a:ext cx="632189" cy="370065"/>
            <a:chOff x="4573949" y="3156784"/>
            <a:chExt cx="632189" cy="370065"/>
          </a:xfrm>
        </p:grpSpPr>
        <p:grpSp>
          <p:nvGrpSpPr>
            <p:cNvPr id="14" name="Csoportba foglalás 116">
              <a:extLst>
                <a:ext uri="{FF2B5EF4-FFF2-40B4-BE49-F238E27FC236}">
                  <a16:creationId xmlns="" xmlns:a16="http://schemas.microsoft.com/office/drawing/2014/main" id="{00F6E6C8-D94E-4684-A9F4-C3523C30ABAC}"/>
                </a:ext>
              </a:extLst>
            </p:cNvPr>
            <p:cNvGrpSpPr/>
            <p:nvPr/>
          </p:nvGrpSpPr>
          <p:grpSpPr>
            <a:xfrm>
              <a:off x="4573949" y="3156784"/>
              <a:ext cx="632189" cy="370065"/>
              <a:chOff x="5030847" y="3124893"/>
              <a:chExt cx="632189" cy="370065"/>
            </a:xfrm>
          </p:grpSpPr>
          <p:sp>
            <p:nvSpPr>
              <p:cNvPr id="120" name="Ív 119">
                <a:extLst>
                  <a:ext uri="{FF2B5EF4-FFF2-40B4-BE49-F238E27FC236}">
                    <a16:creationId xmlns="" xmlns:a16="http://schemas.microsoft.com/office/drawing/2014/main" id="{12D46B1B-A035-4B0E-BDB6-4C3E64586481}"/>
                  </a:ext>
                </a:extLst>
              </p:cNvPr>
              <p:cNvSpPr/>
              <p:nvPr/>
            </p:nvSpPr>
            <p:spPr>
              <a:xfrm>
                <a:off x="5030847" y="3198615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1" name="Ív 120">
                <a:extLst>
                  <a:ext uri="{FF2B5EF4-FFF2-40B4-BE49-F238E27FC236}">
                    <a16:creationId xmlns="" xmlns:a16="http://schemas.microsoft.com/office/drawing/2014/main" id="{140DED2B-DF1B-4298-AD21-4B1F38F7D854}"/>
                  </a:ext>
                </a:extLst>
              </p:cNvPr>
              <p:cNvSpPr/>
              <p:nvPr/>
            </p:nvSpPr>
            <p:spPr>
              <a:xfrm rot="19672336">
                <a:off x="5110939" y="3169680"/>
                <a:ext cx="552097" cy="296343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2" name="Ellipszis 121">
                <a:extLst>
                  <a:ext uri="{FF2B5EF4-FFF2-40B4-BE49-F238E27FC236}">
                    <a16:creationId xmlns="" xmlns:a16="http://schemas.microsoft.com/office/drawing/2014/main" id="{314E4F47-19EE-4ED6-8560-E509F4DD42F2}"/>
                  </a:ext>
                </a:extLst>
              </p:cNvPr>
              <p:cNvSpPr/>
              <p:nvPr/>
            </p:nvSpPr>
            <p:spPr>
              <a:xfrm>
                <a:off x="5561282" y="3205111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3" name="Ellipszis 122">
                <a:extLst>
                  <a:ext uri="{FF2B5EF4-FFF2-40B4-BE49-F238E27FC236}">
                    <a16:creationId xmlns="" xmlns:a16="http://schemas.microsoft.com/office/drawing/2014/main" id="{4CBFB9B2-D56A-467D-964C-4AF5B7F4AA95}"/>
                  </a:ext>
                </a:extLst>
              </p:cNvPr>
              <p:cNvSpPr/>
              <p:nvPr/>
            </p:nvSpPr>
            <p:spPr>
              <a:xfrm>
                <a:off x="5542470" y="3149822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4" name="Ellipszis 123">
                <a:extLst>
                  <a:ext uri="{FF2B5EF4-FFF2-40B4-BE49-F238E27FC236}">
                    <a16:creationId xmlns="" xmlns:a16="http://schemas.microsoft.com/office/drawing/2014/main" id="{DB73A33A-679E-4434-9EE3-4607E32DE140}"/>
                  </a:ext>
                </a:extLst>
              </p:cNvPr>
              <p:cNvSpPr/>
              <p:nvPr/>
            </p:nvSpPr>
            <p:spPr>
              <a:xfrm rot="4237961">
                <a:off x="5358953" y="310684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25" name="Ellipszis 124">
                <a:extLst>
                  <a:ext uri="{FF2B5EF4-FFF2-40B4-BE49-F238E27FC236}">
                    <a16:creationId xmlns="" xmlns:a16="http://schemas.microsoft.com/office/drawing/2014/main" id="{BED987F8-2CCD-47C6-BC14-AF855F9C9C0D}"/>
                  </a:ext>
                </a:extLst>
              </p:cNvPr>
              <p:cNvSpPr/>
              <p:nvPr/>
            </p:nvSpPr>
            <p:spPr>
              <a:xfrm rot="4716457">
                <a:off x="5462206" y="3061753"/>
                <a:ext cx="55397" cy="18167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6" name="Ellipszis 125">
                <a:extLst>
                  <a:ext uri="{FF2B5EF4-FFF2-40B4-BE49-F238E27FC236}">
                    <a16:creationId xmlns="" xmlns:a16="http://schemas.microsoft.com/office/drawing/2014/main" id="{3892F785-50F4-4758-87B6-BD8E078DEE51}"/>
                  </a:ext>
                </a:extLst>
              </p:cNvPr>
              <p:cNvSpPr/>
              <p:nvPr/>
            </p:nvSpPr>
            <p:spPr>
              <a:xfrm rot="6437097">
                <a:off x="5438962" y="3132495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7" name="Ellipszis 126">
                <a:extLst>
                  <a:ext uri="{FF2B5EF4-FFF2-40B4-BE49-F238E27FC236}">
                    <a16:creationId xmlns="" xmlns:a16="http://schemas.microsoft.com/office/drawing/2014/main" id="{17EA1E79-81D1-4159-8A71-51D310C8FCD1}"/>
                  </a:ext>
                </a:extLst>
              </p:cNvPr>
              <p:cNvSpPr/>
              <p:nvPr/>
            </p:nvSpPr>
            <p:spPr>
              <a:xfrm rot="7530369">
                <a:off x="5512488" y="3169878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8" name="Ellipszis 127">
                <a:extLst>
                  <a:ext uri="{FF2B5EF4-FFF2-40B4-BE49-F238E27FC236}">
                    <a16:creationId xmlns="" xmlns:a16="http://schemas.microsoft.com/office/drawing/2014/main" id="{B2E33286-83F5-42D7-A82C-391DC23FB79A}"/>
                  </a:ext>
                </a:extLst>
              </p:cNvPr>
              <p:cNvSpPr/>
              <p:nvPr/>
            </p:nvSpPr>
            <p:spPr>
              <a:xfrm rot="4237961">
                <a:off x="5409093" y="3111720"/>
                <a:ext cx="45719" cy="13595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118" name="Ellipszis 117">
              <a:extLst>
                <a:ext uri="{FF2B5EF4-FFF2-40B4-BE49-F238E27FC236}">
                  <a16:creationId xmlns="" xmlns:a16="http://schemas.microsoft.com/office/drawing/2014/main" id="{2D763E98-4890-4D58-ACC4-90542D2A2E37}"/>
                </a:ext>
              </a:extLst>
            </p:cNvPr>
            <p:cNvSpPr/>
            <p:nvPr/>
          </p:nvSpPr>
          <p:spPr>
            <a:xfrm rot="5568698">
              <a:off x="5049117" y="3139560"/>
              <a:ext cx="55540" cy="1609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9" name="Ellipszis 118">
              <a:extLst>
                <a:ext uri="{FF2B5EF4-FFF2-40B4-BE49-F238E27FC236}">
                  <a16:creationId xmlns="" xmlns:a16="http://schemas.microsoft.com/office/drawing/2014/main" id="{300326A3-9364-4767-850A-1603674EF0E4}"/>
                </a:ext>
              </a:extLst>
            </p:cNvPr>
            <p:cNvSpPr/>
            <p:nvPr/>
          </p:nvSpPr>
          <p:spPr>
            <a:xfrm rot="166786">
              <a:off x="5070359" y="3175511"/>
              <a:ext cx="99550" cy="1359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41" name="Téglalap 140">
            <a:extLst>
              <a:ext uri="{FF2B5EF4-FFF2-40B4-BE49-F238E27FC236}">
                <a16:creationId xmlns="" xmlns:a16="http://schemas.microsoft.com/office/drawing/2014/main" id="{044D3554-8AF7-43D6-B0D6-3B30BA8C467A}"/>
              </a:ext>
            </a:extLst>
          </p:cNvPr>
          <p:cNvSpPr/>
          <p:nvPr/>
        </p:nvSpPr>
        <p:spPr>
          <a:xfrm rot="6622197">
            <a:off x="5449876" y="3353719"/>
            <a:ext cx="33994" cy="245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2" name="Téglalap 141">
            <a:extLst>
              <a:ext uri="{FF2B5EF4-FFF2-40B4-BE49-F238E27FC236}">
                <a16:creationId xmlns="" xmlns:a16="http://schemas.microsoft.com/office/drawing/2014/main" id="{C8DC0375-DE04-4684-9CF3-15DE4B3E97C1}"/>
              </a:ext>
            </a:extLst>
          </p:cNvPr>
          <p:cNvSpPr/>
          <p:nvPr/>
        </p:nvSpPr>
        <p:spPr>
          <a:xfrm rot="5400000">
            <a:off x="5439256" y="3334659"/>
            <a:ext cx="33558" cy="2015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>
            <a:extLst>
              <a:ext uri="{FF2B5EF4-FFF2-40B4-BE49-F238E27FC236}">
                <a16:creationId xmlns="" xmlns:a16="http://schemas.microsoft.com/office/drawing/2014/main" id="{A0A50A8A-C425-4372-8A50-CDF9931897C3}"/>
              </a:ext>
            </a:extLst>
          </p:cNvPr>
          <p:cNvSpPr/>
          <p:nvPr/>
        </p:nvSpPr>
        <p:spPr>
          <a:xfrm rot="17366425">
            <a:off x="5451753" y="3413728"/>
            <a:ext cx="45719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5" name="Ellipszis 144">
            <a:extLst>
              <a:ext uri="{FF2B5EF4-FFF2-40B4-BE49-F238E27FC236}">
                <a16:creationId xmlns="" xmlns:a16="http://schemas.microsoft.com/office/drawing/2014/main" id="{0FCE6D04-9212-4129-8B66-DA29E370D70D}"/>
              </a:ext>
            </a:extLst>
          </p:cNvPr>
          <p:cNvSpPr/>
          <p:nvPr/>
        </p:nvSpPr>
        <p:spPr>
          <a:xfrm rot="17366425">
            <a:off x="5507673" y="3432589"/>
            <a:ext cx="60248" cy="836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90620" y="3795308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" name="Egyenes összekötő 8">
            <a:extLst>
              <a:ext uri="{FF2B5EF4-FFF2-40B4-BE49-F238E27FC236}">
                <a16:creationId xmlns="" xmlns:a16="http://schemas.microsoft.com/office/drawing/2014/main" id="{29B5B5CC-2591-4D69-BBF0-BE8A9092874A}"/>
              </a:ext>
            </a:extLst>
          </p:cNvPr>
          <p:cNvCxnSpPr/>
          <p:nvPr/>
        </p:nvCxnSpPr>
        <p:spPr>
          <a:xfrm flipV="1">
            <a:off x="6115368" y="4824538"/>
            <a:ext cx="371475" cy="3374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gyenes összekötő 145">
            <a:extLst>
              <a:ext uri="{FF2B5EF4-FFF2-40B4-BE49-F238E27FC236}">
                <a16:creationId xmlns="" xmlns:a16="http://schemas.microsoft.com/office/drawing/2014/main" id="{A9FB6F1A-5756-4A7F-967C-7D320CCC2E72}"/>
              </a:ext>
            </a:extLst>
          </p:cNvPr>
          <p:cNvCxnSpPr>
            <a:cxnSpLocks/>
          </p:cNvCxnSpPr>
          <p:nvPr/>
        </p:nvCxnSpPr>
        <p:spPr>
          <a:xfrm flipV="1">
            <a:off x="6073547" y="5077868"/>
            <a:ext cx="307563" cy="1171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gyenes összekötő 146">
            <a:extLst>
              <a:ext uri="{FF2B5EF4-FFF2-40B4-BE49-F238E27FC236}">
                <a16:creationId xmlns="" xmlns:a16="http://schemas.microsoft.com/office/drawing/2014/main" id="{685F105E-6F6B-4A05-AF88-5DAAC1A492A0}"/>
              </a:ext>
            </a:extLst>
          </p:cNvPr>
          <p:cNvCxnSpPr>
            <a:cxnSpLocks/>
          </p:cNvCxnSpPr>
          <p:nvPr/>
        </p:nvCxnSpPr>
        <p:spPr>
          <a:xfrm flipV="1">
            <a:off x="5951605" y="5195054"/>
            <a:ext cx="251510" cy="4207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gyenes összekötő 147">
            <a:extLst>
              <a:ext uri="{FF2B5EF4-FFF2-40B4-BE49-F238E27FC236}">
                <a16:creationId xmlns="" xmlns:a16="http://schemas.microsoft.com/office/drawing/2014/main" id="{E492FF34-DEC9-440F-8CE9-66F8487BD243}"/>
              </a:ext>
            </a:extLst>
          </p:cNvPr>
          <p:cNvCxnSpPr>
            <a:cxnSpLocks/>
          </p:cNvCxnSpPr>
          <p:nvPr/>
        </p:nvCxnSpPr>
        <p:spPr>
          <a:xfrm>
            <a:off x="5245702" y="4937359"/>
            <a:ext cx="334495" cy="23668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gyenes összekötő 148">
            <a:extLst>
              <a:ext uri="{FF2B5EF4-FFF2-40B4-BE49-F238E27FC236}">
                <a16:creationId xmlns="" xmlns:a16="http://schemas.microsoft.com/office/drawing/2014/main" id="{8C0DE12B-8189-442C-8090-D1057C0386A7}"/>
              </a:ext>
            </a:extLst>
          </p:cNvPr>
          <p:cNvCxnSpPr>
            <a:cxnSpLocks/>
          </p:cNvCxnSpPr>
          <p:nvPr/>
        </p:nvCxnSpPr>
        <p:spPr>
          <a:xfrm>
            <a:off x="5295798" y="5122200"/>
            <a:ext cx="291813" cy="7963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gyenes összekötő 150">
            <a:extLst>
              <a:ext uri="{FF2B5EF4-FFF2-40B4-BE49-F238E27FC236}">
                <a16:creationId xmlns="" xmlns:a16="http://schemas.microsoft.com/office/drawing/2014/main" id="{E44E70F2-EA03-49CA-978A-89BA01A3F56A}"/>
              </a:ext>
            </a:extLst>
          </p:cNvPr>
          <p:cNvCxnSpPr>
            <a:cxnSpLocks/>
          </p:cNvCxnSpPr>
          <p:nvPr/>
        </p:nvCxnSpPr>
        <p:spPr>
          <a:xfrm flipV="1">
            <a:off x="5430196" y="5219648"/>
            <a:ext cx="180761" cy="3495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gyenes összekötő 151">
            <a:extLst>
              <a:ext uri="{FF2B5EF4-FFF2-40B4-BE49-F238E27FC236}">
                <a16:creationId xmlns="" xmlns:a16="http://schemas.microsoft.com/office/drawing/2014/main" id="{1E77F13A-4956-425B-9073-C55EC12DA3F0}"/>
              </a:ext>
            </a:extLst>
          </p:cNvPr>
          <p:cNvCxnSpPr>
            <a:cxnSpLocks/>
          </p:cNvCxnSpPr>
          <p:nvPr/>
        </p:nvCxnSpPr>
        <p:spPr>
          <a:xfrm flipV="1">
            <a:off x="5572125" y="5230625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gyenes összekötő 153">
            <a:extLst>
              <a:ext uri="{FF2B5EF4-FFF2-40B4-BE49-F238E27FC236}">
                <a16:creationId xmlns="" xmlns:a16="http://schemas.microsoft.com/office/drawing/2014/main" id="{EDAA6E9C-D05A-40BD-BBD7-F90375E615FC}"/>
              </a:ext>
            </a:extLst>
          </p:cNvPr>
          <p:cNvCxnSpPr>
            <a:cxnSpLocks/>
          </p:cNvCxnSpPr>
          <p:nvPr/>
        </p:nvCxnSpPr>
        <p:spPr>
          <a:xfrm>
            <a:off x="5933730" y="5247328"/>
            <a:ext cx="35749" cy="4762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gyenes összekötő 154">
            <a:extLst>
              <a:ext uri="{FF2B5EF4-FFF2-40B4-BE49-F238E27FC236}">
                <a16:creationId xmlns="" xmlns:a16="http://schemas.microsoft.com/office/drawing/2014/main" id="{1660236F-2A9D-4924-B529-F3F552F26972}"/>
              </a:ext>
            </a:extLst>
          </p:cNvPr>
          <p:cNvCxnSpPr>
            <a:cxnSpLocks/>
          </p:cNvCxnSpPr>
          <p:nvPr/>
        </p:nvCxnSpPr>
        <p:spPr>
          <a:xfrm flipV="1">
            <a:off x="5721076" y="5085266"/>
            <a:ext cx="63512" cy="414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gyenes összekötő 162">
            <a:extLst>
              <a:ext uri="{FF2B5EF4-FFF2-40B4-BE49-F238E27FC236}">
                <a16:creationId xmlns="" xmlns:a16="http://schemas.microsoft.com/office/drawing/2014/main" id="{F2207FA0-EEF3-410F-A342-3A885200D1A4}"/>
              </a:ext>
            </a:extLst>
          </p:cNvPr>
          <p:cNvCxnSpPr>
            <a:cxnSpLocks/>
          </p:cNvCxnSpPr>
          <p:nvPr/>
        </p:nvCxnSpPr>
        <p:spPr>
          <a:xfrm>
            <a:off x="5814386" y="5077868"/>
            <a:ext cx="65975" cy="26022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gyenes összekötő 163">
            <a:extLst>
              <a:ext uri="{FF2B5EF4-FFF2-40B4-BE49-F238E27FC236}">
                <a16:creationId xmlns="" xmlns:a16="http://schemas.microsoft.com/office/drawing/2014/main" id="{B92EC619-74DE-46F8-9D3C-1DB9F978C417}"/>
              </a:ext>
            </a:extLst>
          </p:cNvPr>
          <p:cNvCxnSpPr>
            <a:cxnSpLocks/>
          </p:cNvCxnSpPr>
          <p:nvPr/>
        </p:nvCxnSpPr>
        <p:spPr>
          <a:xfrm>
            <a:off x="5539195" y="5086637"/>
            <a:ext cx="73419" cy="4286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gyenes összekötő 172">
            <a:extLst>
              <a:ext uri="{FF2B5EF4-FFF2-40B4-BE49-F238E27FC236}">
                <a16:creationId xmlns="" xmlns:a16="http://schemas.microsoft.com/office/drawing/2014/main" id="{A0FE1480-7404-4940-A92B-F89617827C14}"/>
              </a:ext>
            </a:extLst>
          </p:cNvPr>
          <p:cNvCxnSpPr>
            <a:cxnSpLocks/>
          </p:cNvCxnSpPr>
          <p:nvPr/>
        </p:nvCxnSpPr>
        <p:spPr>
          <a:xfrm flipV="1">
            <a:off x="6026330" y="5097229"/>
            <a:ext cx="33338" cy="381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gyenes összekötő 173">
            <a:extLst>
              <a:ext uri="{FF2B5EF4-FFF2-40B4-BE49-F238E27FC236}">
                <a16:creationId xmlns="" xmlns:a16="http://schemas.microsoft.com/office/drawing/2014/main" id="{44183407-692A-4DF6-8B22-18C4113A7DCA}"/>
              </a:ext>
            </a:extLst>
          </p:cNvPr>
          <p:cNvCxnSpPr>
            <a:cxnSpLocks/>
          </p:cNvCxnSpPr>
          <p:nvPr/>
        </p:nvCxnSpPr>
        <p:spPr>
          <a:xfrm flipH="1">
            <a:off x="6139896" y="4863120"/>
            <a:ext cx="508856" cy="298618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F162A149-3F8B-49E4-9281-9C3CACA45FF7}"/>
              </a:ext>
            </a:extLst>
          </p:cNvPr>
          <p:cNvSpPr/>
          <p:nvPr/>
        </p:nvSpPr>
        <p:spPr>
          <a:xfrm>
            <a:off x="6682740" y="35800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="" xmlns:a16="http://schemas.microsoft.com/office/drawing/2014/main" id="{883CA17F-8733-4D85-B3D0-34553C1725C2}"/>
              </a:ext>
            </a:extLst>
          </p:cNvPr>
          <p:cNvSpPr/>
          <p:nvPr/>
        </p:nvSpPr>
        <p:spPr>
          <a:xfrm>
            <a:off x="5737243" y="5151186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6" name="Téglalap 175">
            <a:extLst>
              <a:ext uri="{FF2B5EF4-FFF2-40B4-BE49-F238E27FC236}">
                <a16:creationId xmlns="" xmlns:a16="http://schemas.microsoft.com/office/drawing/2014/main" id="{7BF82B33-549C-4BBE-9F26-0F76259561AB}"/>
              </a:ext>
            </a:extLst>
          </p:cNvPr>
          <p:cNvSpPr/>
          <p:nvPr/>
        </p:nvSpPr>
        <p:spPr>
          <a:xfrm>
            <a:off x="6486208" y="3272640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7" name="Téglalap 176">
            <a:extLst>
              <a:ext uri="{FF2B5EF4-FFF2-40B4-BE49-F238E27FC236}">
                <a16:creationId xmlns="" xmlns:a16="http://schemas.microsoft.com/office/drawing/2014/main" id="{AEE900E0-1212-43B3-AE0E-15797D1985E4}"/>
              </a:ext>
            </a:extLst>
          </p:cNvPr>
          <p:cNvSpPr/>
          <p:nvPr/>
        </p:nvSpPr>
        <p:spPr>
          <a:xfrm>
            <a:off x="5069460" y="3558825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8" name="Téglalap 177">
            <a:extLst>
              <a:ext uri="{FF2B5EF4-FFF2-40B4-BE49-F238E27FC236}">
                <a16:creationId xmlns="" xmlns:a16="http://schemas.microsoft.com/office/drawing/2014/main" id="{A22A558B-070D-4872-973E-82B6B1BC9083}"/>
              </a:ext>
            </a:extLst>
          </p:cNvPr>
          <p:cNvSpPr/>
          <p:nvPr/>
        </p:nvSpPr>
        <p:spPr>
          <a:xfrm>
            <a:off x="4900598" y="4503965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9" name="Egyenes összekötő 178">
            <a:extLst>
              <a:ext uri="{FF2B5EF4-FFF2-40B4-BE49-F238E27FC236}">
                <a16:creationId xmlns="" xmlns:a16="http://schemas.microsoft.com/office/drawing/2014/main" id="{9F5FA107-CA7D-4F08-8223-F75D3B1A9D90}"/>
              </a:ext>
            </a:extLst>
          </p:cNvPr>
          <p:cNvCxnSpPr>
            <a:cxnSpLocks/>
          </p:cNvCxnSpPr>
          <p:nvPr/>
        </p:nvCxnSpPr>
        <p:spPr>
          <a:xfrm>
            <a:off x="4884819" y="4721725"/>
            <a:ext cx="645016" cy="44001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gyenes összekötő 179">
            <a:extLst>
              <a:ext uri="{FF2B5EF4-FFF2-40B4-BE49-F238E27FC236}">
                <a16:creationId xmlns="" xmlns:a16="http://schemas.microsoft.com/office/drawing/2014/main" id="{A6A99C2D-1EE6-4558-8991-DE05C6E91215}"/>
              </a:ext>
            </a:extLst>
          </p:cNvPr>
          <p:cNvCxnSpPr>
            <a:cxnSpLocks/>
          </p:cNvCxnSpPr>
          <p:nvPr/>
        </p:nvCxnSpPr>
        <p:spPr>
          <a:xfrm flipH="1">
            <a:off x="6181158" y="4642405"/>
            <a:ext cx="587942" cy="50043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églalap 180">
            <a:extLst>
              <a:ext uri="{FF2B5EF4-FFF2-40B4-BE49-F238E27FC236}">
                <a16:creationId xmlns="" xmlns:a16="http://schemas.microsoft.com/office/drawing/2014/main" id="{38395831-1C85-43BB-8FF7-28286A3F24A9}"/>
              </a:ext>
            </a:extLst>
          </p:cNvPr>
          <p:cNvSpPr/>
          <p:nvPr/>
        </p:nvSpPr>
        <p:spPr>
          <a:xfrm>
            <a:off x="6575743" y="4476316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2" name="Téglalap 181">
            <a:extLst>
              <a:ext uri="{FF2B5EF4-FFF2-40B4-BE49-F238E27FC236}">
                <a16:creationId xmlns="" xmlns:a16="http://schemas.microsoft.com/office/drawing/2014/main" id="{F5509838-8DB6-4666-9382-6DA31303EDA2}"/>
              </a:ext>
            </a:extLst>
          </p:cNvPr>
          <p:cNvSpPr/>
          <p:nvPr/>
        </p:nvSpPr>
        <p:spPr>
          <a:xfrm>
            <a:off x="5159067" y="4551327"/>
            <a:ext cx="45720" cy="457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3" name="Téglalap 182">
            <a:extLst>
              <a:ext uri="{FF2B5EF4-FFF2-40B4-BE49-F238E27FC236}">
                <a16:creationId xmlns="" xmlns:a16="http://schemas.microsoft.com/office/drawing/2014/main" id="{D57E22BA-0CD9-42B5-B40A-C44FE2F7A455}"/>
              </a:ext>
            </a:extLst>
          </p:cNvPr>
          <p:cNvSpPr/>
          <p:nvPr/>
        </p:nvSpPr>
        <p:spPr>
          <a:xfrm>
            <a:off x="6155571" y="4135204"/>
            <a:ext cx="45720" cy="45720"/>
          </a:xfrm>
          <a:prstGeom prst="rect">
            <a:avLst/>
          </a:prstGeom>
          <a:solidFill>
            <a:srgbClr val="DD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="" xmlns:a16="http://schemas.microsoft.com/office/drawing/2014/main" id="{A344F8EF-37FC-4D1C-81D5-628127277802}"/>
              </a:ext>
            </a:extLst>
          </p:cNvPr>
          <p:cNvCxnSpPr>
            <a:cxnSpLocks/>
          </p:cNvCxnSpPr>
          <p:nvPr/>
        </p:nvCxnSpPr>
        <p:spPr>
          <a:xfrm>
            <a:off x="4425950" y="4457700"/>
            <a:ext cx="665718" cy="41129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="" xmlns:a16="http://schemas.microsoft.com/office/drawing/2014/main" id="{69FB6E0D-39E9-4DD9-BF31-B96EC7785A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00802" y="4349749"/>
            <a:ext cx="625499" cy="43543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="" xmlns:a16="http://schemas.microsoft.com/office/drawing/2014/main" id="{CDF9DE42-61EA-4F74-B6E1-1CA51A6C5E1A}"/>
              </a:ext>
            </a:extLst>
          </p:cNvPr>
          <p:cNvCxnSpPr>
            <a:cxnSpLocks/>
          </p:cNvCxnSpPr>
          <p:nvPr/>
        </p:nvCxnSpPr>
        <p:spPr>
          <a:xfrm>
            <a:off x="4438650" y="4454525"/>
            <a:ext cx="688602" cy="23597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gyenes összekötő 196">
            <a:extLst>
              <a:ext uri="{FF2B5EF4-FFF2-40B4-BE49-F238E27FC236}">
                <a16:creationId xmlns="" xmlns:a16="http://schemas.microsoft.com/office/drawing/2014/main" id="{21463AC1-91CE-4BE4-8472-41049D4D94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29788" y="4333874"/>
            <a:ext cx="715562" cy="30436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="" xmlns:a16="http://schemas.microsoft.com/office/drawing/2014/main" id="{AF8005F6-5D30-4E84-BFF5-7A5876D65781}"/>
              </a:ext>
            </a:extLst>
          </p:cNvPr>
          <p:cNvCxnSpPr>
            <a:cxnSpLocks/>
          </p:cNvCxnSpPr>
          <p:nvPr/>
        </p:nvCxnSpPr>
        <p:spPr>
          <a:xfrm>
            <a:off x="4518025" y="4121993"/>
            <a:ext cx="379963" cy="4838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gyenes összekötő 197">
            <a:extLst>
              <a:ext uri="{FF2B5EF4-FFF2-40B4-BE49-F238E27FC236}">
                <a16:creationId xmlns="" xmlns:a16="http://schemas.microsoft.com/office/drawing/2014/main" id="{AEC20F41-3C87-4027-A876-582B9370AD5F}"/>
              </a:ext>
            </a:extLst>
          </p:cNvPr>
          <p:cNvCxnSpPr>
            <a:cxnSpLocks/>
          </p:cNvCxnSpPr>
          <p:nvPr/>
        </p:nvCxnSpPr>
        <p:spPr>
          <a:xfrm flipH="1">
            <a:off x="6839773" y="4013396"/>
            <a:ext cx="291066" cy="47623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Egyenes összekötő 198">
            <a:extLst>
              <a:ext uri="{FF2B5EF4-FFF2-40B4-BE49-F238E27FC236}">
                <a16:creationId xmlns="" xmlns:a16="http://schemas.microsoft.com/office/drawing/2014/main" id="{9850105C-725F-4BD9-A0EB-F93E6153BAB2}"/>
              </a:ext>
            </a:extLst>
          </p:cNvPr>
          <p:cNvCxnSpPr>
            <a:cxnSpLocks/>
          </p:cNvCxnSpPr>
          <p:nvPr/>
        </p:nvCxnSpPr>
        <p:spPr>
          <a:xfrm>
            <a:off x="4498979" y="4113435"/>
            <a:ext cx="471019" cy="15297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gyenes összekötő 199">
            <a:extLst>
              <a:ext uri="{FF2B5EF4-FFF2-40B4-BE49-F238E27FC236}">
                <a16:creationId xmlns="" xmlns:a16="http://schemas.microsoft.com/office/drawing/2014/main" id="{5CC78418-BB0E-4B75-8CD5-1463AF731F5F}"/>
              </a:ext>
            </a:extLst>
          </p:cNvPr>
          <p:cNvCxnSpPr>
            <a:cxnSpLocks/>
          </p:cNvCxnSpPr>
          <p:nvPr/>
        </p:nvCxnSpPr>
        <p:spPr>
          <a:xfrm flipH="1">
            <a:off x="6677067" y="4013200"/>
            <a:ext cx="469858" cy="11862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Egyenes összekötő 201">
            <a:extLst>
              <a:ext uri="{FF2B5EF4-FFF2-40B4-BE49-F238E27FC236}">
                <a16:creationId xmlns="" xmlns:a16="http://schemas.microsoft.com/office/drawing/2014/main" id="{FB826650-1251-4DC8-9384-192A3F669744}"/>
              </a:ext>
            </a:extLst>
          </p:cNvPr>
          <p:cNvCxnSpPr>
            <a:cxnSpLocks/>
          </p:cNvCxnSpPr>
          <p:nvPr/>
        </p:nvCxnSpPr>
        <p:spPr>
          <a:xfrm flipH="1">
            <a:off x="6920783" y="3409143"/>
            <a:ext cx="340487" cy="669395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Egyenes összekötő 202">
            <a:extLst>
              <a:ext uri="{FF2B5EF4-FFF2-40B4-BE49-F238E27FC236}">
                <a16:creationId xmlns="" xmlns:a16="http://schemas.microsoft.com/office/drawing/2014/main" id="{80F7695B-19E5-4E08-99DE-39C5C0129220}"/>
              </a:ext>
            </a:extLst>
          </p:cNvPr>
          <p:cNvCxnSpPr>
            <a:cxnSpLocks/>
          </p:cNvCxnSpPr>
          <p:nvPr/>
        </p:nvCxnSpPr>
        <p:spPr>
          <a:xfrm flipH="1">
            <a:off x="6758078" y="3424651"/>
            <a:ext cx="503192" cy="29608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gyenes összekötő 203">
            <a:extLst>
              <a:ext uri="{FF2B5EF4-FFF2-40B4-BE49-F238E27FC236}">
                <a16:creationId xmlns="" xmlns:a16="http://schemas.microsoft.com/office/drawing/2014/main" id="{BE0F77D7-83E6-4FA7-BF2F-5A7011E8F425}"/>
              </a:ext>
            </a:extLst>
          </p:cNvPr>
          <p:cNvCxnSpPr>
            <a:cxnSpLocks/>
          </p:cNvCxnSpPr>
          <p:nvPr/>
        </p:nvCxnSpPr>
        <p:spPr>
          <a:xfrm>
            <a:off x="4479455" y="3607993"/>
            <a:ext cx="328431" cy="62766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Egyenes összekötő 204">
            <a:extLst>
              <a:ext uri="{FF2B5EF4-FFF2-40B4-BE49-F238E27FC236}">
                <a16:creationId xmlns="" xmlns:a16="http://schemas.microsoft.com/office/drawing/2014/main" id="{1A4DD638-0FC5-473E-9FF8-7E10914CB4A8}"/>
              </a:ext>
            </a:extLst>
          </p:cNvPr>
          <p:cNvCxnSpPr>
            <a:cxnSpLocks/>
          </p:cNvCxnSpPr>
          <p:nvPr/>
        </p:nvCxnSpPr>
        <p:spPr>
          <a:xfrm flipH="1" flipV="1">
            <a:off x="4491264" y="3616519"/>
            <a:ext cx="495555" cy="218743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Egyenes összekötő 213">
            <a:extLst>
              <a:ext uri="{FF2B5EF4-FFF2-40B4-BE49-F238E27FC236}">
                <a16:creationId xmlns="" xmlns:a16="http://schemas.microsoft.com/office/drawing/2014/main" id="{57118F33-CEB0-4655-A1C2-86740D853604}"/>
              </a:ext>
            </a:extLst>
          </p:cNvPr>
          <p:cNvCxnSpPr>
            <a:cxnSpLocks/>
          </p:cNvCxnSpPr>
          <p:nvPr/>
        </p:nvCxnSpPr>
        <p:spPr>
          <a:xfrm flipH="1" flipV="1">
            <a:off x="4619625" y="3142248"/>
            <a:ext cx="243305" cy="63587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gyenes összekötő 214">
            <a:extLst>
              <a:ext uri="{FF2B5EF4-FFF2-40B4-BE49-F238E27FC236}">
                <a16:creationId xmlns="" xmlns:a16="http://schemas.microsoft.com/office/drawing/2014/main" id="{EE45BD84-A28E-4DFE-B75E-8C73E3650BD3}"/>
              </a:ext>
            </a:extLst>
          </p:cNvPr>
          <p:cNvCxnSpPr>
            <a:cxnSpLocks/>
          </p:cNvCxnSpPr>
          <p:nvPr/>
        </p:nvCxnSpPr>
        <p:spPr>
          <a:xfrm flipV="1">
            <a:off x="6878578" y="3030460"/>
            <a:ext cx="193735" cy="61306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Egyenes összekötő 218">
            <a:extLst>
              <a:ext uri="{FF2B5EF4-FFF2-40B4-BE49-F238E27FC236}">
                <a16:creationId xmlns="" xmlns:a16="http://schemas.microsoft.com/office/drawing/2014/main" id="{38497D13-A339-4167-823D-D8DAF3DD4594}"/>
              </a:ext>
            </a:extLst>
          </p:cNvPr>
          <p:cNvCxnSpPr>
            <a:cxnSpLocks/>
          </p:cNvCxnSpPr>
          <p:nvPr/>
        </p:nvCxnSpPr>
        <p:spPr>
          <a:xfrm flipV="1">
            <a:off x="6677067" y="3021906"/>
            <a:ext cx="392583" cy="14678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gyenes összekötő 219">
            <a:extLst>
              <a:ext uri="{FF2B5EF4-FFF2-40B4-BE49-F238E27FC236}">
                <a16:creationId xmlns="" xmlns:a16="http://schemas.microsoft.com/office/drawing/2014/main" id="{7D8F9153-CD22-4867-9DF4-7C2949AAD1B6}"/>
              </a:ext>
            </a:extLst>
          </p:cNvPr>
          <p:cNvCxnSpPr>
            <a:cxnSpLocks/>
          </p:cNvCxnSpPr>
          <p:nvPr/>
        </p:nvCxnSpPr>
        <p:spPr>
          <a:xfrm flipH="1" flipV="1">
            <a:off x="4604366" y="3148644"/>
            <a:ext cx="375152" cy="185747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gyenes összekötő 220">
            <a:extLst>
              <a:ext uri="{FF2B5EF4-FFF2-40B4-BE49-F238E27FC236}">
                <a16:creationId xmlns="" xmlns:a16="http://schemas.microsoft.com/office/drawing/2014/main" id="{AD8D9FB3-AEF4-4054-A738-34B519BFE360}"/>
              </a:ext>
            </a:extLst>
          </p:cNvPr>
          <p:cNvCxnSpPr>
            <a:cxnSpLocks/>
          </p:cNvCxnSpPr>
          <p:nvPr/>
        </p:nvCxnSpPr>
        <p:spPr>
          <a:xfrm flipV="1">
            <a:off x="4882151" y="2469107"/>
            <a:ext cx="215486" cy="83508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Egyenes összekötő 221">
            <a:extLst>
              <a:ext uri="{FF2B5EF4-FFF2-40B4-BE49-F238E27FC236}">
                <a16:creationId xmlns="" xmlns:a16="http://schemas.microsoft.com/office/drawing/2014/main" id="{A586FEA7-B74B-490F-AC6C-34115C547202}"/>
              </a:ext>
            </a:extLst>
          </p:cNvPr>
          <p:cNvCxnSpPr>
            <a:cxnSpLocks/>
          </p:cNvCxnSpPr>
          <p:nvPr/>
        </p:nvCxnSpPr>
        <p:spPr>
          <a:xfrm flipH="1" flipV="1">
            <a:off x="6553662" y="2478477"/>
            <a:ext cx="227543" cy="66699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gyenes összekötő 223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flipV="1">
            <a:off x="6222499" y="2479570"/>
            <a:ext cx="347965" cy="3267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Egyenes összekötő 224">
            <a:extLst>
              <a:ext uri="{FF2B5EF4-FFF2-40B4-BE49-F238E27FC236}">
                <a16:creationId xmlns="" xmlns:a16="http://schemas.microsoft.com/office/drawing/2014/main" id="{BF27880E-FEEA-4665-BD66-0BDB022221FD}"/>
              </a:ext>
            </a:extLst>
          </p:cNvPr>
          <p:cNvCxnSpPr>
            <a:cxnSpLocks/>
          </p:cNvCxnSpPr>
          <p:nvPr/>
        </p:nvCxnSpPr>
        <p:spPr>
          <a:xfrm flipH="1" flipV="1">
            <a:off x="5094748" y="2473259"/>
            <a:ext cx="251086" cy="34692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Egyenes összekötő 164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83226" y="2054224"/>
            <a:ext cx="1066800" cy="45085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gyenes összekötő 207">
            <a:extLst>
              <a:ext uri="{FF2B5EF4-FFF2-40B4-BE49-F238E27FC236}">
                <a16:creationId xmlns="" xmlns:a16="http://schemas.microsoft.com/office/drawing/2014/main" id="{59F55B79-99DB-4FF1-9EB2-8036B72D1E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38727" y="2054226"/>
            <a:ext cx="1060451" cy="444501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Csoportba foglalás 168"/>
          <p:cNvGrpSpPr/>
          <p:nvPr/>
        </p:nvGrpSpPr>
        <p:grpSpPr>
          <a:xfrm>
            <a:off x="4423610" y="1746252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185" name="Ellipszis 184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6" name="Ellipszis 185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7" name="Ellipszis 18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8" name="Ellipszis 187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9" name="Ellipszis 188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0" name="Ellipszis 189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1" name="Ellipszis 190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92" name="Ellipszis 1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6" name="Ellipszis 205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7" name="Ellipszis 206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0" name="Ellipszis 209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1" name="Ellipszis 210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7" name="Ellipszis 216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8" name="Ellipszis 217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0" name="Ellipszis 22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2" name="Ellipszis 231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3" name="Ellipszis 232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5" name="Ellipszis 234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6" name="Ellipszis 235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7" name="Ellipszis 236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8" name="Ellipszis 237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9" name="Ellipszis 23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0" name="Ellipszis 23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1" name="Ellipszis 240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2" name="Ellipszis 241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3" name="Ellipszis 242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4" name="Ellipszis 243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5" name="Ellipszis 244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6" name="Ellipszis 245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7" name="Ellipszis 246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8" name="Ellipszis 247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9" name="Ellipszis 248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50" name="Ellipszis 249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251" name="Egyenes összekötő 250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Egyenes összekötő 251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Egyenes összekötő 252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Egyenes összekötő 253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Egyenes összekötő 254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Egyenes összekötő 255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gyenes összekötő 256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Egyenes összekötő 257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Egyenes összekötő 258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Egyenes összekötő 259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Egyenes összekötő 260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Egyenes összekötő 261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gyenes összekötő 262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Egyenes összekötő 263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Egyenes összekötő 264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Egyenes összekötő 265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Egyenes összekötő 278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Egyenes összekötő 279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Egyenes összekötő 280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Egyenes összekötő 281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Egyenes összekötő 282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Egyenes összekötő 28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Ellipszis 284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4565650" y="2679700"/>
            <a:ext cx="2501900" cy="25717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42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7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8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88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8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73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259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23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88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89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9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209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2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1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4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2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5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8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15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688896" y="3186430"/>
            <a:ext cx="2284618" cy="21018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842510" y="3509416"/>
            <a:ext cx="1946910" cy="179115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941570" y="3684371"/>
            <a:ext cx="1748790" cy="160888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017770" y="3852316"/>
            <a:ext cx="1565910" cy="144063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063490" y="4006240"/>
            <a:ext cx="1413510" cy="130043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200650" y="4291838"/>
            <a:ext cx="1123950" cy="103403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307330" y="4429912"/>
            <a:ext cx="956310" cy="87980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391150" y="4583226"/>
            <a:ext cx="788670" cy="72557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520690" y="4854193"/>
            <a:ext cx="514350" cy="47320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895542" y="3151152"/>
            <a:ext cx="1754496" cy="1850492"/>
            <a:chOff x="2352367" y="2084352"/>
            <a:chExt cx="1754496" cy="1850492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52367" y="30336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787467" y="30654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72290" y="354402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87458" y="22439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4860" y="2701575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85998" y="364671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61143" y="361906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44467" y="36940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40971" y="327795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17492" y="21192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9067" y="2084352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5634990" y="5028539"/>
            <a:ext cx="300990" cy="2769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07449" y="3720270"/>
            <a:ext cx="1752114" cy="1538548"/>
            <a:chOff x="2349986" y="2396296"/>
            <a:chExt cx="1752114" cy="1538548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49986" y="3326571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18423" y="327497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46096" y="37154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56502" y="2722571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50097" y="300399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93141" y="3813403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56380" y="380718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5899" y="38774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26684" y="3570847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9867" y="261219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17642" y="239629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36024" y="4237001"/>
            <a:ext cx="1723539" cy="1025009"/>
            <a:chOff x="2378561" y="2913027"/>
            <a:chExt cx="1723539" cy="1025009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78561" y="366708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58904" y="35726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46096" y="37154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5" name="Téglalap 174">
              <a:extLst>
                <a:ext uri="{FF2B5EF4-FFF2-40B4-BE49-F238E27FC236}">
                  <a16:creationId xmlns="" xmlns:a16="http://schemas.microsoft.com/office/drawing/2014/main" id="{883CA17F-8733-4D85-B3D0-34553C1725C2}"/>
                </a:ext>
              </a:extLst>
            </p:cNvPr>
            <p:cNvSpPr/>
            <p:nvPr/>
          </p:nvSpPr>
          <p:spPr>
            <a:xfrm>
              <a:off x="3194068" y="388912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720783" y="3136909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62003" y="337546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8" name="Téglalap 177">
              <a:extLst>
                <a:ext uri="{FF2B5EF4-FFF2-40B4-BE49-F238E27FC236}">
                  <a16:creationId xmlns="" xmlns:a16="http://schemas.microsoft.com/office/drawing/2014/main" id="{A22A558B-070D-4872-973E-82B6B1BC9083}"/>
                </a:ext>
              </a:extLst>
            </p:cNvPr>
            <p:cNvSpPr/>
            <p:nvPr/>
          </p:nvSpPr>
          <p:spPr>
            <a:xfrm>
              <a:off x="2397903" y="388484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1" name="Téglalap 180">
              <a:extLst>
                <a:ext uri="{FF2B5EF4-FFF2-40B4-BE49-F238E27FC236}">
                  <a16:creationId xmlns="" xmlns:a16="http://schemas.microsoft.com/office/drawing/2014/main" id="{38395831-1C85-43BB-8FF7-28286A3F24A9}"/>
                </a:ext>
              </a:extLst>
            </p:cNvPr>
            <p:cNvSpPr/>
            <p:nvPr/>
          </p:nvSpPr>
          <p:spPr>
            <a:xfrm>
              <a:off x="4056380" y="380718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2" name="Téglalap 181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665899" y="3877433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19540" y="389231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55592" y="3228940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53361" y="2913027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15872" y="3863819"/>
            <a:ext cx="121410" cy="545565"/>
            <a:chOff x="10878692" y="4092956"/>
            <a:chExt cx="146962" cy="720630"/>
          </a:xfrm>
        </p:grpSpPr>
        <p:cxnSp>
          <p:nvCxnSpPr>
            <p:cNvPr id="110" name="Egyenes összekötő 10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14" name="Egyenes összekötő 11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3" name="Egyenes összekötő 112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Egyenes összekötő 111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72289" y="3394714"/>
                <a:ext cx="77626" cy="13006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82364" y="3849661"/>
            <a:ext cx="121410" cy="545565"/>
            <a:chOff x="10878692" y="4092956"/>
            <a:chExt cx="146962" cy="720630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381660"/>
              <a:chOff x="5352922" y="3149862"/>
              <a:chExt cx="119682" cy="381660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81251" y="3401607"/>
                <a:ext cx="66575" cy="12640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4947930" y="4639432"/>
            <a:ext cx="1572896" cy="622578"/>
            <a:chOff x="2390467" y="3315458"/>
            <a:chExt cx="1572896" cy="622578"/>
          </a:xfrm>
        </p:grpSpPr>
        <p:sp>
          <p:nvSpPr>
            <p:cNvPr id="227" name="Téglalap 226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390467" y="3848064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7479" y="377265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9" name="Téglalap 228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3777190" y="3864695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4" name="Téglalap 183">
              <a:extLst>
                <a:ext uri="{FF2B5EF4-FFF2-40B4-BE49-F238E27FC236}">
                  <a16:creationId xmlns="" xmlns:a16="http://schemas.microsoft.com/office/drawing/2014/main" id="{42645744-D645-4BAA-A1BF-365D528721FF}"/>
                </a:ext>
              </a:extLst>
            </p:cNvPr>
            <p:cNvSpPr/>
            <p:nvPr/>
          </p:nvSpPr>
          <p:spPr>
            <a:xfrm>
              <a:off x="2660384" y="3829770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637439" y="3546484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38191" y="371122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3" name="Téglalap 182">
              <a:extLst>
                <a:ext uri="{FF2B5EF4-FFF2-40B4-BE49-F238E27FC236}">
                  <a16:creationId xmlns="" xmlns:a16="http://schemas.microsoft.com/office/drawing/2014/main" id="{D57E22BA-0CD9-42B5-B40A-C44FE2F7A455}"/>
                </a:ext>
              </a:extLst>
            </p:cNvPr>
            <p:cNvSpPr/>
            <p:nvPr/>
          </p:nvSpPr>
          <p:spPr>
            <a:xfrm>
              <a:off x="3619540" y="3892316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96073" y="3507546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17643" y="3315458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73531" y="3846735"/>
            <a:ext cx="121410" cy="575221"/>
            <a:chOff x="10878692" y="4092956"/>
            <a:chExt cx="146962" cy="759804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420834"/>
              <a:chOff x="5352922" y="3149862"/>
              <a:chExt cx="119682" cy="420834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4508" y="3502495"/>
                <a:ext cx="87167" cy="49236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19405082">
            <a:off x="5821181" y="3841974"/>
            <a:ext cx="121410" cy="575221"/>
            <a:chOff x="10878692" y="4092956"/>
            <a:chExt cx="146962" cy="759804"/>
          </a:xfrm>
        </p:grpSpPr>
        <p:cxnSp>
          <p:nvCxnSpPr>
            <p:cNvPr id="262" name="Egyenes összekötő 261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3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78692" y="4431926"/>
              <a:ext cx="119682" cy="420834"/>
              <a:chOff x="5352922" y="3149862"/>
              <a:chExt cx="119682" cy="420834"/>
            </a:xfrm>
          </p:grpSpPr>
          <p:cxnSp>
            <p:nvCxnSpPr>
              <p:cNvPr id="264" name="Egyenes összekötő 263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5" name="Egyenes összekötő 264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 flipV="1">
                <a:off x="5352922" y="3456292"/>
                <a:ext cx="109157" cy="7523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6" name="Egyenes összekötő 265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4508" y="3502495"/>
                <a:ext cx="87167" cy="49236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3" name="Csoportba foglalás 422"/>
          <p:cNvGrpSpPr/>
          <p:nvPr/>
        </p:nvGrpSpPr>
        <p:grpSpPr>
          <a:xfrm>
            <a:off x="5105179" y="5087107"/>
            <a:ext cx="1401359" cy="171928"/>
            <a:chOff x="2545335" y="3646451"/>
            <a:chExt cx="1401359" cy="171928"/>
          </a:xfrm>
        </p:grpSpPr>
        <p:sp>
          <p:nvSpPr>
            <p:cNvPr id="228" name="Téglalap 227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887479" y="377265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6" name="Téglalap 175">
              <a:extLst>
                <a:ext uri="{FF2B5EF4-FFF2-40B4-BE49-F238E27FC236}">
                  <a16:creationId xmlns="" xmlns:a16="http://schemas.microsoft.com/office/drawing/2014/main" id="{7BF82B33-549C-4BBE-9F26-0F76259561AB}"/>
                </a:ext>
              </a:extLst>
            </p:cNvPr>
            <p:cNvSpPr/>
            <p:nvPr/>
          </p:nvSpPr>
          <p:spPr>
            <a:xfrm>
              <a:off x="3620771" y="3694122"/>
              <a:ext cx="45720" cy="45720"/>
            </a:xfrm>
            <a:prstGeom prst="rect">
              <a:avLst/>
            </a:prstGeom>
            <a:solidFill>
              <a:srgbClr val="DDB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7" name="Téglalap 176">
              <a:extLst>
                <a:ext uri="{FF2B5EF4-FFF2-40B4-BE49-F238E27FC236}">
                  <a16:creationId xmlns="" xmlns:a16="http://schemas.microsoft.com/office/drawing/2014/main" id="{AEE900E0-1212-43B3-AE0E-15797D1985E4}"/>
                </a:ext>
              </a:extLst>
            </p:cNvPr>
            <p:cNvSpPr/>
            <p:nvPr/>
          </p:nvSpPr>
          <p:spPr>
            <a:xfrm>
              <a:off x="2545335" y="3735039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Téglalap 222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2793692" y="3705190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6" name="Téglalap 225">
              <a:extLst>
                <a:ext uri="{FF2B5EF4-FFF2-40B4-BE49-F238E27FC236}">
                  <a16:creationId xmlns="" xmlns:a16="http://schemas.microsoft.com/office/drawing/2014/main" id="{F5509838-8DB6-4666-9382-6DA31303EDA2}"/>
                </a:ext>
              </a:extLst>
            </p:cNvPr>
            <p:cNvSpPr/>
            <p:nvPr/>
          </p:nvSpPr>
          <p:spPr>
            <a:xfrm>
              <a:off x="3900974" y="3646451"/>
              <a:ext cx="45720" cy="4572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6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2194918" flipH="1">
            <a:off x="5562593" y="3841584"/>
            <a:ext cx="116774" cy="613397"/>
            <a:chOff x="10884304" y="4092956"/>
            <a:chExt cx="141350" cy="810229"/>
          </a:xfrm>
        </p:grpSpPr>
        <p:cxnSp>
          <p:nvCxnSpPr>
            <p:cNvPr id="168" name="Egyenes összekötő 167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84304" y="4431926"/>
              <a:ext cx="114070" cy="471259"/>
              <a:chOff x="5358534" y="3149862"/>
              <a:chExt cx="114070" cy="471259"/>
            </a:xfrm>
          </p:grpSpPr>
          <p:cxnSp>
            <p:nvCxnSpPr>
              <p:cNvPr id="170" name="Egyenes összekötő 169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1" name="Egyenes összekötő 170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12994918" flipH="1">
                <a:off x="5358534" y="3510763"/>
                <a:ext cx="77884" cy="4232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2" name="Egyenes összekötő 171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57037" y="3571135"/>
                <a:ext cx="65149" cy="3482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139">
            <a:extLst>
              <a:ext uri="{FF2B5EF4-FFF2-40B4-BE49-F238E27FC236}">
                <a16:creationId xmlns="" xmlns:a16="http://schemas.microsoft.com/office/drawing/2014/main" id="{900C1834-A52C-4FEE-912E-5B3AA2E18720}"/>
              </a:ext>
            </a:extLst>
          </p:cNvPr>
          <p:cNvGrpSpPr/>
          <p:nvPr/>
        </p:nvGrpSpPr>
        <p:grpSpPr>
          <a:xfrm rot="19405082">
            <a:off x="5836437" y="3839202"/>
            <a:ext cx="116774" cy="613397"/>
            <a:chOff x="10884304" y="4092956"/>
            <a:chExt cx="141350" cy="810229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EFBA5F06-112B-4474-B389-DC011A445F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="" xmlns:a16="http://schemas.microsoft.com/office/drawing/2014/main" id="{600307B0-9198-4465-9930-0F1581AF45C1}"/>
                </a:ext>
              </a:extLst>
            </p:cNvPr>
            <p:cNvGrpSpPr/>
            <p:nvPr/>
          </p:nvGrpSpPr>
          <p:grpSpPr>
            <a:xfrm>
              <a:off x="10884304" y="4431926"/>
              <a:ext cx="114070" cy="471259"/>
              <a:chOff x="5358534" y="3149862"/>
              <a:chExt cx="114070" cy="471259"/>
            </a:xfrm>
          </p:grpSpPr>
          <p:cxnSp>
            <p:nvCxnSpPr>
              <p:cNvPr id="231" name="Egyenes összekötő 230">
                <a:extLst>
                  <a:ext uri="{FF2B5EF4-FFF2-40B4-BE49-F238E27FC236}">
                    <a16:creationId xmlns="" xmlns:a16="http://schemas.microsoft.com/office/drawing/2014/main" id="{7E6A21D4-6068-4E50-9985-B85ADF251534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4" name="Egyenes összekötő 233">
                <a:extLst>
                  <a:ext uri="{FF2B5EF4-FFF2-40B4-BE49-F238E27FC236}">
                    <a16:creationId xmlns="" xmlns:a16="http://schemas.microsoft.com/office/drawing/2014/main" id="{ED304E24-BB4A-4397-AD84-3CBE3353319A}"/>
                  </a:ext>
                </a:extLst>
              </p:cNvPr>
              <p:cNvCxnSpPr>
                <a:cxnSpLocks/>
              </p:cNvCxnSpPr>
              <p:nvPr/>
            </p:nvCxnSpPr>
            <p:spPr>
              <a:xfrm rot="12994918" flipH="1">
                <a:off x="5358534" y="3510763"/>
                <a:ext cx="77884" cy="4232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="" xmlns:a16="http://schemas.microsoft.com/office/drawing/2014/main" id="{B2A0DED7-11CB-4CFE-A6FD-3FEFCD5021AC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57037" y="3571135"/>
                <a:ext cx="65149" cy="34824"/>
              </a:xfrm>
              <a:prstGeom prst="line">
                <a:avLst/>
              </a:prstGeom>
              <a:ln w="76200">
                <a:solidFill>
                  <a:srgbClr val="F3A671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6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7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1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2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3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6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7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5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841678" y="3824242"/>
            <a:ext cx="112843" cy="595153"/>
            <a:chOff x="10889059" y="4092956"/>
            <a:chExt cx="136595" cy="786130"/>
          </a:xfrm>
        </p:grpSpPr>
        <p:cxnSp>
          <p:nvCxnSpPr>
            <p:cNvPr id="212" name="Egyenes összekötő 211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3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216" name="Egyenes összekötő 215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Csoportba foglalás 139">
            <a:extLst>
              <a:ext uri="{FF2B5EF4-FFF2-40B4-BE49-F238E27FC236}">
                <a16:creationId xmlns="" xmlns:a16="http://schemas.microsoft.com/office/drawing/2014/main" id="{C8738E6E-D503-44C7-9158-5AA355C1F95F}"/>
              </a:ext>
            </a:extLst>
          </p:cNvPr>
          <p:cNvGrpSpPr/>
          <p:nvPr/>
        </p:nvGrpSpPr>
        <p:grpSpPr>
          <a:xfrm rot="2194918" flipH="1">
            <a:off x="5574438" y="3831292"/>
            <a:ext cx="112843" cy="595153"/>
            <a:chOff x="10889059" y="4092956"/>
            <a:chExt cx="136595" cy="786130"/>
          </a:xfrm>
        </p:grpSpPr>
        <p:cxnSp>
          <p:nvCxnSpPr>
            <p:cNvPr id="231" name="Egyenes összekötő 230">
              <a:extLst>
                <a:ext uri="{FF2B5EF4-FFF2-40B4-BE49-F238E27FC236}">
                  <a16:creationId xmlns="" xmlns:a16="http://schemas.microsoft.com/office/drawing/2014/main" id="{5B8A0433-6964-4D1A-B27D-EB59DCF16E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4" name="Csoportba foglalás 107">
              <a:extLst>
                <a:ext uri="{FF2B5EF4-FFF2-40B4-BE49-F238E27FC236}">
                  <a16:creationId xmlns="" xmlns:a16="http://schemas.microsoft.com/office/drawing/2014/main" id="{14C45059-60B7-4F25-9DB2-262E05CFE379}"/>
                </a:ext>
              </a:extLst>
            </p:cNvPr>
            <p:cNvGrpSpPr/>
            <p:nvPr/>
          </p:nvGrpSpPr>
          <p:grpSpPr>
            <a:xfrm>
              <a:off x="10889059" y="4431926"/>
              <a:ext cx="109315" cy="447160"/>
              <a:chOff x="5363289" y="3149862"/>
              <a:chExt cx="109315" cy="447160"/>
            </a:xfrm>
          </p:grpSpPr>
          <p:cxnSp>
            <p:nvCxnSpPr>
              <p:cNvPr id="237" name="Egyenes összekötő 236">
                <a:extLst>
                  <a:ext uri="{FF2B5EF4-FFF2-40B4-BE49-F238E27FC236}">
                    <a16:creationId xmlns="" xmlns:a16="http://schemas.microsoft.com/office/drawing/2014/main" id="{E71C3077-A18D-4491-BA0B-B32D842122EA}"/>
                  </a:ext>
                </a:extLst>
              </p:cNvPr>
              <p:cNvCxnSpPr>
                <a:cxnSpLocks/>
              </p:cNvCxnSpPr>
              <p:nvPr/>
            </p:nvCxnSpPr>
            <p:spPr>
              <a:xfrm rot="2194918">
                <a:off x="5363289" y="3435973"/>
                <a:ext cx="12617" cy="1610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65597038-E2CD-47CB-949B-37D10E2A947F}"/>
                  </a:ext>
                </a:extLst>
              </p:cNvPr>
              <p:cNvCxnSpPr>
                <a:cxnSpLocks/>
              </p:cNvCxnSpPr>
              <p:nvPr/>
            </p:nvCxnSpPr>
            <p:spPr>
              <a:xfrm rot="18034918" flipH="1">
                <a:off x="5344192" y="3513216"/>
                <a:ext cx="47552" cy="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52EF16AD-1862-4569-9695-B2ABB7E7F94F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1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5022" y="3882503"/>
            <a:ext cx="227341" cy="59149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3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35022" y="3882503"/>
            <a:ext cx="227341" cy="59149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65757" y="3865110"/>
            <a:ext cx="227341" cy="590840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21392" y="3887008"/>
            <a:ext cx="227341" cy="545756"/>
            <a:chOff x="10750462" y="4092956"/>
            <a:chExt cx="275192" cy="781300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2330"/>
              <a:chOff x="5224692" y="3149862"/>
              <a:chExt cx="247912" cy="442330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295186" y="3534093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577627" y="3869034"/>
            <a:ext cx="227341" cy="551001"/>
            <a:chOff x="10750462" y="4092956"/>
            <a:chExt cx="275192" cy="78043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41463"/>
              <a:chOff x="5224692" y="3149862"/>
              <a:chExt cx="247912" cy="441463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>
                <a:off x="5300564" y="3533226"/>
                <a:ext cx="98979" cy="17220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02044" flipH="1">
            <a:off x="5600220" y="3878874"/>
            <a:ext cx="227341" cy="427407"/>
            <a:chOff x="10750462" y="4092956"/>
            <a:chExt cx="275192" cy="776087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37117"/>
              <a:chOff x="5224692" y="3149862"/>
              <a:chExt cx="247912" cy="437117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802044">
                <a:off x="5302397" y="3538217"/>
                <a:ext cx="97373" cy="15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2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197956">
            <a:off x="5688327" y="3878877"/>
            <a:ext cx="227341" cy="427407"/>
            <a:chOff x="10750462" y="4092956"/>
            <a:chExt cx="275192" cy="776087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37117"/>
              <a:chOff x="5224692" y="3149862"/>
              <a:chExt cx="247912" cy="437117"/>
            </a:xfrm>
          </p:grpSpPr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802044">
                <a:off x="5302397" y="3538217"/>
                <a:ext cx="97373" cy="15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28402" y="3871936"/>
            <a:ext cx="152138" cy="277842"/>
            <a:chOff x="10750462" y="4092956"/>
            <a:chExt cx="275192" cy="766858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27888"/>
              <a:chOff x="5224692" y="3149862"/>
              <a:chExt cx="247912" cy="427888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31218" y="3520024"/>
                <a:ext cx="72098" cy="49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22661" y="3862675"/>
            <a:ext cx="144175" cy="299492"/>
            <a:chOff x="10750462" y="4092956"/>
            <a:chExt cx="275192" cy="766858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750462" y="4431926"/>
              <a:ext cx="247912" cy="427888"/>
              <a:chOff x="5224692" y="3149862"/>
              <a:chExt cx="247912" cy="427888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3614067" flipH="1" flipV="1">
                <a:off x="5314710" y="3436918"/>
                <a:ext cx="50814" cy="23084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32023" y="3518084"/>
                <a:ext cx="52650" cy="743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900644">
                <a:off x="5265029" y="3260511"/>
                <a:ext cx="318224" cy="9692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12547" flipH="1">
            <a:off x="5605737" y="3812549"/>
            <a:ext cx="114294" cy="246063"/>
            <a:chOff x="10904700" y="4092956"/>
            <a:chExt cx="120954" cy="779755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4700" y="4382470"/>
              <a:ext cx="55808" cy="490241"/>
              <a:chOff x="5378930" y="3100406"/>
              <a:chExt cx="55808" cy="490241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16461" y="3420858"/>
                <a:ext cx="332258" cy="73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0988" y="3381619"/>
                <a:ext cx="67862" cy="2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84782" y="3249604"/>
                <a:ext cx="299153" cy="75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8394715">
            <a:off x="5798618" y="3817310"/>
            <a:ext cx="114294" cy="246063"/>
            <a:chOff x="10904700" y="4092956"/>
            <a:chExt cx="120954" cy="779755"/>
          </a:xfrm>
        </p:grpSpPr>
        <p:cxnSp>
          <p:nvCxnSpPr>
            <p:cNvPr id="242" name="Egyenes összekötő 241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5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4700" y="4382470"/>
              <a:ext cx="55808" cy="490241"/>
              <a:chOff x="5378930" y="3100406"/>
              <a:chExt cx="55808" cy="490241"/>
            </a:xfrm>
          </p:grpSpPr>
          <p:cxnSp>
            <p:nvCxnSpPr>
              <p:cNvPr id="257" name="Egyenes összekötő 25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16461" y="3420858"/>
                <a:ext cx="332258" cy="73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8" name="Egyenes összekötő 25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360988" y="3381619"/>
                <a:ext cx="67862" cy="21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9" name="Egyenes összekötő 258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84782" y="3249604"/>
                <a:ext cx="299153" cy="75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9317" y="3845755"/>
            <a:ext cx="87744" cy="172093"/>
            <a:chOff x="10889548" y="4092956"/>
            <a:chExt cx="136106" cy="916267"/>
          </a:xfrm>
        </p:grpSpPr>
        <p:cxnSp>
          <p:nvCxnSpPr>
            <p:cNvPr id="242" name="Egyenes összekötő 241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5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548" y="4377247"/>
              <a:ext cx="80126" cy="631976"/>
              <a:chOff x="5363778" y="3095183"/>
              <a:chExt cx="80126" cy="631976"/>
            </a:xfrm>
          </p:grpSpPr>
          <p:cxnSp>
            <p:nvCxnSpPr>
              <p:cNvPr id="259" name="Egyenes összekötő 258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12043" y="3220228"/>
                <a:ext cx="256906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8" name="Egyenes összekötő 25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365137" y="3342443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7" name="Egyenes összekötő 25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57465" y="3515653"/>
                <a:ext cx="417819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2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75525" y="3850518"/>
            <a:ext cx="87744" cy="172093"/>
            <a:chOff x="10889548" y="4092956"/>
            <a:chExt cx="136106" cy="916267"/>
          </a:xfrm>
        </p:grpSpPr>
        <p:cxnSp>
          <p:nvCxnSpPr>
            <p:cNvPr id="263" name="Egyenes összekötő 26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9548" y="4377247"/>
              <a:ext cx="80126" cy="631976"/>
              <a:chOff x="5363778" y="3095183"/>
              <a:chExt cx="80126" cy="631976"/>
            </a:xfrm>
          </p:grpSpPr>
          <p:cxnSp>
            <p:nvCxnSpPr>
              <p:cNvPr id="265" name="Egyenes összekötő 264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12043" y="3220228"/>
                <a:ext cx="256906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6" name="Egyenes összekötő 26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365137" y="3342443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8" name="Egyenes összekötő 26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57465" y="3515653"/>
                <a:ext cx="417819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12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7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1" name="Ellipszis 250"/>
          <p:cNvSpPr/>
          <p:nvPr/>
        </p:nvSpPr>
        <p:spPr>
          <a:xfrm>
            <a:off x="4409440" y="24901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4717415" y="2055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6851015" y="2302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561840" y="26425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7222490" y="2217101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685191">
            <a:off x="5744201" y="384932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80213" flipH="1">
            <a:off x="5656112" y="3835040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4828540" y="325977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36515" y="273335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2" name="Ellipszis 211"/>
          <p:cNvSpPr/>
          <p:nvPr/>
        </p:nvSpPr>
        <p:spPr>
          <a:xfrm>
            <a:off x="6424295" y="28895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6" name="Ellipszis 215"/>
          <p:cNvSpPr/>
          <p:nvPr/>
        </p:nvSpPr>
        <p:spPr>
          <a:xfrm>
            <a:off x="4706620" y="289401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Ellipszis 222"/>
          <p:cNvSpPr/>
          <p:nvPr/>
        </p:nvSpPr>
        <p:spPr>
          <a:xfrm>
            <a:off x="6772910" y="2986721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Ellipszis 225"/>
          <p:cNvSpPr/>
          <p:nvPr/>
        </p:nvSpPr>
        <p:spPr>
          <a:xfrm>
            <a:off x="3812540" y="17884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4120515" y="1353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>
            <a:off x="6838950" y="14646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3964940" y="19408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3947635" y="59437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6991350" y="1617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100035" y="60961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280213" flipH="1">
            <a:off x="5641771" y="3823998"/>
            <a:ext cx="57121" cy="175041"/>
            <a:chOff x="10937051" y="4092956"/>
            <a:chExt cx="88603" cy="931958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7051" y="4454969"/>
              <a:ext cx="69344" cy="569945"/>
              <a:chOff x="5411281" y="3172905"/>
              <a:chExt cx="69344" cy="569945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423879" y="3172905"/>
                <a:ext cx="56746" cy="11803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V="1">
                <a:off x="5437108" y="3306203"/>
                <a:ext cx="32759" cy="4391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204969" y="3531344"/>
                <a:ext cx="417818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6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9439">
            <a:off x="5691339" y="3849874"/>
            <a:ext cx="93595" cy="145191"/>
            <a:chOff x="10880476" y="4092956"/>
            <a:chExt cx="145178" cy="773031"/>
          </a:xfrm>
        </p:grpSpPr>
        <p:cxnSp>
          <p:nvCxnSpPr>
            <p:cNvPr id="223" name="Egyenes összekötő 22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880476" y="4454969"/>
              <a:ext cx="125919" cy="411018"/>
              <a:chOff x="5354706" y="3172905"/>
              <a:chExt cx="125919" cy="411018"/>
            </a:xfrm>
          </p:grpSpPr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423879" y="3172905"/>
                <a:ext cx="56746" cy="118039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1" name="Egyenes összekötő 230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V="1">
                <a:off x="5437108" y="3306203"/>
                <a:ext cx="32759" cy="43914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480213" flipH="1">
                <a:off x="5354706" y="3473589"/>
                <a:ext cx="123554" cy="1103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1" name="Ellipszis 250"/>
          <p:cNvSpPr/>
          <p:nvPr/>
        </p:nvSpPr>
        <p:spPr>
          <a:xfrm>
            <a:off x="5463540" y="378364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5539740" y="335248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6075045" y="333724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5662295" y="391636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5912485" y="3726496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4949190" y="2417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120515" y="1353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6572250" y="233330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4396740" y="2563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4481035" y="54230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6511290" y="28895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4823935" y="535320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474652" y="65033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5782627" y="60683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5627052" y="66557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3202940" y="48650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2374265" y="38014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2650490" y="50111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3062" y="3831602"/>
            <a:ext cx="65059" cy="212363"/>
            <a:chOff x="10935292" y="4089496"/>
            <a:chExt cx="87569" cy="1104006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6878" y="4262365"/>
              <a:ext cx="378851" cy="331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292" y="4411624"/>
              <a:ext cx="57985" cy="781878"/>
              <a:chOff x="5409522" y="3129560"/>
              <a:chExt cx="57985" cy="781878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040" y="3480286"/>
                <a:ext cx="101395" cy="11306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1891" y="3678573"/>
                <a:ext cx="430496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721346" y="3872678"/>
            <a:ext cx="80008" cy="198453"/>
            <a:chOff x="10935424" y="4090528"/>
            <a:chExt cx="88353" cy="110298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424" y="4411624"/>
              <a:ext cx="57853" cy="781890"/>
              <a:chOff x="5409654" y="3129560"/>
              <a:chExt cx="57853" cy="7818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104" y="3480285"/>
                <a:ext cx="101395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2021" y="3678583"/>
                <a:ext cx="430500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Ellipszis 276"/>
          <p:cNvSpPr/>
          <p:nvPr/>
        </p:nvSpPr>
        <p:spPr>
          <a:xfrm>
            <a:off x="5539740" y="37096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5913120" y="367537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5636895" y="3945731"/>
            <a:ext cx="106044" cy="10604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5163503" y="30267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6267450" y="27952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5115877" y="35871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5312885" y="41403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277928" y="346106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5331935" y="44578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709602" y="50873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5896927" y="5331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60969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693525" y="3885995"/>
            <a:ext cx="87407" cy="211611"/>
            <a:chOff x="10927253" y="4090528"/>
            <a:chExt cx="96524" cy="117611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7253" y="4417554"/>
              <a:ext cx="66088" cy="849090"/>
              <a:chOff x="5401483" y="3135490"/>
              <a:chExt cx="66088" cy="8490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4644394">
                <a:off x="5216640" y="3334400"/>
                <a:ext cx="449841" cy="5202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74054" y="359667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4644394">
                <a:off x="5263022" y="3814904"/>
                <a:ext cx="308137" cy="3121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954018" flipH="1">
            <a:off x="5615800" y="3862974"/>
            <a:ext cx="88598" cy="197922"/>
            <a:chOff x="10925939" y="4090526"/>
            <a:chExt cx="97830" cy="110004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5939" y="4495860"/>
              <a:ext cx="85979" cy="694706"/>
              <a:chOff x="5400169" y="3213796"/>
              <a:chExt cx="85979" cy="694706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2905" y="3213796"/>
                <a:ext cx="83243" cy="291548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2312" y="3629669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0169" y="3729131"/>
                <a:ext cx="52777" cy="17937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9" name="Ellipszis 258"/>
          <p:cNvSpPr/>
          <p:nvPr/>
        </p:nvSpPr>
        <p:spPr>
          <a:xfrm>
            <a:off x="5580539" y="3981450"/>
            <a:ext cx="136206" cy="1362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5220653" y="32553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6267450" y="27952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12652" y="32600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379528" y="34578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5084285" y="4746782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56143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865177" y="51539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6017577" y="43951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4518184" y="2683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2887027" y="12193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4792028" y="25623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4284822" y="27909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2665571" y="10360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2769552" y="16892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2548096" y="15059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2906077" y="332994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2684621" y="31465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2236152" y="36069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2014696" y="342360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2013109" y="2925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1791653" y="27417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>
            <a:off x="9317989" y="9185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>
            <a:off x="9200514" y="13884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5" name="Ellipszis 314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6" name="Ellipszis 315"/>
          <p:cNvSpPr/>
          <p:nvPr/>
        </p:nvSpPr>
        <p:spPr>
          <a:xfrm>
            <a:off x="9337039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7" name="Ellipszis 316"/>
          <p:cNvSpPr/>
          <p:nvPr/>
        </p:nvSpPr>
        <p:spPr>
          <a:xfrm>
            <a:off x="9115583" y="28457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8" name="Ellipszis 317"/>
          <p:cNvSpPr/>
          <p:nvPr/>
        </p:nvSpPr>
        <p:spPr>
          <a:xfrm>
            <a:off x="8667114" y="33061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9" name="Ellipszis 318"/>
          <p:cNvSpPr/>
          <p:nvPr/>
        </p:nvSpPr>
        <p:spPr>
          <a:xfrm>
            <a:off x="8445658" y="31227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0" name="Ellipszis 319"/>
          <p:cNvSpPr/>
          <p:nvPr/>
        </p:nvSpPr>
        <p:spPr>
          <a:xfrm>
            <a:off x="8444071" y="262429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1" name="Ellipszis 320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2" name="Ellipszis 321"/>
          <p:cNvSpPr/>
          <p:nvPr/>
        </p:nvSpPr>
        <p:spPr>
          <a:xfrm>
            <a:off x="9270364" y="548655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3" name="Ellipszis 322"/>
          <p:cNvSpPr/>
          <p:nvPr/>
        </p:nvSpPr>
        <p:spPr>
          <a:xfrm>
            <a:off x="9048908" y="53032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4" name="Ellipszis 323"/>
          <p:cNvSpPr/>
          <p:nvPr/>
        </p:nvSpPr>
        <p:spPr>
          <a:xfrm>
            <a:off x="8377396" y="50817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8" name="Ellipszis 327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9" name="Ellipszis 328"/>
          <p:cNvSpPr/>
          <p:nvPr/>
        </p:nvSpPr>
        <p:spPr>
          <a:xfrm>
            <a:off x="4661852" y="630491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0" name="Ellipszis 329"/>
          <p:cNvSpPr/>
          <p:nvPr/>
        </p:nvSpPr>
        <p:spPr>
          <a:xfrm>
            <a:off x="4440396" y="612155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3" name="Ellipszis 352"/>
          <p:cNvSpPr/>
          <p:nvPr/>
        </p:nvSpPr>
        <p:spPr>
          <a:xfrm>
            <a:off x="3991927" y="65819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4" name="Ellipszis 353"/>
          <p:cNvSpPr/>
          <p:nvPr/>
        </p:nvSpPr>
        <p:spPr>
          <a:xfrm>
            <a:off x="3770471" y="63985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6" name="Ellipszis 355"/>
          <p:cNvSpPr/>
          <p:nvPr/>
        </p:nvSpPr>
        <p:spPr>
          <a:xfrm>
            <a:off x="3768884" y="59001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7" name="Ellipszis 356"/>
          <p:cNvSpPr/>
          <p:nvPr/>
        </p:nvSpPr>
        <p:spPr>
          <a:xfrm>
            <a:off x="3547428" y="571674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193247" flipH="1">
            <a:off x="5613734" y="3873580"/>
            <a:ext cx="96779" cy="228647"/>
            <a:chOff x="10922541" y="4090526"/>
            <a:chExt cx="106864" cy="1270811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2541" y="4547075"/>
              <a:ext cx="106864" cy="814262"/>
              <a:chOff x="5396771" y="3265011"/>
              <a:chExt cx="106864" cy="814262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96771" y="3265011"/>
                <a:ext cx="106864" cy="43732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1300" y="3783154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5114" y="3899901"/>
                <a:ext cx="52777" cy="179372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4" name="Ellipszis 233"/>
          <p:cNvSpPr/>
          <p:nvPr/>
        </p:nvSpPr>
        <p:spPr>
          <a:xfrm>
            <a:off x="5499577" y="3948113"/>
            <a:ext cx="240980" cy="24098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5" name="Ellipszis 244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5239703" y="172259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8032114" y="15567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8514714" y="20170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5547677" y="572389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5202396" y="53024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085046" y="56175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12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414827" flipH="1">
            <a:off x="5670883" y="3909298"/>
            <a:ext cx="96779" cy="228647"/>
            <a:chOff x="10922541" y="4090526"/>
            <a:chExt cx="106864" cy="1270811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7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2541" y="4547075"/>
              <a:ext cx="106864" cy="814262"/>
              <a:chOff x="5396771" y="3265011"/>
              <a:chExt cx="106864" cy="814262"/>
            </a:xfrm>
          </p:grpSpPr>
          <p:cxnSp>
            <p:nvCxnSpPr>
              <p:cNvPr id="228" name="Egyenes összekötő 22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96771" y="3265011"/>
                <a:ext cx="106864" cy="43732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1300" y="3783154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1" name="Egyenes összekötő 230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5114" y="3899901"/>
                <a:ext cx="52777" cy="179372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01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459169" flipH="1">
            <a:off x="5602319" y="3831317"/>
            <a:ext cx="90285" cy="271037"/>
            <a:chOff x="10934298" y="4090526"/>
            <a:chExt cx="99693" cy="1506414"/>
          </a:xfrm>
        </p:grpSpPr>
        <p:cxnSp>
          <p:nvCxnSpPr>
            <p:cNvPr id="209" name="Egyenes összekötő 20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12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4298" y="4547290"/>
              <a:ext cx="99693" cy="1049650"/>
              <a:chOff x="5408528" y="3265226"/>
              <a:chExt cx="99693" cy="1049650"/>
            </a:xfrm>
          </p:grpSpPr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4259169" flipH="1" flipV="1">
                <a:off x="5181823" y="3491931"/>
                <a:ext cx="553104" cy="9969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4" name="Egyenes összekötő 233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971" y="3971116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7" name="Egyenes összekötő 23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12903" y="4103457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Ellipszis 257"/>
          <p:cNvSpPr/>
          <p:nvPr/>
        </p:nvSpPr>
        <p:spPr>
          <a:xfrm>
            <a:off x="5384007" y="3930174"/>
            <a:ext cx="295908" cy="29590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0" name="Ellipszis 269"/>
          <p:cNvSpPr/>
          <p:nvPr/>
        </p:nvSpPr>
        <p:spPr>
          <a:xfrm>
            <a:off x="8032114" y="15567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4" name="Ellipszis 273"/>
          <p:cNvSpPr/>
          <p:nvPr/>
        </p:nvSpPr>
        <p:spPr>
          <a:xfrm>
            <a:off x="8514714" y="20170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7" name="Ellipszis 276"/>
          <p:cNvSpPr/>
          <p:nvPr/>
        </p:nvSpPr>
        <p:spPr>
          <a:xfrm>
            <a:off x="8979058" y="12050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8" name="Ellipszis 277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222615" y="24409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38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075487">
            <a:off x="5666760" y="3881555"/>
            <a:ext cx="89550" cy="251998"/>
            <a:chOff x="10936682" y="4090526"/>
            <a:chExt cx="98880" cy="1400589"/>
          </a:xfrm>
        </p:grpSpPr>
        <p:cxnSp>
          <p:nvCxnSpPr>
            <p:cNvPr id="239" name="Egyenes összekötő 238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2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6682" y="4544639"/>
              <a:ext cx="98880" cy="946476"/>
              <a:chOff x="5410912" y="3262575"/>
              <a:chExt cx="98880" cy="946476"/>
            </a:xfrm>
          </p:grpSpPr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3324513">
                <a:off x="5193677" y="3483407"/>
                <a:ext cx="536947" cy="95283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0522" y="3904889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10912" y="3997633"/>
                <a:ext cx="52659" cy="21141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24708" y="4960420"/>
            <a:ext cx="301935" cy="707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20953" y="4994671"/>
            <a:ext cx="323347" cy="4098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1968" y="5145570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899986" y="5156653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40151" flipH="1">
            <a:off x="5581511" y="3804277"/>
            <a:ext cx="57758" cy="318564"/>
            <a:chOff x="10959993" y="4090526"/>
            <a:chExt cx="63776" cy="15654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9993" y="4503531"/>
              <a:ext cx="56561" cy="1152455"/>
              <a:chOff x="5434223" y="3221467"/>
              <a:chExt cx="56561" cy="1152455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075698" y="3579992"/>
                <a:ext cx="773611" cy="5656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7088" y="405009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7707" y="41625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6719" y="364329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05" name="Ellipszis 304"/>
          <p:cNvSpPr/>
          <p:nvPr/>
        </p:nvSpPr>
        <p:spPr>
          <a:xfrm>
            <a:off x="5294789" y="3892550"/>
            <a:ext cx="314006" cy="3140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757102" y="16797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40472" y="36387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>
            <a:off x="5538946" y="22520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>
            <a:off x="4493577" y="30037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>
            <a:off x="4802346" y="46332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5" name="Ellipszis 314"/>
          <p:cNvSpPr/>
          <p:nvPr/>
        </p:nvSpPr>
        <p:spPr>
          <a:xfrm>
            <a:off x="4401502" y="371411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6" name="Ellipszis 315"/>
          <p:cNvSpPr/>
          <p:nvPr/>
        </p:nvSpPr>
        <p:spPr>
          <a:xfrm>
            <a:off x="4424521" y="39212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7" name="Ellipszis 316"/>
          <p:cNvSpPr/>
          <p:nvPr/>
        </p:nvSpPr>
        <p:spPr>
          <a:xfrm>
            <a:off x="4915852" y="437848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8" name="Ellipszis 317"/>
          <p:cNvSpPr/>
          <p:nvPr/>
        </p:nvSpPr>
        <p:spPr>
          <a:xfrm>
            <a:off x="3837146" y="35474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9" name="Ellipszis 318"/>
          <p:cNvSpPr/>
          <p:nvPr/>
        </p:nvSpPr>
        <p:spPr>
          <a:xfrm>
            <a:off x="5038884" y="28362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0" name="Ellipszis 319"/>
          <p:cNvSpPr/>
          <p:nvPr/>
        </p:nvSpPr>
        <p:spPr>
          <a:xfrm>
            <a:off x="3542664" y="49603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1" name="Ellipszis 320"/>
          <p:cNvSpPr/>
          <p:nvPr/>
        </p:nvSpPr>
        <p:spPr>
          <a:xfrm>
            <a:off x="7917439" y="312945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2" name="Ellipszis 321"/>
          <p:cNvSpPr/>
          <p:nvPr/>
        </p:nvSpPr>
        <p:spPr>
          <a:xfrm>
            <a:off x="7073264" y="21821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3" name="Ellipszis 322"/>
          <p:cNvSpPr/>
          <p:nvPr/>
        </p:nvSpPr>
        <p:spPr>
          <a:xfrm>
            <a:off x="8159908" y="24306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4" name="Ellipszis 323"/>
          <p:cNvSpPr/>
          <p:nvPr/>
        </p:nvSpPr>
        <p:spPr>
          <a:xfrm>
            <a:off x="7270114" y="59024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8" name="Ellipszis 327"/>
          <p:cNvSpPr/>
          <p:nvPr/>
        </p:nvSpPr>
        <p:spPr>
          <a:xfrm>
            <a:off x="7658258" y="3957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9" name="Ellipszis 328"/>
          <p:cNvSpPr/>
          <p:nvPr/>
        </p:nvSpPr>
        <p:spPr>
          <a:xfrm>
            <a:off x="4927758" y="58913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0" name="Ellipszis 329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3" name="Ellipszis 352"/>
          <p:cNvSpPr/>
          <p:nvPr/>
        </p:nvSpPr>
        <p:spPr>
          <a:xfrm>
            <a:off x="3847465" y="21107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4" name="Ellipszis 353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6" name="Ellipszis 355"/>
          <p:cNvSpPr/>
          <p:nvPr/>
        </p:nvSpPr>
        <p:spPr>
          <a:xfrm>
            <a:off x="6480333" y="44713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57" name="Ellipszis 356"/>
          <p:cNvSpPr/>
          <p:nvPr/>
        </p:nvSpPr>
        <p:spPr>
          <a:xfrm>
            <a:off x="5954871" y="477059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0" name="Ellipszis 359"/>
          <p:cNvSpPr/>
          <p:nvPr/>
        </p:nvSpPr>
        <p:spPr>
          <a:xfrm>
            <a:off x="6504940" y="301243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3" name="Ellipszis 362"/>
          <p:cNvSpPr/>
          <p:nvPr/>
        </p:nvSpPr>
        <p:spPr>
          <a:xfrm>
            <a:off x="5416391" y="4023360"/>
            <a:ext cx="68580" cy="6858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69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060293" flipH="1">
            <a:off x="5556941" y="3854538"/>
            <a:ext cx="132536" cy="325500"/>
            <a:chOff x="10909490" y="4165853"/>
            <a:chExt cx="146346" cy="1599544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8041" y="4303063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73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9490" y="4619351"/>
              <a:ext cx="146346" cy="1146046"/>
              <a:chOff x="5383720" y="3337287"/>
              <a:chExt cx="146346" cy="1146046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83720" y="3337287"/>
                <a:ext cx="146346" cy="63565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9402" y="4157847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9149" y="4271914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17485" y="3807928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  <a:stCxn id="80" idx="4"/>
          </p:cNvCxnSpPr>
          <p:nvPr/>
        </p:nvCxnSpPr>
        <p:spPr>
          <a:xfrm rot="16200000" flipH="1">
            <a:off x="5339627" y="4088570"/>
            <a:ext cx="826037" cy="281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67678" y="324211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09690" y="2409825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48" name="Ellipszis 247"/>
          <p:cNvSpPr/>
          <p:nvPr/>
        </p:nvSpPr>
        <p:spPr>
          <a:xfrm>
            <a:off x="7068502" y="18575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3894297" y="21051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2902902" y="49087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3938746" y="47729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522821" y="30894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5804059" y="982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9527539" y="29568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3105308" y="585009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7657464" y="46650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2159158" y="27100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9603739" y="94313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5486558" y="61604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1511458" y="2122646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6508115" y="64319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1821815" y="7835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4778534" y="52524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269389" y="3867150"/>
            <a:ext cx="364806" cy="3648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5380831" y="3984625"/>
            <a:ext cx="139700" cy="13970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04813" y="3850657"/>
            <a:ext cx="63363" cy="309477"/>
            <a:chOff x="10941456" y="4165844"/>
            <a:chExt cx="69965" cy="152080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41456" y="4492128"/>
              <a:ext cx="57636" cy="1194518"/>
              <a:chOff x="5415686" y="3210064"/>
              <a:chExt cx="57636" cy="1194518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104768" y="3533033"/>
                <a:ext cx="691524" cy="45585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4900" y="3959882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230283" y="4187653"/>
                <a:ext cx="402332" cy="3152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7" name="Ellipszis 236"/>
          <p:cNvSpPr/>
          <p:nvPr/>
        </p:nvSpPr>
        <p:spPr>
          <a:xfrm>
            <a:off x="5217002" y="3845719"/>
            <a:ext cx="407668" cy="40766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317330" y="3949700"/>
            <a:ext cx="200026" cy="200026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>
            <a:off x="7020376" y="9671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1412114" y="367810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238200" y="62296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735755" y="41115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985366" y="23146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2089851" y="534982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393648" y="2906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006047" y="137012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190364" y="614461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032576" y="55170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7" name="Ellipszis 236"/>
          <p:cNvSpPr/>
          <p:nvPr/>
        </p:nvSpPr>
        <p:spPr>
          <a:xfrm>
            <a:off x="5217002" y="3845719"/>
            <a:ext cx="407668" cy="407668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317330" y="3949700"/>
            <a:ext cx="200026" cy="200026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>
            <a:off x="7020376" y="9671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4608672" y="30291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503896" y="190277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3826827" y="208930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1412114" y="367810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4020502" y="345376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>
            <a:off x="238200" y="62296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>
            <a:off x="3703002" y="420703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>
            <a:off x="2719546" y="36998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>
            <a:off x="4708684" y="242982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3" name="Ellipszis 262"/>
          <p:cNvSpPr/>
          <p:nvPr/>
        </p:nvSpPr>
        <p:spPr>
          <a:xfrm>
            <a:off x="3735755" y="41115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4" name="Ellipszis 263"/>
          <p:cNvSpPr/>
          <p:nvPr/>
        </p:nvSpPr>
        <p:spPr>
          <a:xfrm>
            <a:off x="6985366" y="23146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5" name="Ellipszis 264"/>
          <p:cNvSpPr/>
          <p:nvPr/>
        </p:nvSpPr>
        <p:spPr>
          <a:xfrm>
            <a:off x="9096533" y="73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6" name="Ellipszis 265"/>
          <p:cNvSpPr/>
          <p:nvPr/>
        </p:nvSpPr>
        <p:spPr>
          <a:xfrm>
            <a:off x="2089851" y="534982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8" name="Ellipszis 267"/>
          <p:cNvSpPr/>
          <p:nvPr/>
        </p:nvSpPr>
        <p:spPr>
          <a:xfrm>
            <a:off x="5393648" y="2906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9" name="Ellipszis 268"/>
          <p:cNvSpPr/>
          <p:nvPr/>
        </p:nvSpPr>
        <p:spPr>
          <a:xfrm>
            <a:off x="8394064" y="3972083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3" name="Ellipszis 272"/>
          <p:cNvSpPr/>
          <p:nvPr/>
        </p:nvSpPr>
        <p:spPr>
          <a:xfrm>
            <a:off x="7944008" y="28648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7" name="Ellipszis 286"/>
          <p:cNvSpPr/>
          <p:nvPr/>
        </p:nvSpPr>
        <p:spPr>
          <a:xfrm>
            <a:off x="6390639" y="31727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8" name="Ellipszis 287"/>
          <p:cNvSpPr/>
          <p:nvPr/>
        </p:nvSpPr>
        <p:spPr>
          <a:xfrm>
            <a:off x="8198008" y="327517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Ellipszis 298"/>
          <p:cNvSpPr/>
          <p:nvPr/>
        </p:nvSpPr>
        <p:spPr>
          <a:xfrm>
            <a:off x="7139146" y="318627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0" name="Ellipszis 299"/>
          <p:cNvSpPr/>
          <p:nvPr/>
        </p:nvSpPr>
        <p:spPr>
          <a:xfrm>
            <a:off x="8006047" y="137012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Ellipszis 300"/>
          <p:cNvSpPr/>
          <p:nvPr/>
        </p:nvSpPr>
        <p:spPr>
          <a:xfrm>
            <a:off x="6955789" y="405780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Ellipszis 301"/>
          <p:cNvSpPr/>
          <p:nvPr/>
        </p:nvSpPr>
        <p:spPr>
          <a:xfrm>
            <a:off x="7058183" y="44650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3" name="Ellipszis 302"/>
          <p:cNvSpPr/>
          <p:nvPr/>
        </p:nvSpPr>
        <p:spPr>
          <a:xfrm>
            <a:off x="6862921" y="519604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Ellipszis 303"/>
          <p:cNvSpPr/>
          <p:nvPr/>
        </p:nvSpPr>
        <p:spPr>
          <a:xfrm>
            <a:off x="8155940" y="48983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5" name="Ellipszis 304"/>
          <p:cNvSpPr/>
          <p:nvPr/>
        </p:nvSpPr>
        <p:spPr>
          <a:xfrm>
            <a:off x="5190364" y="614461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6" name="Ellipszis 305"/>
          <p:cNvSpPr/>
          <p:nvPr/>
        </p:nvSpPr>
        <p:spPr>
          <a:xfrm>
            <a:off x="4032576" y="551709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>
            <a:off x="5071428" y="4411821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17" name="Ellipszis 216"/>
          <p:cNvSpPr/>
          <p:nvPr/>
        </p:nvSpPr>
        <p:spPr>
          <a:xfrm>
            <a:off x="5101908" y="3851275"/>
            <a:ext cx="504506" cy="504506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5226898" y="3979918"/>
            <a:ext cx="247540" cy="24754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4" name="Ellipszis 233"/>
          <p:cNvSpPr/>
          <p:nvPr/>
        </p:nvSpPr>
        <p:spPr>
          <a:xfrm>
            <a:off x="5387340" y="348583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6075045" y="344201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4811078" y="2750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>
            <a:off x="5967412" y="293814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>
            <a:off x="4706302" y="34728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5" name="Ellipszis 244"/>
          <p:cNvSpPr/>
          <p:nvPr/>
        </p:nvSpPr>
        <p:spPr>
          <a:xfrm>
            <a:off x="5312885" y="41403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>
            <a:off x="6568441" y="33943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1" name="Ellipszis 250"/>
          <p:cNvSpPr/>
          <p:nvPr/>
        </p:nvSpPr>
        <p:spPr>
          <a:xfrm>
            <a:off x="4779485" y="4800757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>
            <a:off x="5828665" y="5501640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>
            <a:off x="5182552" y="5522277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>
            <a:off x="6096952" y="465550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246686" y="4071145"/>
            <a:ext cx="163514" cy="16351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Ellipszis 212"/>
          <p:cNvSpPr/>
          <p:nvPr/>
        </p:nvSpPr>
        <p:spPr>
          <a:xfrm>
            <a:off x="5177790" y="371443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7" name="Ellipszis 216"/>
          <p:cNvSpPr/>
          <p:nvPr/>
        </p:nvSpPr>
        <p:spPr>
          <a:xfrm>
            <a:off x="5403532" y="438499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>
            <a:off x="4949190" y="356488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9" name="Ellipszis 228"/>
          <p:cNvSpPr/>
          <p:nvPr/>
        </p:nvSpPr>
        <p:spPr>
          <a:xfrm>
            <a:off x="5053012" y="3900169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>
            <a:off x="4934902" y="3772852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4" name="Ellipszis 233"/>
          <p:cNvSpPr/>
          <p:nvPr/>
        </p:nvSpPr>
        <p:spPr>
          <a:xfrm>
            <a:off x="5487353" y="3646805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>
            <a:off x="4955697" y="4329270"/>
            <a:ext cx="45719" cy="46673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8" name="Ellipszis 237"/>
          <p:cNvSpPr/>
          <p:nvPr/>
        </p:nvSpPr>
        <p:spPr>
          <a:xfrm>
            <a:off x="5573076" y="3917314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45" name="Ellipszis 244"/>
          <p:cNvSpPr/>
          <p:nvPr/>
        </p:nvSpPr>
        <p:spPr>
          <a:xfrm rot="13816579">
            <a:off x="4770154" y="3948664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202106">
            <a:off x="5376082" y="178246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199061" y="4023520"/>
            <a:ext cx="258764" cy="25876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 rot="19350443">
            <a:off x="4889218" y="302473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16745583">
            <a:off x="4977996" y="391610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9468233">
            <a:off x="5409289" y="4182463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Ellipszis 244"/>
          <p:cNvSpPr/>
          <p:nvPr/>
        </p:nvSpPr>
        <p:spPr>
          <a:xfrm rot="9115315">
            <a:off x="5579777" y="4091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842430">
            <a:off x="5904720" y="1963440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01" name="Ellipszis 200"/>
          <p:cNvSpPr/>
          <p:nvPr/>
        </p:nvSpPr>
        <p:spPr>
          <a:xfrm>
            <a:off x="5064125" y="3879531"/>
            <a:ext cx="532448" cy="524194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9" name="Ellipszis 208"/>
          <p:cNvSpPr/>
          <p:nvPr/>
        </p:nvSpPr>
        <p:spPr>
          <a:xfrm>
            <a:off x="5111748" y="3929857"/>
            <a:ext cx="433390" cy="433390"/>
          </a:xfrm>
          <a:prstGeom prst="ellipse">
            <a:avLst/>
          </a:prstGeom>
          <a:solidFill>
            <a:srgbClr val="9BE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Ellipszis 211"/>
          <p:cNvSpPr/>
          <p:nvPr/>
        </p:nvSpPr>
        <p:spPr>
          <a:xfrm>
            <a:off x="5199061" y="4023520"/>
            <a:ext cx="258764" cy="258764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9" name="Ellipszis 238"/>
          <p:cNvSpPr/>
          <p:nvPr/>
        </p:nvSpPr>
        <p:spPr>
          <a:xfrm rot="17708552">
            <a:off x="4684431" y="32723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20207944">
            <a:off x="5173259" y="368750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14006875">
            <a:off x="4966377" y="4063401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366461" y="173990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5" name="Ellipszis 244"/>
          <p:cNvSpPr/>
          <p:nvPr/>
        </p:nvSpPr>
        <p:spPr>
          <a:xfrm rot="10102254">
            <a:off x="5422615" y="4162975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8501391">
            <a:off x="4271182" y="219680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551602" y="38349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594" y="4065537"/>
            <a:ext cx="775510" cy="124742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353377" y="331672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01740" y="2471738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573319" y="3921369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3" name="Csoportba foglalás 212"/>
          <p:cNvGrpSpPr/>
          <p:nvPr/>
        </p:nvGrpSpPr>
        <p:grpSpPr>
          <a:xfrm>
            <a:off x="5064125" y="3879531"/>
            <a:ext cx="532448" cy="524194"/>
            <a:chOff x="5064125" y="3879531"/>
            <a:chExt cx="532448" cy="524194"/>
          </a:xfrm>
        </p:grpSpPr>
        <p:sp>
          <p:nvSpPr>
            <p:cNvPr id="201" name="Ellipszis 200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09" name="Ellipszis 208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2" name="Ellipszis 211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9" name="Ellipszis 238"/>
          <p:cNvSpPr/>
          <p:nvPr/>
        </p:nvSpPr>
        <p:spPr>
          <a:xfrm rot="3377975">
            <a:off x="5779806" y="31961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14296632">
            <a:off x="5044670" y="4111366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4" name="Ellipszis 253"/>
          <p:cNvSpPr/>
          <p:nvPr/>
        </p:nvSpPr>
        <p:spPr>
          <a:xfrm rot="20404276">
            <a:off x="5123538" y="3420464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25216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05578" y="3822214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3734" y="4072678"/>
            <a:ext cx="824726" cy="6124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29577" y="325639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881115" y="2424113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28" name="Csoportba foglalás 227"/>
          <p:cNvGrpSpPr/>
          <p:nvPr/>
        </p:nvGrpSpPr>
        <p:grpSpPr>
          <a:xfrm>
            <a:off x="5092700" y="382714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17768" y="3908670"/>
            <a:ext cx="54279" cy="254221"/>
            <a:chOff x="10951487" y="4165844"/>
            <a:chExt cx="59934" cy="124927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1487" y="4510175"/>
              <a:ext cx="56200" cy="904941"/>
              <a:chOff x="5425717" y="3228111"/>
              <a:chExt cx="56200" cy="904941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22394" y="3431434"/>
                <a:ext cx="462845" cy="56200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7706" y="3746706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183637" flipH="1" flipV="1">
                <a:off x="5282599" y="3957006"/>
                <a:ext cx="330494" cy="21597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39" name="Ellipszis 238"/>
          <p:cNvSpPr/>
          <p:nvPr/>
        </p:nvSpPr>
        <p:spPr>
          <a:xfrm rot="9352661">
            <a:off x="5579777" y="4091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2036163">
            <a:off x="5947583" y="193486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 rot="17708552">
            <a:off x="4684429" y="3229525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 rot="21066948">
            <a:off x="5220884" y="3601778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 rot="14006875">
            <a:off x="4999713" y="4020538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50900" y="4936608"/>
            <a:ext cx="251933" cy="469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17380" y="4998243"/>
            <a:ext cx="304302" cy="14793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4350" y="5097945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37884" y="5183040"/>
            <a:ext cx="77333" cy="75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3962727" flipH="1">
            <a:off x="5617485" y="3807928"/>
            <a:ext cx="86186" cy="279310"/>
            <a:chOff x="10962001" y="4090526"/>
            <a:chExt cx="61768" cy="13725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62001" y="4457773"/>
              <a:ext cx="57917" cy="1005313"/>
              <a:chOff x="5436231" y="3175709"/>
              <a:chExt cx="57917" cy="1005313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135674" y="3484225"/>
                <a:ext cx="666989" cy="49958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11753" y="391022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6231" y="39696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  <a:stCxn id="80" idx="4"/>
          </p:cNvCxnSpPr>
          <p:nvPr/>
        </p:nvCxnSpPr>
        <p:spPr>
          <a:xfrm rot="16200000" flipH="1">
            <a:off x="5339627" y="4088570"/>
            <a:ext cx="826037" cy="2814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467678" y="3242114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09690" y="2409825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28" name="Csoportba foglalás 227"/>
          <p:cNvGrpSpPr/>
          <p:nvPr/>
        </p:nvGrpSpPr>
        <p:grpSpPr>
          <a:xfrm>
            <a:off x="5140326" y="380809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383637" flipH="1">
            <a:off x="5604813" y="3850657"/>
            <a:ext cx="63363" cy="309477"/>
            <a:chOff x="10941456" y="4165844"/>
            <a:chExt cx="69965" cy="1520802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7908" y="4303054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41456" y="4492128"/>
              <a:ext cx="57636" cy="1194518"/>
              <a:chOff x="5415686" y="3210064"/>
              <a:chExt cx="57636" cy="1194518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104768" y="3533033"/>
                <a:ext cx="691524" cy="45585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4900" y="3959882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5860293" flipH="1" flipV="1">
                <a:off x="5230283" y="4187653"/>
                <a:ext cx="402332" cy="31526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45" name="Ellipszis 244"/>
          <p:cNvSpPr/>
          <p:nvPr/>
        </p:nvSpPr>
        <p:spPr>
          <a:xfrm rot="13816579">
            <a:off x="4836828" y="3872463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7" name="Ellipszis 306"/>
          <p:cNvSpPr/>
          <p:nvPr/>
        </p:nvSpPr>
        <p:spPr>
          <a:xfrm rot="202106">
            <a:off x="5442756" y="1706264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8" name="Ellipszis 307"/>
          <p:cNvSpPr/>
          <p:nvPr/>
        </p:nvSpPr>
        <p:spPr>
          <a:xfrm rot="19350443">
            <a:off x="4955892" y="2948538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9" name="Ellipszis 308"/>
          <p:cNvSpPr/>
          <p:nvPr/>
        </p:nvSpPr>
        <p:spPr>
          <a:xfrm rot="16745583">
            <a:off x="5044670" y="3839903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Ellipszis 313"/>
          <p:cNvSpPr/>
          <p:nvPr/>
        </p:nvSpPr>
        <p:spPr>
          <a:xfrm rot="9468233">
            <a:off x="5475963" y="4106262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rot="5400000">
            <a:off x="5549448" y="4628109"/>
            <a:ext cx="347568" cy="87902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rot="5400000">
            <a:off x="5524708" y="4960420"/>
            <a:ext cx="301935" cy="7074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32573" y="4649116"/>
            <a:ext cx="369319" cy="1003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20953" y="4994671"/>
            <a:ext cx="323347" cy="4098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31968" y="5145570"/>
            <a:ext cx="78147" cy="0"/>
          </a:xfrm>
          <a:prstGeom prst="line">
            <a:avLst/>
          </a:prstGeom>
          <a:ln w="76200">
            <a:solidFill>
              <a:srgbClr val="00153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899986" y="5156653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4440151" flipH="1">
            <a:off x="5581511" y="3804277"/>
            <a:ext cx="57758" cy="318564"/>
            <a:chOff x="10959993" y="4090526"/>
            <a:chExt cx="63776" cy="1565460"/>
          </a:xfrm>
        </p:grpSpPr>
        <p:cxnSp>
          <p:nvCxnSpPr>
            <p:cNvPr id="216" name="Egyenes összekötő 215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08" y="4262704"/>
              <a:ext cx="378439" cy="34083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59993" y="4503531"/>
              <a:ext cx="56561" cy="1152455"/>
              <a:chOff x="5434223" y="3221467"/>
              <a:chExt cx="56561" cy="1152455"/>
            </a:xfrm>
          </p:grpSpPr>
          <p:cxnSp>
            <p:nvCxnSpPr>
              <p:cNvPr id="223" name="Egyenes összekötő 222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5240151" flipH="1" flipV="1">
                <a:off x="5075698" y="3579992"/>
                <a:ext cx="773611" cy="56561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Egyenes összekötő 225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407088" y="4050097"/>
                <a:ext cx="101393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37707" y="4162502"/>
                <a:ext cx="52659" cy="211420"/>
              </a:xfrm>
              <a:prstGeom prst="line">
                <a:avLst/>
              </a:prstGeom>
              <a:ln w="76200">
                <a:solidFill>
                  <a:srgbClr val="F4AF8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66719" y="364329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30158" y="4498932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5958" y="4494174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80841" y="4498932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6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7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8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10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11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2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4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5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6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3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4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08" name="Ellipszis 307"/>
          <p:cNvSpPr/>
          <p:nvPr/>
        </p:nvSpPr>
        <p:spPr>
          <a:xfrm>
            <a:off x="5538946" y="2252028"/>
            <a:ext cx="45720" cy="45720"/>
          </a:xfrm>
          <a:prstGeom prst="ellipse">
            <a:avLst/>
          </a:prstGeom>
          <a:solidFill>
            <a:srgbClr val="47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28" name="Csoportba foglalás 227"/>
          <p:cNvGrpSpPr/>
          <p:nvPr/>
        </p:nvGrpSpPr>
        <p:grpSpPr>
          <a:xfrm>
            <a:off x="5159376" y="3776344"/>
            <a:ext cx="532448" cy="524194"/>
            <a:chOff x="5064125" y="3879531"/>
            <a:chExt cx="532448" cy="524194"/>
          </a:xfrm>
        </p:grpSpPr>
        <p:sp>
          <p:nvSpPr>
            <p:cNvPr id="229" name="Ellipszis 228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1" name="Ellipszis 230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34" name="Ellipszis 233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5060293" flipH="1">
            <a:off x="5556941" y="3854538"/>
            <a:ext cx="132536" cy="325500"/>
            <a:chOff x="10909490" y="4165853"/>
            <a:chExt cx="146346" cy="1599544"/>
          </a:xfrm>
        </p:grpSpPr>
        <p:cxnSp>
          <p:nvCxnSpPr>
            <p:cNvPr id="270" name="Egyenes összekötő 269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5240151" flipH="1" flipV="1">
              <a:off x="10848041" y="4303063"/>
              <a:ext cx="300724" cy="26303"/>
            </a:xfrm>
            <a:prstGeom prst="line">
              <a:avLst/>
            </a:prstGeom>
            <a:ln w="76200">
              <a:solidFill>
                <a:srgbClr val="EB701D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09490" y="4619351"/>
              <a:ext cx="146346" cy="1146046"/>
              <a:chOff x="5383720" y="3337287"/>
              <a:chExt cx="146346" cy="1146046"/>
            </a:xfrm>
          </p:grpSpPr>
          <p:cxnSp>
            <p:nvCxnSpPr>
              <p:cNvPr id="274" name="Egyenes összekötő 273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383720" y="3337287"/>
                <a:ext cx="146346" cy="63565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7" name="Egyenes összekötő 27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89402" y="4157847"/>
                <a:ext cx="101394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8" name="Egyenes összekötő 277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9154018" flipH="1">
                <a:off x="5409149" y="4271914"/>
                <a:ext cx="52659" cy="211419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 flipH="1"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43062" y="3831602"/>
            <a:ext cx="65059" cy="212363"/>
            <a:chOff x="10935292" y="4089496"/>
            <a:chExt cx="87569" cy="1104006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6878" y="4262365"/>
              <a:ext cx="378851" cy="33114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292" y="4411624"/>
              <a:ext cx="57985" cy="781878"/>
              <a:chOff x="5409522" y="3129560"/>
              <a:chExt cx="57985" cy="781878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040" y="3480286"/>
                <a:ext cx="101395" cy="11306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1891" y="3678573"/>
                <a:ext cx="430496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755606">
            <a:off x="5721346" y="3872678"/>
            <a:ext cx="80008" cy="198453"/>
            <a:chOff x="10935424" y="4090528"/>
            <a:chExt cx="88353" cy="1102986"/>
          </a:xfrm>
        </p:grpSpPr>
        <p:cxnSp>
          <p:nvCxnSpPr>
            <p:cNvPr id="237" name="Egyenes összekötő 236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18394918" flipH="1">
              <a:off x="10817516" y="4262706"/>
              <a:ext cx="378440" cy="34083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35424" y="4411624"/>
              <a:ext cx="57853" cy="781890"/>
              <a:chOff x="5409654" y="3129560"/>
              <a:chExt cx="57853" cy="781890"/>
            </a:xfrm>
          </p:grpSpPr>
          <p:cxnSp>
            <p:nvCxnSpPr>
              <p:cNvPr id="248" name="Egyenes összekötő 24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97823" y="3267563"/>
                <a:ext cx="307688" cy="31681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1" name="Egyenes összekötő 250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V="1">
                <a:off x="5393104" y="3480285"/>
                <a:ext cx="101395" cy="11307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Egyenes összekötő 253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18394918" flipH="1">
                <a:off x="5212021" y="3678583"/>
                <a:ext cx="430500" cy="35234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9" name="Csoportba foglalás 208"/>
          <p:cNvGrpSpPr/>
          <p:nvPr/>
        </p:nvGrpSpPr>
        <p:grpSpPr>
          <a:xfrm>
            <a:off x="5375276" y="378904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3" name="Ellipszis 212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17" name="Ellipszis 216"/>
          <p:cNvSpPr/>
          <p:nvPr/>
        </p:nvSpPr>
        <p:spPr>
          <a:xfrm rot="13816579">
            <a:off x="5087652" y="3866114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Ellipszis 222"/>
          <p:cNvSpPr/>
          <p:nvPr/>
        </p:nvSpPr>
        <p:spPr>
          <a:xfrm rot="202106">
            <a:off x="5693580" y="16999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6" name="Ellipszis 225"/>
          <p:cNvSpPr/>
          <p:nvPr/>
        </p:nvSpPr>
        <p:spPr>
          <a:xfrm rot="19350443">
            <a:off x="5206716" y="29421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7" name="Ellipszis 226"/>
          <p:cNvSpPr/>
          <p:nvPr/>
        </p:nvSpPr>
        <p:spPr>
          <a:xfrm rot="16745583">
            <a:off x="5295494" y="3833554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 rot="9468233">
            <a:off x="5726787" y="4099913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9" name="Csoportba foglalás 208"/>
          <p:cNvGrpSpPr/>
          <p:nvPr/>
        </p:nvGrpSpPr>
        <p:grpSpPr>
          <a:xfrm>
            <a:off x="5483226" y="371919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26" name="Ellipszis 225"/>
          <p:cNvSpPr/>
          <p:nvPr/>
        </p:nvSpPr>
        <p:spPr>
          <a:xfrm rot="9352661">
            <a:off x="5986176" y="3970889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8" name="Ellipszis 227"/>
          <p:cNvSpPr/>
          <p:nvPr/>
        </p:nvSpPr>
        <p:spPr>
          <a:xfrm rot="2036163">
            <a:off x="6353982" y="18142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1" name="Ellipszis 230"/>
          <p:cNvSpPr/>
          <p:nvPr/>
        </p:nvSpPr>
        <p:spPr>
          <a:xfrm rot="17708552">
            <a:off x="5090828" y="3108876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7" name="Ellipszis 236"/>
          <p:cNvSpPr/>
          <p:nvPr/>
        </p:nvSpPr>
        <p:spPr>
          <a:xfrm rot="21066948">
            <a:off x="5627283" y="3481129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2" name="Ellipszis 241"/>
          <p:cNvSpPr/>
          <p:nvPr/>
        </p:nvSpPr>
        <p:spPr>
          <a:xfrm rot="14006875">
            <a:off x="5406112" y="3899889"/>
            <a:ext cx="126670" cy="6835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8" name="Ellipszis 247"/>
          <p:cNvSpPr/>
          <p:nvPr/>
        </p:nvSpPr>
        <p:spPr>
          <a:xfrm rot="2036163">
            <a:off x="6373032" y="1814215"/>
            <a:ext cx="126670" cy="242236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7" name="Ellipszis 256"/>
          <p:cNvSpPr/>
          <p:nvPr/>
        </p:nvSpPr>
        <p:spPr>
          <a:xfrm rot="17708552">
            <a:off x="5109878" y="3108876"/>
            <a:ext cx="126670" cy="1250512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8" name="Ellipszis 257"/>
          <p:cNvSpPr/>
          <p:nvPr/>
        </p:nvSpPr>
        <p:spPr>
          <a:xfrm rot="21066948">
            <a:off x="5646333" y="3481129"/>
            <a:ext cx="126670" cy="41732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483226" y="3719194"/>
            <a:ext cx="532448" cy="524194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58" name="Ellipszis 257"/>
          <p:cNvSpPr/>
          <p:nvPr/>
        </p:nvSpPr>
        <p:spPr>
          <a:xfrm rot="9352661">
            <a:off x="5834737" y="4009117"/>
            <a:ext cx="99200" cy="503540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9" name="Ellipszis 258"/>
          <p:cNvSpPr/>
          <p:nvPr/>
        </p:nvSpPr>
        <p:spPr>
          <a:xfrm rot="14006875">
            <a:off x="5573706" y="3978457"/>
            <a:ext cx="115129" cy="27213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0" name="Ellipszis 259"/>
          <p:cNvSpPr/>
          <p:nvPr/>
        </p:nvSpPr>
        <p:spPr>
          <a:xfrm rot="2036163">
            <a:off x="6060779" y="2837590"/>
            <a:ext cx="107549" cy="1297877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1" name="Ellipszis 260"/>
          <p:cNvSpPr/>
          <p:nvPr/>
        </p:nvSpPr>
        <p:spPr>
          <a:xfrm rot="17708552">
            <a:off x="5447858" y="3563339"/>
            <a:ext cx="77422" cy="581321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2" name="Ellipszis 261"/>
          <p:cNvSpPr/>
          <p:nvPr/>
        </p:nvSpPr>
        <p:spPr>
          <a:xfrm rot="21066948">
            <a:off x="5667013" y="3747330"/>
            <a:ext cx="104742" cy="151215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349712" y="3587750"/>
            <a:ext cx="799476" cy="7870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5065912" y="3308350"/>
            <a:ext cx="1367076" cy="13458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4711162" y="2959100"/>
            <a:ext cx="2076576" cy="20443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4311262" y="2565400"/>
            <a:ext cx="2876376" cy="28317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3395362" y="1663700"/>
            <a:ext cx="4708176" cy="46351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2322862" y="0"/>
            <a:ext cx="7081776" cy="6971982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Csoportba foglalás 208"/>
          <p:cNvGrpSpPr/>
          <p:nvPr/>
        </p:nvGrpSpPr>
        <p:grpSpPr>
          <a:xfrm>
            <a:off x="-2064700" y="-4319538"/>
            <a:ext cx="15856900" cy="15611058"/>
            <a:chOff x="5064125" y="3879531"/>
            <a:chExt cx="532448" cy="524194"/>
          </a:xfrm>
        </p:grpSpPr>
        <p:sp>
          <p:nvSpPr>
            <p:cNvPr id="212" name="Ellipszis 211"/>
            <p:cNvSpPr/>
            <p:nvPr/>
          </p:nvSpPr>
          <p:spPr>
            <a:xfrm>
              <a:off x="5064125" y="3879531"/>
              <a:ext cx="532448" cy="524194"/>
            </a:xfrm>
            <a:prstGeom prst="ellipse">
              <a:avLst/>
            </a:prstGeom>
            <a:solidFill>
              <a:srgbClr val="47C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6" name="Ellipszis 215"/>
            <p:cNvSpPr/>
            <p:nvPr/>
          </p:nvSpPr>
          <p:spPr>
            <a:xfrm>
              <a:off x="5111748" y="3929857"/>
              <a:ext cx="433390" cy="433390"/>
            </a:xfrm>
            <a:prstGeom prst="ellipse">
              <a:avLst/>
            </a:prstGeom>
            <a:solidFill>
              <a:srgbClr val="9BE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3" name="Ellipszis 222"/>
            <p:cNvSpPr/>
            <p:nvPr/>
          </p:nvSpPr>
          <p:spPr>
            <a:xfrm>
              <a:off x="5199061" y="4023520"/>
              <a:ext cx="258764" cy="258764"/>
            </a:xfrm>
            <a:prstGeom prst="ellipse">
              <a:avLst/>
            </a:prstGeom>
            <a:solidFill>
              <a:srgbClr val="BDEE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soportba foglalás 401"/>
          <p:cNvGrpSpPr/>
          <p:nvPr/>
        </p:nvGrpSpPr>
        <p:grpSpPr>
          <a:xfrm>
            <a:off x="4423611" y="1746250"/>
            <a:ext cx="2950110" cy="3566270"/>
            <a:chOff x="4423611" y="1746250"/>
            <a:chExt cx="2950110" cy="3566270"/>
          </a:xfrm>
          <a:solidFill>
            <a:schemeClr val="accent4">
              <a:lumMod val="60000"/>
              <a:lumOff val="40000"/>
              <a:alpha val="40000"/>
            </a:schemeClr>
          </a:solidFill>
        </p:grpSpPr>
        <p:sp>
          <p:nvSpPr>
            <p:cNvPr id="399" name="Ellipszis 398"/>
            <p:cNvSpPr/>
            <p:nvPr/>
          </p:nvSpPr>
          <p:spPr>
            <a:xfrm>
              <a:off x="5166360" y="2313623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0" name="Ellipszis 399"/>
            <p:cNvSpPr/>
            <p:nvPr/>
          </p:nvSpPr>
          <p:spPr>
            <a:xfrm>
              <a:off x="5586730" y="1827531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7" name="Ellipszis 396"/>
            <p:cNvSpPr/>
            <p:nvPr/>
          </p:nvSpPr>
          <p:spPr>
            <a:xfrm rot="17438591">
              <a:off x="5237760" y="4161075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6" name="Ellipszis 395"/>
            <p:cNvSpPr/>
            <p:nvPr/>
          </p:nvSpPr>
          <p:spPr>
            <a:xfrm rot="18015131">
              <a:off x="5075836" y="3827700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5" name="Ellipszis 394"/>
            <p:cNvSpPr/>
            <p:nvPr/>
          </p:nvSpPr>
          <p:spPr>
            <a:xfrm rot="18936556">
              <a:off x="4980586" y="3956288"/>
              <a:ext cx="186522" cy="13562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4" name="Ellipszis 393"/>
            <p:cNvSpPr/>
            <p:nvPr/>
          </p:nvSpPr>
          <p:spPr>
            <a:xfrm rot="19559640">
              <a:off x="4782391" y="3577247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3" name="Ellipszis 392"/>
            <p:cNvSpPr/>
            <p:nvPr/>
          </p:nvSpPr>
          <p:spPr>
            <a:xfrm rot="18173528">
              <a:off x="4868117" y="3401035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2" name="Ellipszis 391"/>
            <p:cNvSpPr/>
            <p:nvPr/>
          </p:nvSpPr>
          <p:spPr>
            <a:xfrm rot="18680492">
              <a:off x="4968130" y="3020036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1" name="Ellipszis 390"/>
            <p:cNvSpPr/>
            <p:nvPr/>
          </p:nvSpPr>
          <p:spPr>
            <a:xfrm rot="19812551">
              <a:off x="4815730" y="3101000"/>
              <a:ext cx="186522" cy="107553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90" name="Ellipszis 389"/>
            <p:cNvSpPr/>
            <p:nvPr/>
          </p:nvSpPr>
          <p:spPr>
            <a:xfrm rot="459399">
              <a:off x="5071626" y="28283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9" name="Ellipszis 388"/>
            <p:cNvSpPr/>
            <p:nvPr/>
          </p:nvSpPr>
          <p:spPr>
            <a:xfrm rot="459399">
              <a:off x="4919226" y="2675957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8" name="Ellipszis 387"/>
            <p:cNvSpPr/>
            <p:nvPr/>
          </p:nvSpPr>
          <p:spPr>
            <a:xfrm rot="20790213">
              <a:off x="5219264" y="269976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7" name="Ellipszis 386"/>
            <p:cNvSpPr/>
            <p:nvPr/>
          </p:nvSpPr>
          <p:spPr>
            <a:xfrm rot="20790213">
              <a:off x="5095438" y="24949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6" name="Ellipszis 385"/>
            <p:cNvSpPr/>
            <p:nvPr/>
          </p:nvSpPr>
          <p:spPr>
            <a:xfrm rot="3577494">
              <a:off x="6540444" y="4227161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5" name="Ellipszis 384"/>
            <p:cNvSpPr/>
            <p:nvPr/>
          </p:nvSpPr>
          <p:spPr>
            <a:xfrm rot="3577494">
              <a:off x="6640457" y="412714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4" name="Ellipszis 383"/>
            <p:cNvSpPr/>
            <p:nvPr/>
          </p:nvSpPr>
          <p:spPr>
            <a:xfrm rot="2901804">
              <a:off x="6159653" y="4363965"/>
              <a:ext cx="251957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2" name="Ellipszis 381"/>
            <p:cNvSpPr/>
            <p:nvPr/>
          </p:nvSpPr>
          <p:spPr>
            <a:xfrm rot="2612912">
              <a:off x="6462271" y="406184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1" name="Ellipszis 380"/>
            <p:cNvSpPr/>
            <p:nvPr/>
          </p:nvSpPr>
          <p:spPr>
            <a:xfrm rot="2147207">
              <a:off x="6476558" y="346177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0" name="Ellipszis 379"/>
            <p:cNvSpPr/>
            <p:nvPr/>
          </p:nvSpPr>
          <p:spPr>
            <a:xfrm rot="2147207">
              <a:off x="6695633" y="3433195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9" name="Ellipszis 378"/>
            <p:cNvSpPr/>
            <p:nvPr/>
          </p:nvSpPr>
          <p:spPr>
            <a:xfrm rot="3542268">
              <a:off x="6395599" y="287122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8" name="Ellipszis 377"/>
            <p:cNvSpPr/>
            <p:nvPr/>
          </p:nvSpPr>
          <p:spPr>
            <a:xfrm rot="1679753">
              <a:off x="6578875" y="3114348"/>
              <a:ext cx="259714" cy="10769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7" name="Ellipszis 376"/>
            <p:cNvSpPr/>
            <p:nvPr/>
          </p:nvSpPr>
          <p:spPr>
            <a:xfrm rot="20790213">
              <a:off x="6524188" y="2604519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6" name="Ellipszis 375"/>
            <p:cNvSpPr/>
            <p:nvPr/>
          </p:nvSpPr>
          <p:spPr>
            <a:xfrm rot="20790213">
              <a:off x="6443225" y="256165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3" name="Ellipszis 372"/>
            <p:cNvSpPr/>
            <p:nvPr/>
          </p:nvSpPr>
          <p:spPr>
            <a:xfrm rot="2197682">
              <a:off x="5470866" y="3277015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4" name="Ellipszis 373"/>
            <p:cNvSpPr/>
            <p:nvPr/>
          </p:nvSpPr>
          <p:spPr>
            <a:xfrm rot="2197682">
              <a:off x="4966042" y="298650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5" name="Ellipszis 374"/>
            <p:cNvSpPr/>
            <p:nvPr/>
          </p:nvSpPr>
          <p:spPr>
            <a:xfrm rot="1773522">
              <a:off x="6124138" y="2518793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1" name="Ellipszis 370"/>
            <p:cNvSpPr/>
            <p:nvPr/>
          </p:nvSpPr>
          <p:spPr>
            <a:xfrm rot="4169971">
              <a:off x="5883908" y="4993576"/>
              <a:ext cx="187385" cy="3460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9" name="Ellipszis 368"/>
            <p:cNvSpPr/>
            <p:nvPr/>
          </p:nvSpPr>
          <p:spPr>
            <a:xfrm rot="18022506" flipH="1">
              <a:off x="5068831" y="4265260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0" name="Ellipszis 369"/>
            <p:cNvSpPr/>
            <p:nvPr/>
          </p:nvSpPr>
          <p:spPr>
            <a:xfrm rot="18022506" flipH="1">
              <a:off x="5187894" y="43700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8" name="Ellipszis 367"/>
            <p:cNvSpPr/>
            <p:nvPr/>
          </p:nvSpPr>
          <p:spPr>
            <a:xfrm rot="18022506" flipH="1">
              <a:off x="4911669" y="4217636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7" name="Ellipszis 366"/>
            <p:cNvSpPr/>
            <p:nvPr/>
          </p:nvSpPr>
          <p:spPr>
            <a:xfrm rot="3577494">
              <a:off x="6640457" y="4146199"/>
              <a:ext cx="64587" cy="10319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6" name="Ellipszis 365"/>
            <p:cNvSpPr/>
            <p:nvPr/>
          </p:nvSpPr>
          <p:spPr>
            <a:xfrm rot="2901804">
              <a:off x="6606012" y="3860991"/>
              <a:ext cx="231420" cy="10255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5" name="Ellipszis 364"/>
            <p:cNvSpPr/>
            <p:nvPr/>
          </p:nvSpPr>
          <p:spPr>
            <a:xfrm rot="2765525">
              <a:off x="6723996" y="3295294"/>
              <a:ext cx="164532" cy="11349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4" name="Ellipszis 363"/>
            <p:cNvSpPr/>
            <p:nvPr/>
          </p:nvSpPr>
          <p:spPr>
            <a:xfrm rot="2445801">
              <a:off x="6586103" y="2914080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2" name="Ellipszis 361"/>
            <p:cNvSpPr/>
            <p:nvPr/>
          </p:nvSpPr>
          <p:spPr>
            <a:xfrm rot="500387">
              <a:off x="6343213" y="2504506"/>
              <a:ext cx="250315" cy="10445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61" name="Ellipszis 360"/>
            <p:cNvSpPr/>
            <p:nvPr/>
          </p:nvSpPr>
          <p:spPr>
            <a:xfrm rot="20488461">
              <a:off x="5810763" y="1822108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9" name="Ellipszis 358"/>
            <p:cNvSpPr/>
            <p:nvPr/>
          </p:nvSpPr>
          <p:spPr>
            <a:xfrm rot="960565">
              <a:off x="5472626" y="1907834"/>
              <a:ext cx="285317" cy="133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8" name="Ellipszis 357"/>
            <p:cNvSpPr/>
            <p:nvPr/>
          </p:nvSpPr>
          <p:spPr>
            <a:xfrm>
              <a:off x="5189220" y="2328862"/>
              <a:ext cx="1192530" cy="29657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5" name="Ellipszis 354"/>
            <p:cNvSpPr/>
            <p:nvPr/>
          </p:nvSpPr>
          <p:spPr>
            <a:xfrm>
              <a:off x="5594350" y="1789430"/>
              <a:ext cx="393700" cy="29718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53" name="Egyenes összekötő 152">
              <a:extLst>
                <a:ext uri="{FF2B5EF4-FFF2-40B4-BE49-F238E27FC236}">
                  <a16:creationId xmlns="" xmlns:a16="http://schemas.microsoft.com/office/drawing/2014/main" id="{FFE20C6E-D1E4-4EF1-8A8B-7E05FF02B3B6}"/>
                </a:ext>
              </a:extLst>
            </p:cNvPr>
            <p:cNvCxnSpPr>
              <a:cxnSpLocks/>
            </p:cNvCxnSpPr>
            <p:nvPr/>
          </p:nvCxnSpPr>
          <p:spPr>
            <a:xfrm>
              <a:off x="5050303" y="4909575"/>
              <a:ext cx="477196" cy="26447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Egyenes összekötő 8">
              <a:extLst>
                <a:ext uri="{FF2B5EF4-FFF2-40B4-BE49-F238E27FC236}">
                  <a16:creationId xmlns="" xmlns:a16="http://schemas.microsoft.com/office/drawing/2014/main" id="{29B5B5CC-2591-4D69-BBF0-BE8A9092874A}"/>
                </a:ext>
              </a:extLst>
            </p:cNvPr>
            <p:cNvCxnSpPr/>
            <p:nvPr/>
          </p:nvCxnSpPr>
          <p:spPr>
            <a:xfrm flipV="1">
              <a:off x="6115368" y="4824538"/>
              <a:ext cx="371475" cy="3374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Egyenes összekötő 145">
              <a:extLst>
                <a:ext uri="{FF2B5EF4-FFF2-40B4-BE49-F238E27FC236}">
                  <a16:creationId xmlns="" xmlns:a16="http://schemas.microsoft.com/office/drawing/2014/main" id="{A9FB6F1A-5756-4A7F-967C-7D320CCC2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3547" y="5077868"/>
              <a:ext cx="307563" cy="1171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Egyenes összekötő 146">
              <a:extLst>
                <a:ext uri="{FF2B5EF4-FFF2-40B4-BE49-F238E27FC236}">
                  <a16:creationId xmlns="" xmlns:a16="http://schemas.microsoft.com/office/drawing/2014/main" id="{685F105E-6F6B-4A05-AF88-5DAAC1A49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605" y="5195054"/>
              <a:ext cx="251510" cy="4207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gyenes összekötő 147">
              <a:extLst>
                <a:ext uri="{FF2B5EF4-FFF2-40B4-BE49-F238E27FC236}">
                  <a16:creationId xmlns="" xmlns:a16="http://schemas.microsoft.com/office/drawing/2014/main" id="{E492FF34-DEC9-440F-8CE9-66F8487BD243}"/>
                </a:ext>
              </a:extLst>
            </p:cNvPr>
            <p:cNvCxnSpPr>
              <a:cxnSpLocks/>
            </p:cNvCxnSpPr>
            <p:nvPr/>
          </p:nvCxnSpPr>
          <p:spPr>
            <a:xfrm>
              <a:off x="5245702" y="4937359"/>
              <a:ext cx="334495" cy="23668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gyenes összekötő 148">
              <a:extLst>
                <a:ext uri="{FF2B5EF4-FFF2-40B4-BE49-F238E27FC236}">
                  <a16:creationId xmlns="" xmlns:a16="http://schemas.microsoft.com/office/drawing/2014/main" id="{8C0DE12B-8189-442C-8090-D1057C0386A7}"/>
                </a:ext>
              </a:extLst>
            </p:cNvPr>
            <p:cNvCxnSpPr>
              <a:cxnSpLocks/>
            </p:cNvCxnSpPr>
            <p:nvPr/>
          </p:nvCxnSpPr>
          <p:spPr>
            <a:xfrm>
              <a:off x="5295798" y="5122200"/>
              <a:ext cx="291813" cy="7963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Egyenes összekötő 150">
              <a:extLst>
                <a:ext uri="{FF2B5EF4-FFF2-40B4-BE49-F238E27FC236}">
                  <a16:creationId xmlns="" xmlns:a16="http://schemas.microsoft.com/office/drawing/2014/main" id="{E44E70F2-EA03-49CA-978A-89BA01A3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0196" y="5219648"/>
              <a:ext cx="180761" cy="3495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Egyenes összekötő 151">
              <a:extLst>
                <a:ext uri="{FF2B5EF4-FFF2-40B4-BE49-F238E27FC236}">
                  <a16:creationId xmlns="" xmlns:a16="http://schemas.microsoft.com/office/drawing/2014/main" id="{1E77F13A-4956-425B-9073-C55EC12DA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2125" y="5230625"/>
              <a:ext cx="63512" cy="414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gyenes összekötő 153">
              <a:extLst>
                <a:ext uri="{FF2B5EF4-FFF2-40B4-BE49-F238E27FC236}">
                  <a16:creationId xmlns="" xmlns:a16="http://schemas.microsoft.com/office/drawing/2014/main" id="{EDAA6E9C-D05A-40BD-BBD7-F90375E615FC}"/>
                </a:ext>
              </a:extLst>
            </p:cNvPr>
            <p:cNvCxnSpPr>
              <a:cxnSpLocks/>
            </p:cNvCxnSpPr>
            <p:nvPr/>
          </p:nvCxnSpPr>
          <p:spPr>
            <a:xfrm>
              <a:off x="5933730" y="5247328"/>
              <a:ext cx="35749" cy="4762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Egyenes összekötő 173">
              <a:extLst>
                <a:ext uri="{FF2B5EF4-FFF2-40B4-BE49-F238E27FC236}">
                  <a16:creationId xmlns="" xmlns:a16="http://schemas.microsoft.com/office/drawing/2014/main" id="{44183407-692A-4DF6-8B22-18C4113A7D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9896" y="4863120"/>
              <a:ext cx="508856" cy="298618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Egyenes összekötő 178">
              <a:extLst>
                <a:ext uri="{FF2B5EF4-FFF2-40B4-BE49-F238E27FC236}">
                  <a16:creationId xmlns="" xmlns:a16="http://schemas.microsoft.com/office/drawing/2014/main" id="{9F5FA107-CA7D-4F08-8223-F75D3B1A9D90}"/>
                </a:ext>
              </a:extLst>
            </p:cNvPr>
            <p:cNvCxnSpPr>
              <a:cxnSpLocks/>
            </p:cNvCxnSpPr>
            <p:nvPr/>
          </p:nvCxnSpPr>
          <p:spPr>
            <a:xfrm>
              <a:off x="4884819" y="4721725"/>
              <a:ext cx="645016" cy="44001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Egyenes összekötő 179">
              <a:extLst>
                <a:ext uri="{FF2B5EF4-FFF2-40B4-BE49-F238E27FC236}">
                  <a16:creationId xmlns="" xmlns:a16="http://schemas.microsoft.com/office/drawing/2014/main" id="{A6A99C2D-1EE6-4558-8991-DE05C6E91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1158" y="4642405"/>
              <a:ext cx="587942" cy="50043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="" xmlns:a16="http://schemas.microsoft.com/office/drawing/2014/main" id="{A344F8EF-37FC-4D1C-81D5-628127277802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50" y="4457700"/>
              <a:ext cx="665718" cy="41129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="" xmlns:a16="http://schemas.microsoft.com/office/drawing/2014/main" id="{69FB6E0D-39E9-4DD9-BF31-B96EC7785A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600802" y="4349749"/>
              <a:ext cx="625499" cy="43543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="" xmlns:a16="http://schemas.microsoft.com/office/drawing/2014/main" id="{CDF9DE42-61EA-4F74-B6E1-1CA51A6C5E1A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4454525"/>
              <a:ext cx="688602" cy="23597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Egyenes összekötő 196">
              <a:extLst>
                <a:ext uri="{FF2B5EF4-FFF2-40B4-BE49-F238E27FC236}">
                  <a16:creationId xmlns="" xmlns:a16="http://schemas.microsoft.com/office/drawing/2014/main" id="{21463AC1-91CE-4BE4-8472-41049D4D948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529788" y="4333874"/>
              <a:ext cx="715562" cy="30436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="" xmlns:a16="http://schemas.microsoft.com/office/drawing/2014/main" id="{AF8005F6-5D30-4E84-BFF5-7A5876D6578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025" y="4121993"/>
              <a:ext cx="379963" cy="48380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gyenes összekötő 197">
              <a:extLst>
                <a:ext uri="{FF2B5EF4-FFF2-40B4-BE49-F238E27FC236}">
                  <a16:creationId xmlns="" xmlns:a16="http://schemas.microsoft.com/office/drawing/2014/main" id="{AEC20F41-3C87-4027-A876-582B9370A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9773" y="4013396"/>
              <a:ext cx="291066" cy="47623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gyenes összekötő 198">
              <a:extLst>
                <a:ext uri="{FF2B5EF4-FFF2-40B4-BE49-F238E27FC236}">
                  <a16:creationId xmlns="" xmlns:a16="http://schemas.microsoft.com/office/drawing/2014/main" id="{9850105C-725F-4BD9-A0EB-F93E6153BAB2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9" y="4113435"/>
              <a:ext cx="471019" cy="15297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Egyenes összekötő 199">
              <a:extLst>
                <a:ext uri="{FF2B5EF4-FFF2-40B4-BE49-F238E27FC236}">
                  <a16:creationId xmlns="" xmlns:a16="http://schemas.microsoft.com/office/drawing/2014/main" id="{5CC78418-BB0E-4B75-8CD5-1463AF731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7067" y="4013200"/>
              <a:ext cx="469858" cy="11862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Egyenes összekötő 201">
              <a:extLst>
                <a:ext uri="{FF2B5EF4-FFF2-40B4-BE49-F238E27FC236}">
                  <a16:creationId xmlns="" xmlns:a16="http://schemas.microsoft.com/office/drawing/2014/main" id="{FB826650-1251-4DC8-9384-192A3F669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783" y="3409143"/>
              <a:ext cx="340487" cy="669395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Egyenes összekötő 202">
              <a:extLst>
                <a:ext uri="{FF2B5EF4-FFF2-40B4-BE49-F238E27FC236}">
                  <a16:creationId xmlns="" xmlns:a16="http://schemas.microsoft.com/office/drawing/2014/main" id="{80F7695B-19E5-4E08-99DE-39C5C012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078" y="3424651"/>
              <a:ext cx="503192" cy="29608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Egyenes összekötő 203">
              <a:extLst>
                <a:ext uri="{FF2B5EF4-FFF2-40B4-BE49-F238E27FC236}">
                  <a16:creationId xmlns="" xmlns:a16="http://schemas.microsoft.com/office/drawing/2014/main" id="{BE0F77D7-83E6-4FA7-BF2F-5A7011E8F42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455" y="3607993"/>
              <a:ext cx="328431" cy="62766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Egyenes összekötő 204">
              <a:extLst>
                <a:ext uri="{FF2B5EF4-FFF2-40B4-BE49-F238E27FC236}">
                  <a16:creationId xmlns="" xmlns:a16="http://schemas.microsoft.com/office/drawing/2014/main" id="{1A4DD638-0FC5-473E-9FF8-7E10914CB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91264" y="3616519"/>
              <a:ext cx="495555" cy="218743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gyenes összekötő 213">
              <a:extLst>
                <a:ext uri="{FF2B5EF4-FFF2-40B4-BE49-F238E27FC236}">
                  <a16:creationId xmlns="" xmlns:a16="http://schemas.microsoft.com/office/drawing/2014/main" id="{57118F33-CEB0-4655-A1C2-86740D8536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9625" y="3142248"/>
              <a:ext cx="243305" cy="63587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Egyenes összekötő 214">
              <a:extLst>
                <a:ext uri="{FF2B5EF4-FFF2-40B4-BE49-F238E27FC236}">
                  <a16:creationId xmlns="" xmlns:a16="http://schemas.microsoft.com/office/drawing/2014/main" id="{EE45BD84-A28E-4DFE-B75E-8C73E3650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578" y="3030460"/>
              <a:ext cx="193735" cy="613069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gyenes összekötő 218">
              <a:extLst>
                <a:ext uri="{FF2B5EF4-FFF2-40B4-BE49-F238E27FC236}">
                  <a16:creationId xmlns="" xmlns:a16="http://schemas.microsoft.com/office/drawing/2014/main" id="{38497D13-A339-4167-823D-D8DAF3DD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7067" y="3021906"/>
              <a:ext cx="392583" cy="146784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gyenes összekötő 219">
              <a:extLst>
                <a:ext uri="{FF2B5EF4-FFF2-40B4-BE49-F238E27FC236}">
                  <a16:creationId xmlns="" xmlns:a16="http://schemas.microsoft.com/office/drawing/2014/main" id="{7D8F9153-CD22-4867-9DF4-7C2949AAD1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04366" y="3148644"/>
              <a:ext cx="375152" cy="185747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gyenes összekötő 220">
              <a:extLst>
                <a:ext uri="{FF2B5EF4-FFF2-40B4-BE49-F238E27FC236}">
                  <a16:creationId xmlns="" xmlns:a16="http://schemas.microsoft.com/office/drawing/2014/main" id="{AD8D9FB3-AEF4-4054-A738-34B519BFE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2151" y="2469107"/>
              <a:ext cx="215486" cy="83508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gyenes összekötő 221">
              <a:extLst>
                <a:ext uri="{FF2B5EF4-FFF2-40B4-BE49-F238E27FC236}">
                  <a16:creationId xmlns="" xmlns:a16="http://schemas.microsoft.com/office/drawing/2014/main" id="{A586FEA7-B74B-490F-AC6C-34115C5472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53662" y="2478477"/>
              <a:ext cx="227543" cy="66699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gyenes összekötő 223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99" y="2479570"/>
              <a:ext cx="347965" cy="326786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gyenes összekötő 224">
              <a:extLst>
                <a:ext uri="{FF2B5EF4-FFF2-40B4-BE49-F238E27FC236}">
                  <a16:creationId xmlns="" xmlns:a16="http://schemas.microsoft.com/office/drawing/2014/main" id="{BF27880E-FEEA-4665-BD66-0BDB02222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4748" y="2473259"/>
              <a:ext cx="251086" cy="346920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Egyenes összekötő 164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483226" y="2054224"/>
              <a:ext cx="1066800" cy="45085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Egyenes összekötő 207">
              <a:extLst>
                <a:ext uri="{FF2B5EF4-FFF2-40B4-BE49-F238E27FC236}">
                  <a16:creationId xmlns="" xmlns:a16="http://schemas.microsoft.com/office/drawing/2014/main" id="{59F55B79-99DB-4FF1-9EB2-8036B72D1E3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38727" y="2054226"/>
              <a:ext cx="1060451" cy="444501"/>
            </a:xfrm>
            <a:prstGeom prst="line">
              <a:avLst/>
            </a:prstGeom>
            <a:grpFill/>
            <a:ln w="28575">
              <a:solidFill>
                <a:srgbClr val="FFCA21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Ellipszis 397"/>
            <p:cNvSpPr/>
            <p:nvPr/>
          </p:nvSpPr>
          <p:spPr>
            <a:xfrm rot="2197682">
              <a:off x="5140032" y="3117312"/>
              <a:ext cx="1378855" cy="189464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cxnSp>
        <p:nvCxnSpPr>
          <p:cNvPr id="70" name="Egyenes összekötő 69">
            <a:extLst>
              <a:ext uri="{FF2B5EF4-FFF2-40B4-BE49-F238E27FC236}">
                <a16:creationId xmlns="" xmlns:a16="http://schemas.microsoft.com/office/drawing/2014/main" id="{75DBB7EB-4CDD-4337-8CC1-B1B5059E8000}"/>
              </a:ext>
            </a:extLst>
          </p:cNvPr>
          <p:cNvCxnSpPr>
            <a:cxnSpLocks/>
          </p:cNvCxnSpPr>
          <p:nvPr/>
        </p:nvCxnSpPr>
        <p:spPr>
          <a:xfrm flipH="1">
            <a:off x="5757194" y="3662346"/>
            <a:ext cx="1" cy="872368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Egyenes összekötő 70">
            <a:extLst>
              <a:ext uri="{FF2B5EF4-FFF2-40B4-BE49-F238E27FC236}">
                <a16:creationId xmlns="" xmlns:a16="http://schemas.microsoft.com/office/drawing/2014/main" id="{21E1589A-4C45-426A-8782-2386E9474D3D}"/>
              </a:ext>
            </a:extLst>
          </p:cNvPr>
          <p:cNvCxnSpPr>
            <a:cxnSpLocks/>
          </p:cNvCxnSpPr>
          <p:nvPr/>
        </p:nvCxnSpPr>
        <p:spPr>
          <a:xfrm flipH="1">
            <a:off x="5660161" y="4498276"/>
            <a:ext cx="107021" cy="3370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="" xmlns:a16="http://schemas.microsoft.com/office/drawing/2014/main" id="{CCA17437-17FE-4135-8A7D-531B173B2FF2}"/>
              </a:ext>
            </a:extLst>
          </p:cNvPr>
          <p:cNvCxnSpPr>
            <a:cxnSpLocks/>
          </p:cNvCxnSpPr>
          <p:nvPr/>
        </p:nvCxnSpPr>
        <p:spPr>
          <a:xfrm flipH="1">
            <a:off x="5654848" y="4812990"/>
            <a:ext cx="5313" cy="3340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Egyenes összekötő 72">
            <a:extLst>
              <a:ext uri="{FF2B5EF4-FFF2-40B4-BE49-F238E27FC236}">
                <a16:creationId xmlns="" xmlns:a16="http://schemas.microsoft.com/office/drawing/2014/main" id="{7EABF34E-ED8D-4877-B58C-E0413F8A7B34}"/>
              </a:ext>
            </a:extLst>
          </p:cNvPr>
          <p:cNvCxnSpPr>
            <a:cxnSpLocks/>
          </p:cNvCxnSpPr>
          <p:nvPr/>
        </p:nvCxnSpPr>
        <p:spPr>
          <a:xfrm>
            <a:off x="5767065" y="4514625"/>
            <a:ext cx="115843" cy="3642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="" xmlns:a16="http://schemas.microsoft.com/office/drawing/2014/main" id="{C1EE5CFB-110F-4F86-9091-3593B53F5D8E}"/>
              </a:ext>
            </a:extLst>
          </p:cNvPr>
          <p:cNvCxnSpPr>
            <a:cxnSpLocks/>
          </p:cNvCxnSpPr>
          <p:nvPr/>
        </p:nvCxnSpPr>
        <p:spPr>
          <a:xfrm>
            <a:off x="5876422" y="4846348"/>
            <a:ext cx="56252" cy="344466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Egyenes összekötő 74">
            <a:extLst>
              <a:ext uri="{FF2B5EF4-FFF2-40B4-BE49-F238E27FC236}">
                <a16:creationId xmlns="" xmlns:a16="http://schemas.microsoft.com/office/drawing/2014/main" id="{10AE773F-55A6-4494-90F0-E7CC851F6BEC}"/>
              </a:ext>
            </a:extLst>
          </p:cNvPr>
          <p:cNvCxnSpPr>
            <a:cxnSpLocks/>
          </p:cNvCxnSpPr>
          <p:nvPr/>
        </p:nvCxnSpPr>
        <p:spPr>
          <a:xfrm>
            <a:off x="5615299" y="5190814"/>
            <a:ext cx="78147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="" xmlns:a16="http://schemas.microsoft.com/office/drawing/2014/main" id="{81B2B4CD-4755-4A04-998D-BB7C9B9432D8}"/>
              </a:ext>
            </a:extLst>
          </p:cNvPr>
          <p:cNvCxnSpPr>
            <a:cxnSpLocks/>
          </p:cNvCxnSpPr>
          <p:nvPr/>
        </p:nvCxnSpPr>
        <p:spPr>
          <a:xfrm flipH="1" flipV="1">
            <a:off x="5926179" y="5149509"/>
            <a:ext cx="9688" cy="8261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Egyenes összekötő 76">
            <a:extLst>
              <a:ext uri="{FF2B5EF4-FFF2-40B4-BE49-F238E27FC236}">
                <a16:creationId xmlns="" xmlns:a16="http://schemas.microsoft.com/office/drawing/2014/main" id="{90E45E59-D190-406C-AE5B-538296B65A35}"/>
              </a:ext>
            </a:extLst>
          </p:cNvPr>
          <p:cNvCxnSpPr>
            <a:cxnSpLocks/>
          </p:cNvCxnSpPr>
          <p:nvPr/>
        </p:nvCxnSpPr>
        <p:spPr>
          <a:xfrm flipV="1">
            <a:off x="5720633" y="4475119"/>
            <a:ext cx="69055" cy="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="" xmlns:a16="http://schemas.microsoft.com/office/drawing/2014/main" id="{A7E24C51-B347-4CB3-8E31-A63327CC4FF4}"/>
              </a:ext>
            </a:extLst>
          </p:cNvPr>
          <p:cNvCxnSpPr>
            <a:cxnSpLocks/>
          </p:cNvCxnSpPr>
          <p:nvPr/>
        </p:nvCxnSpPr>
        <p:spPr>
          <a:xfrm flipH="1">
            <a:off x="5681195" y="4475123"/>
            <a:ext cx="101350" cy="8237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Egyenes összekötő 78">
            <a:extLst>
              <a:ext uri="{FF2B5EF4-FFF2-40B4-BE49-F238E27FC236}">
                <a16:creationId xmlns="" xmlns:a16="http://schemas.microsoft.com/office/drawing/2014/main" id="{78EA95D6-572A-436F-8106-BBE2C7F94ABE}"/>
              </a:ext>
            </a:extLst>
          </p:cNvPr>
          <p:cNvCxnSpPr>
            <a:cxnSpLocks/>
          </p:cNvCxnSpPr>
          <p:nvPr/>
        </p:nvCxnSpPr>
        <p:spPr>
          <a:xfrm>
            <a:off x="5771316" y="4475119"/>
            <a:ext cx="181367" cy="8238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Ellipszis 79">
            <a:extLst>
              <a:ext uri="{FF2B5EF4-FFF2-40B4-BE49-F238E27FC236}">
                <a16:creationId xmlns="" xmlns:a16="http://schemas.microsoft.com/office/drawing/2014/main" id="{D2385819-FD57-45BC-8C43-7C867923C060}"/>
              </a:ext>
            </a:extLst>
          </p:cNvPr>
          <p:cNvSpPr/>
          <p:nvPr/>
        </p:nvSpPr>
        <p:spPr>
          <a:xfrm rot="21029991">
            <a:off x="5534353" y="3232589"/>
            <a:ext cx="467414" cy="45060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" name="Csoportba foglalás 352"/>
          <p:cNvGrpSpPr/>
          <p:nvPr/>
        </p:nvGrpSpPr>
        <p:grpSpPr>
          <a:xfrm>
            <a:off x="4985890" y="2400300"/>
            <a:ext cx="1466744" cy="1443260"/>
            <a:chOff x="2787044" y="1332487"/>
            <a:chExt cx="1466744" cy="1443260"/>
          </a:xfrm>
        </p:grpSpPr>
        <p:sp>
          <p:nvSpPr>
            <p:cNvPr id="352" name="Ellipszis 351"/>
            <p:cNvSpPr/>
            <p:nvPr/>
          </p:nvSpPr>
          <p:spPr>
            <a:xfrm rot="17461877" flipV="1">
              <a:off x="3773377" y="2420973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1" name="Ellipszis 350"/>
            <p:cNvSpPr/>
            <p:nvPr/>
          </p:nvSpPr>
          <p:spPr>
            <a:xfrm rot="19260662" flipV="1">
              <a:off x="3729699" y="2466457"/>
              <a:ext cx="130085" cy="6054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0" name="Ellipszis 349"/>
            <p:cNvSpPr/>
            <p:nvPr/>
          </p:nvSpPr>
          <p:spPr>
            <a:xfrm rot="20701905" flipV="1">
              <a:off x="3727732" y="2489344"/>
              <a:ext cx="102370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9" name="Ellipszis 348"/>
            <p:cNvSpPr/>
            <p:nvPr/>
          </p:nvSpPr>
          <p:spPr>
            <a:xfrm rot="20701905" flipV="1">
              <a:off x="3785283" y="2459072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7" name="Ellipszis 346"/>
            <p:cNvSpPr/>
            <p:nvPr/>
          </p:nvSpPr>
          <p:spPr>
            <a:xfrm rot="1557053">
              <a:off x="3845769" y="2170755"/>
              <a:ext cx="78641" cy="29602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6" name="Ellipszis 345"/>
            <p:cNvSpPr/>
            <p:nvPr/>
          </p:nvSpPr>
          <p:spPr>
            <a:xfrm rot="20588735">
              <a:off x="3782985" y="2254403"/>
              <a:ext cx="45719" cy="15787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5" name="Ellipszis 344"/>
            <p:cNvSpPr/>
            <p:nvPr/>
          </p:nvSpPr>
          <p:spPr>
            <a:xfrm rot="19475410">
              <a:off x="3717081" y="2083144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4" name="Ellipszis 343"/>
            <p:cNvSpPr/>
            <p:nvPr/>
          </p:nvSpPr>
          <p:spPr>
            <a:xfrm rot="1557053">
              <a:off x="3805553" y="2053369"/>
              <a:ext cx="72506" cy="27059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3" name="Ellipszis 342"/>
            <p:cNvSpPr/>
            <p:nvPr/>
          </p:nvSpPr>
          <p:spPr>
            <a:xfrm rot="1557053">
              <a:off x="3798044" y="2006945"/>
              <a:ext cx="72506" cy="29403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2" name="Ellipszis 341"/>
            <p:cNvSpPr/>
            <p:nvPr/>
          </p:nvSpPr>
          <p:spPr>
            <a:xfrm rot="18358001">
              <a:off x="3342656" y="1895267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1" name="Ellipszis 340"/>
            <p:cNvSpPr/>
            <p:nvPr/>
          </p:nvSpPr>
          <p:spPr>
            <a:xfrm rot="19740016">
              <a:off x="3328367" y="1930986"/>
              <a:ext cx="86936" cy="2094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Ellipszis 339"/>
            <p:cNvSpPr/>
            <p:nvPr/>
          </p:nvSpPr>
          <p:spPr>
            <a:xfrm rot="18226193">
              <a:off x="3269164" y="1892887"/>
              <a:ext cx="54104" cy="140936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9" name="Ellipszis 338"/>
            <p:cNvSpPr/>
            <p:nvPr/>
          </p:nvSpPr>
          <p:spPr>
            <a:xfrm rot="16983355">
              <a:off x="3318885" y="2429111"/>
              <a:ext cx="45719" cy="12795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Ellipszis 337"/>
            <p:cNvSpPr/>
            <p:nvPr/>
          </p:nvSpPr>
          <p:spPr>
            <a:xfrm rot="19280624">
              <a:off x="3272018" y="2325814"/>
              <a:ext cx="53553" cy="179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7" name="Ellipszis 336"/>
            <p:cNvSpPr/>
            <p:nvPr/>
          </p:nvSpPr>
          <p:spPr>
            <a:xfrm rot="18267339">
              <a:off x="3359120" y="1999113"/>
              <a:ext cx="62830" cy="31059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Ellipszis 335"/>
            <p:cNvSpPr/>
            <p:nvPr/>
          </p:nvSpPr>
          <p:spPr>
            <a:xfrm rot="20229635">
              <a:off x="3276057" y="2024774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5" name="Ellipszis 334"/>
            <p:cNvSpPr/>
            <p:nvPr/>
          </p:nvSpPr>
          <p:spPr>
            <a:xfrm rot="20229635">
              <a:off x="3185569" y="2000961"/>
              <a:ext cx="62830" cy="34593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Ellipszis 333"/>
            <p:cNvSpPr/>
            <p:nvPr/>
          </p:nvSpPr>
          <p:spPr>
            <a:xfrm rot="20781721">
              <a:off x="3329143" y="2110792"/>
              <a:ext cx="58402" cy="346635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3" name="Ellipszis 332"/>
            <p:cNvSpPr/>
            <p:nvPr/>
          </p:nvSpPr>
          <p:spPr>
            <a:xfrm rot="20236544">
              <a:off x="3274489" y="20812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2" name="Ellipszis 331"/>
            <p:cNvSpPr/>
            <p:nvPr/>
          </p:nvSpPr>
          <p:spPr>
            <a:xfrm rot="20554922">
              <a:off x="3629179" y="1972764"/>
              <a:ext cx="72226" cy="3598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1" name="Ellipszis 330"/>
            <p:cNvSpPr/>
            <p:nvPr/>
          </p:nvSpPr>
          <p:spPr>
            <a:xfrm rot="307296">
              <a:off x="3707087" y="2069844"/>
              <a:ext cx="45719" cy="38992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7" name="Ellipszis 326"/>
            <p:cNvSpPr/>
            <p:nvPr/>
          </p:nvSpPr>
          <p:spPr>
            <a:xfrm rot="1131027">
              <a:off x="3531169" y="1895676"/>
              <a:ext cx="310009" cy="34488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6" name="Ellipszis 325"/>
            <p:cNvSpPr/>
            <p:nvPr/>
          </p:nvSpPr>
          <p:spPr>
            <a:xfrm rot="1131027">
              <a:off x="3388832" y="1858662"/>
              <a:ext cx="197318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5" name="Ellipszis 324"/>
            <p:cNvSpPr/>
            <p:nvPr/>
          </p:nvSpPr>
          <p:spPr>
            <a:xfrm rot="307296">
              <a:off x="3360855" y="1912104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3" name="Ellipszis 312"/>
            <p:cNvSpPr/>
            <p:nvPr/>
          </p:nvSpPr>
          <p:spPr>
            <a:xfrm rot="2090414">
              <a:off x="3576242" y="1995732"/>
              <a:ext cx="45719" cy="24453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2" name="Ellipszis 311"/>
            <p:cNvSpPr/>
            <p:nvPr/>
          </p:nvSpPr>
          <p:spPr>
            <a:xfrm rot="4163951">
              <a:off x="3574524" y="1966952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0" name="Ellipszis 309"/>
            <p:cNvSpPr/>
            <p:nvPr/>
          </p:nvSpPr>
          <p:spPr>
            <a:xfrm rot="307296">
              <a:off x="3387049" y="2078793"/>
              <a:ext cx="58402" cy="39438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11" name="Ellipszis 310"/>
            <p:cNvSpPr/>
            <p:nvPr/>
          </p:nvSpPr>
          <p:spPr>
            <a:xfrm rot="2090414">
              <a:off x="3486420" y="1969333"/>
              <a:ext cx="58402" cy="44664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" name="Csoportba foglalás 287"/>
            <p:cNvGrpSpPr/>
            <p:nvPr/>
          </p:nvGrpSpPr>
          <p:grpSpPr>
            <a:xfrm rot="1507515">
              <a:off x="3485504" y="1833174"/>
              <a:ext cx="340515" cy="385214"/>
              <a:chOff x="3324745" y="1577582"/>
              <a:chExt cx="436219" cy="460729"/>
            </a:xfrm>
          </p:grpSpPr>
          <p:sp>
            <p:nvSpPr>
              <p:cNvPr id="289" name="Ellipszis 288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0" name="Ellipszis 289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1" name="Ellipszis 290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2" name="Ellipszis 291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3" name="Ellipszis 292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4" name="Ellipszis 293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5" name="Ellipszis 29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6" name="Ellipszis 295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7" name="Ellipszis 296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8" name="Ellipszis 297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" name="Csoportba foglalás 286"/>
            <p:cNvGrpSpPr/>
            <p:nvPr/>
          </p:nvGrpSpPr>
          <p:grpSpPr>
            <a:xfrm>
              <a:off x="3324745" y="1577582"/>
              <a:ext cx="436219" cy="460729"/>
              <a:chOff x="3324745" y="1577582"/>
              <a:chExt cx="436219" cy="460729"/>
            </a:xfrm>
          </p:grpSpPr>
          <p:sp>
            <p:nvSpPr>
              <p:cNvPr id="286" name="Ellipszis 285"/>
              <p:cNvSpPr/>
              <p:nvPr/>
            </p:nvSpPr>
            <p:spPr>
              <a:xfrm rot="1190723">
                <a:off x="3532640" y="1837257"/>
                <a:ext cx="93829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5" name="Ellipszis 284"/>
              <p:cNvSpPr/>
              <p:nvPr/>
            </p:nvSpPr>
            <p:spPr>
              <a:xfrm rot="3450357">
                <a:off x="3626547" y="1855174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3" name="Ellipszis 282"/>
              <p:cNvSpPr/>
              <p:nvPr/>
            </p:nvSpPr>
            <p:spPr>
              <a:xfrm rot="6727867">
                <a:off x="3405089" y="1838506"/>
                <a:ext cx="58402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4" name="Ellipszis 283"/>
              <p:cNvSpPr/>
              <p:nvPr/>
            </p:nvSpPr>
            <p:spPr>
              <a:xfrm rot="3245755">
                <a:off x="3386102" y="1764410"/>
                <a:ext cx="86455" cy="20105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2" name="Ellipszis 281"/>
              <p:cNvSpPr/>
              <p:nvPr/>
            </p:nvSpPr>
            <p:spPr>
              <a:xfrm rot="2136681">
                <a:off x="3439499" y="1736040"/>
                <a:ext cx="257453" cy="26566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6" name="Ellipszis 275"/>
              <p:cNvSpPr/>
              <p:nvPr/>
            </p:nvSpPr>
            <p:spPr>
              <a:xfrm rot="3028841">
                <a:off x="3486139" y="1563294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5" name="Ellipszis 274"/>
              <p:cNvSpPr/>
              <p:nvPr/>
            </p:nvSpPr>
            <p:spPr>
              <a:xfrm rot="2136681">
                <a:off x="3545670" y="1577582"/>
                <a:ext cx="58402" cy="381190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0" name="Ellipszis 279"/>
              <p:cNvSpPr/>
              <p:nvPr/>
            </p:nvSpPr>
            <p:spPr>
              <a:xfrm rot="20256029">
                <a:off x="3626760" y="1685012"/>
                <a:ext cx="45719" cy="4804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9" name="Ellipszis 278"/>
              <p:cNvSpPr/>
              <p:nvPr/>
            </p:nvSpPr>
            <p:spPr>
              <a:xfrm rot="20256029">
                <a:off x="3647963" y="1651344"/>
                <a:ext cx="45719" cy="309307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1" name="Ellipszis 280"/>
              <p:cNvSpPr/>
              <p:nvPr/>
            </p:nvSpPr>
            <p:spPr>
              <a:xfrm rot="20256029">
                <a:off x="3714660" y="1884439"/>
                <a:ext cx="46304" cy="58684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6" name="Csoportba foglalás 272"/>
            <p:cNvGrpSpPr/>
            <p:nvPr/>
          </p:nvGrpSpPr>
          <p:grpSpPr>
            <a:xfrm>
              <a:off x="2787044" y="1332487"/>
              <a:ext cx="1466744" cy="1443260"/>
              <a:chOff x="2863244" y="1320580"/>
              <a:chExt cx="1466744" cy="1443260"/>
            </a:xfrm>
          </p:grpSpPr>
          <p:grpSp>
            <p:nvGrpSpPr>
              <p:cNvPr id="7" name="Csoportba foglalás 258"/>
              <p:cNvGrpSpPr/>
              <p:nvPr/>
            </p:nvGrpSpPr>
            <p:grpSpPr>
              <a:xfrm>
                <a:off x="2863244" y="1320580"/>
                <a:ext cx="1466744" cy="1443260"/>
                <a:chOff x="4977793" y="2339755"/>
                <a:chExt cx="1466744" cy="1443260"/>
              </a:xfrm>
              <a:noFill/>
            </p:grpSpPr>
            <p:grpSp>
              <p:nvGrpSpPr>
                <p:cNvPr id="8" name="Csoportba foglalás 237"/>
                <p:cNvGrpSpPr/>
                <p:nvPr/>
              </p:nvGrpSpPr>
              <p:grpSpPr>
                <a:xfrm>
                  <a:off x="5523715" y="3129758"/>
                  <a:ext cx="511266" cy="653257"/>
                  <a:chOff x="4261653" y="2296321"/>
                  <a:chExt cx="511266" cy="653257"/>
                </a:xfrm>
                <a:grpFill/>
              </p:grpSpPr>
              <p:grpSp>
                <p:nvGrpSpPr>
                  <p:cNvPr id="10" name="Csoportba foglalás 187"/>
                  <p:cNvGrpSpPr/>
                  <p:nvPr/>
                </p:nvGrpSpPr>
                <p:grpSpPr>
                  <a:xfrm rot="823178">
                    <a:off x="4360727" y="2357252"/>
                    <a:ext cx="284279" cy="462682"/>
                    <a:chOff x="4230326" y="1571625"/>
                    <a:chExt cx="236899" cy="441327"/>
                  </a:xfrm>
                  <a:grpFill/>
                </p:grpSpPr>
                <p:sp>
                  <p:nvSpPr>
                    <p:cNvPr id="186" name="Ív 185"/>
                    <p:cNvSpPr/>
                    <p:nvPr/>
                  </p:nvSpPr>
                  <p:spPr>
                    <a:xfrm>
                      <a:off x="4230326" y="1610118"/>
                      <a:ext cx="227374" cy="402834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87" name="Ív 186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1" name="Csoportba foglalás 188"/>
                  <p:cNvGrpSpPr/>
                  <p:nvPr/>
                </p:nvGrpSpPr>
                <p:grpSpPr>
                  <a:xfrm>
                    <a:off x="4576146" y="2436966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190" name="Ív 189"/>
                    <p:cNvSpPr/>
                    <p:nvPr/>
                  </p:nvSpPr>
                  <p:spPr>
                    <a:xfrm>
                      <a:off x="4276641" y="1630745"/>
                      <a:ext cx="181059" cy="382205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191" name="Ív 19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2" name="Csoportba foglalás 191"/>
                  <p:cNvGrpSpPr/>
                  <p:nvPr/>
                </p:nvGrpSpPr>
                <p:grpSpPr>
                  <a:xfrm flipH="1">
                    <a:off x="4313623" y="2296321"/>
                    <a:ext cx="459296" cy="653257"/>
                    <a:chOff x="4221715" y="1547296"/>
                    <a:chExt cx="249617" cy="465654"/>
                  </a:xfrm>
                  <a:grpFill/>
                </p:grpSpPr>
                <p:sp>
                  <p:nvSpPr>
                    <p:cNvPr id="206" name="Ív 205"/>
                    <p:cNvSpPr/>
                    <p:nvPr/>
                  </p:nvSpPr>
                  <p:spPr>
                    <a:xfrm>
                      <a:off x="4229100" y="1619250"/>
                      <a:ext cx="228600" cy="393700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07" name="Ív 206"/>
                    <p:cNvSpPr/>
                    <p:nvPr/>
                  </p:nvSpPr>
                  <p:spPr>
                    <a:xfrm rot="1497937">
                      <a:off x="4221715" y="1547296"/>
                      <a:ext cx="249617" cy="413118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  <p:grpSp>
                <p:nvGrpSpPr>
                  <p:cNvPr id="13" name="Csoportba foglalás 208"/>
                  <p:cNvGrpSpPr/>
                  <p:nvPr/>
                </p:nvGrpSpPr>
                <p:grpSpPr>
                  <a:xfrm flipH="1">
                    <a:off x="4261653" y="2451692"/>
                    <a:ext cx="175566" cy="312892"/>
                    <a:chOff x="4238625" y="1571625"/>
                    <a:chExt cx="228600" cy="441325"/>
                  </a:xfrm>
                  <a:grpFill/>
                </p:grpSpPr>
                <p:sp>
                  <p:nvSpPr>
                    <p:cNvPr id="210" name="Ív 209"/>
                    <p:cNvSpPr/>
                    <p:nvPr/>
                  </p:nvSpPr>
                  <p:spPr>
                    <a:xfrm>
                      <a:off x="4363886" y="1653638"/>
                      <a:ext cx="93814" cy="359312"/>
                    </a:xfrm>
                    <a:prstGeom prst="arc">
                      <a:avLst/>
                    </a:pr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  <p:sp>
                  <p:nvSpPr>
                    <p:cNvPr id="211" name="Szabadkézi sokszög 210"/>
                    <p:cNvSpPr/>
                    <p:nvPr/>
                  </p:nvSpPr>
                  <p:spPr>
                    <a:xfrm rot="1497937">
                      <a:off x="4238625" y="1571625"/>
                      <a:ext cx="228600" cy="393700"/>
                    </a:xfrm>
                    <a:custGeom>
                      <a:avLst/>
                      <a:gdLst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  <a:gd name="connsiteX3" fmla="*/ 114300 w 228600"/>
                        <a:gd name="connsiteY3" fmla="*/ 196850 h 393700"/>
                        <a:gd name="connsiteX4" fmla="*/ 114300 w 228600"/>
                        <a:gd name="connsiteY4" fmla="*/ 0 h 393700"/>
                        <a:gd name="connsiteX0" fmla="*/ 114300 w 228600"/>
                        <a:gd name="connsiteY0" fmla="*/ 0 h 393700"/>
                        <a:gd name="connsiteX1" fmla="*/ 213145 w 228600"/>
                        <a:gd name="connsiteY1" fmla="*/ 98005 h 393700"/>
                        <a:gd name="connsiteX2" fmla="*/ 228600 w 228600"/>
                        <a:gd name="connsiteY2" fmla="*/ 196850 h 3937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28600" h="393700" stroke="0" extrusionOk="0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  <a:lnTo>
                            <a:pt x="114300" y="196850"/>
                          </a:lnTo>
                          <a:lnTo>
                            <a:pt x="114300" y="0"/>
                          </a:lnTo>
                          <a:close/>
                        </a:path>
                        <a:path w="228600" h="393700" fill="none">
                          <a:moveTo>
                            <a:pt x="114300" y="0"/>
                          </a:moveTo>
                          <a:cubicBezTo>
                            <a:pt x="155035" y="0"/>
                            <a:pt x="192691" y="37336"/>
                            <a:pt x="213145" y="98005"/>
                          </a:cubicBezTo>
                          <a:cubicBezTo>
                            <a:pt x="223268" y="128030"/>
                            <a:pt x="228600" y="162131"/>
                            <a:pt x="228600" y="196850"/>
                          </a:cubicBezTo>
                        </a:path>
                      </a:pathLst>
                    </a:custGeom>
                    <a:grpFill/>
                    <a:ln w="190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hu-HU"/>
                    </a:p>
                  </p:txBody>
                </p:sp>
              </p:grpSp>
            </p:grpSp>
            <p:grpSp>
              <p:nvGrpSpPr>
                <p:cNvPr id="14" name="Csoportba foglalás 216"/>
                <p:cNvGrpSpPr/>
                <p:nvPr/>
              </p:nvGrpSpPr>
              <p:grpSpPr>
                <a:xfrm rot="3198530" flipV="1">
                  <a:off x="5904716" y="3241840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18" name="Ív 217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0" name="Ív 229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5" name="Csoportba foglalás 230"/>
                <p:cNvGrpSpPr/>
                <p:nvPr/>
              </p:nvGrpSpPr>
              <p:grpSpPr>
                <a:xfrm rot="1932286" flipV="1">
                  <a:off x="5888830" y="2848197"/>
                  <a:ext cx="259320" cy="625017"/>
                  <a:chOff x="4211451" y="1573248"/>
                  <a:chExt cx="265440" cy="485165"/>
                </a:xfrm>
                <a:grpFill/>
              </p:grpSpPr>
              <p:sp>
                <p:nvSpPr>
                  <p:cNvPr id="232" name="Ív 23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3" name="Ív 232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6" name="Csoportba foglalás 233"/>
                <p:cNvGrpSpPr/>
                <p:nvPr/>
              </p:nvGrpSpPr>
              <p:grpSpPr>
                <a:xfrm rot="3087559" flipH="1" flipV="1">
                  <a:off x="5902416" y="2731799"/>
                  <a:ext cx="361677" cy="722564"/>
                  <a:chOff x="4141106" y="1573248"/>
                  <a:chExt cx="335785" cy="485165"/>
                </a:xfrm>
                <a:grpFill/>
              </p:grpSpPr>
              <p:sp>
                <p:nvSpPr>
                  <p:cNvPr id="235" name="Ív 234"/>
                  <p:cNvSpPr/>
                  <p:nvPr/>
                </p:nvSpPr>
                <p:spPr>
                  <a:xfrm>
                    <a:off x="4141106" y="1691168"/>
                    <a:ext cx="316593" cy="3217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36" name="Ív 235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7" name="Csoportba foglalás 238"/>
                <p:cNvGrpSpPr/>
                <p:nvPr/>
              </p:nvGrpSpPr>
              <p:grpSpPr>
                <a:xfrm rot="1932286" flipV="1">
                  <a:off x="5926213" y="2756296"/>
                  <a:ext cx="207254" cy="746334"/>
                  <a:chOff x="4329982" y="1463272"/>
                  <a:chExt cx="212145" cy="579336"/>
                </a:xfrm>
                <a:grpFill/>
              </p:grpSpPr>
              <p:sp>
                <p:nvSpPr>
                  <p:cNvPr id="240" name="Ív 239"/>
                  <p:cNvSpPr/>
                  <p:nvPr/>
                </p:nvSpPr>
                <p:spPr>
                  <a:xfrm rot="10987660">
                    <a:off x="4390592" y="1463272"/>
                    <a:ext cx="151535" cy="38369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1" name="Ív 240"/>
                  <p:cNvSpPr/>
                  <p:nvPr/>
                </p:nvSpPr>
                <p:spPr>
                  <a:xfrm rot="1497937">
                    <a:off x="4329982" y="1614263"/>
                    <a:ext cx="125628" cy="42834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8" name="Csoportba foglalás 241"/>
                <p:cNvGrpSpPr/>
                <p:nvPr/>
              </p:nvGrpSpPr>
              <p:grpSpPr>
                <a:xfrm rot="17691938" flipV="1">
                  <a:off x="5087350" y="2808013"/>
                  <a:ext cx="503450" cy="722564"/>
                  <a:chOff x="4009483" y="1573248"/>
                  <a:chExt cx="467408" cy="485165"/>
                </a:xfrm>
                <a:grpFill/>
              </p:grpSpPr>
              <p:sp>
                <p:nvSpPr>
                  <p:cNvPr id="243" name="Ív 242"/>
                  <p:cNvSpPr/>
                  <p:nvPr/>
                </p:nvSpPr>
                <p:spPr>
                  <a:xfrm>
                    <a:off x="4009483" y="1670763"/>
                    <a:ext cx="455459" cy="37294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4" name="Ív 243"/>
                  <p:cNvSpPr/>
                  <p:nvPr/>
                </p:nvSpPr>
                <p:spPr>
                  <a:xfrm rot="1497937">
                    <a:off x="4211451" y="1573248"/>
                    <a:ext cx="265440" cy="485165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19" name="Csoportba foglalás 244"/>
                <p:cNvGrpSpPr/>
                <p:nvPr/>
              </p:nvGrpSpPr>
              <p:grpSpPr>
                <a:xfrm rot="2290000" flipH="1" flipV="1">
                  <a:off x="5783170" y="2339755"/>
                  <a:ext cx="549798" cy="944900"/>
                  <a:chOff x="3979703" y="1558122"/>
                  <a:chExt cx="510437" cy="634452"/>
                </a:xfrm>
                <a:grpFill/>
              </p:grpSpPr>
              <p:sp>
                <p:nvSpPr>
                  <p:cNvPr id="246" name="Ív 245"/>
                  <p:cNvSpPr/>
                  <p:nvPr/>
                </p:nvSpPr>
                <p:spPr>
                  <a:xfrm>
                    <a:off x="3979703" y="1772277"/>
                    <a:ext cx="489833" cy="291183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47" name="Szabadkézi sokszög 246"/>
                  <p:cNvSpPr/>
                  <p:nvPr/>
                </p:nvSpPr>
                <p:spPr>
                  <a:xfrm rot="1497937">
                    <a:off x="4216290" y="1558122"/>
                    <a:ext cx="273850" cy="634452"/>
                  </a:xfrm>
                  <a:custGeom>
                    <a:avLst/>
                    <a:gdLst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  <a:gd name="connsiteX3" fmla="*/ 136925 w 273850"/>
                      <a:gd name="connsiteY3" fmla="*/ 317226 h 634452"/>
                      <a:gd name="connsiteX4" fmla="*/ 136925 w 273850"/>
                      <a:gd name="connsiteY4" fmla="*/ 0 h 634452"/>
                      <a:gd name="connsiteX0" fmla="*/ 136925 w 273850"/>
                      <a:gd name="connsiteY0" fmla="*/ 0 h 634452"/>
                      <a:gd name="connsiteX1" fmla="*/ 262639 w 273850"/>
                      <a:gd name="connsiteY1" fmla="*/ 191512 h 634452"/>
                      <a:gd name="connsiteX2" fmla="*/ 273850 w 273850"/>
                      <a:gd name="connsiteY2" fmla="*/ 317226 h 6344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73850" h="634452" stroke="0" extrusionOk="0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  <a:lnTo>
                          <a:pt x="136925" y="317226"/>
                        </a:lnTo>
                        <a:lnTo>
                          <a:pt x="136925" y="0"/>
                        </a:lnTo>
                        <a:close/>
                      </a:path>
                      <a:path w="273850" h="634452" fill="none">
                        <a:moveTo>
                          <a:pt x="136925" y="0"/>
                        </a:moveTo>
                        <a:cubicBezTo>
                          <a:pt x="191570" y="0"/>
                          <a:pt x="240983" y="75276"/>
                          <a:pt x="262639" y="191512"/>
                        </a:cubicBezTo>
                        <a:cubicBezTo>
                          <a:pt x="270035" y="231209"/>
                          <a:pt x="273850" y="273989"/>
                          <a:pt x="273850" y="317226"/>
                        </a:cubicBezTo>
                      </a:path>
                    </a:pathLst>
                  </a:cu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0" name="Csoportba foglalás 247"/>
                <p:cNvGrpSpPr/>
                <p:nvPr/>
              </p:nvGrpSpPr>
              <p:grpSpPr>
                <a:xfrm rot="19849264" flipH="1" flipV="1">
                  <a:off x="5332647" y="2663622"/>
                  <a:ext cx="322511" cy="692746"/>
                  <a:chOff x="4188337" y="1563662"/>
                  <a:chExt cx="299423" cy="465144"/>
                </a:xfrm>
                <a:grpFill/>
              </p:grpSpPr>
              <p:sp>
                <p:nvSpPr>
                  <p:cNvPr id="249" name="Ív 248"/>
                  <p:cNvSpPr/>
                  <p:nvPr/>
                </p:nvSpPr>
                <p:spPr>
                  <a:xfrm>
                    <a:off x="4261105" y="1686491"/>
                    <a:ext cx="196597" cy="326461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0" name="Ív 249"/>
                  <p:cNvSpPr/>
                  <p:nvPr/>
                </p:nvSpPr>
                <p:spPr>
                  <a:xfrm rot="1497937">
                    <a:off x="4188337" y="1563662"/>
                    <a:ext cx="299423" cy="465144"/>
                  </a:xfrm>
                  <a:prstGeom prst="arc">
                    <a:avLst>
                      <a:gd name="adj1" fmla="val 16200000"/>
                      <a:gd name="adj2" fmla="val 377478"/>
                    </a:avLst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1" name="Csoportba foglalás 250"/>
                <p:cNvGrpSpPr/>
                <p:nvPr/>
              </p:nvGrpSpPr>
              <p:grpSpPr>
                <a:xfrm rot="16891319" flipH="1" flipV="1">
                  <a:off x="5433047" y="3303604"/>
                  <a:ext cx="140562" cy="249942"/>
                  <a:chOff x="4281478" y="1586677"/>
                  <a:chExt cx="186213" cy="450714"/>
                </a:xfrm>
                <a:grpFill/>
              </p:grpSpPr>
              <p:sp>
                <p:nvSpPr>
                  <p:cNvPr id="252" name="Ív 251"/>
                  <p:cNvSpPr/>
                  <p:nvPr/>
                </p:nvSpPr>
                <p:spPr>
                  <a:xfrm>
                    <a:off x="4385588" y="1719694"/>
                    <a:ext cx="72111" cy="293257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3" name="Ív 252"/>
                  <p:cNvSpPr/>
                  <p:nvPr/>
                </p:nvSpPr>
                <p:spPr>
                  <a:xfrm rot="2063920">
                    <a:off x="4281478" y="1586677"/>
                    <a:ext cx="186213" cy="45071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  <p:grpSp>
              <p:nvGrpSpPr>
                <p:cNvPr id="22" name="Csoportba foglalás 253"/>
                <p:cNvGrpSpPr/>
                <p:nvPr/>
              </p:nvGrpSpPr>
              <p:grpSpPr>
                <a:xfrm rot="19182483" flipH="1" flipV="1">
                  <a:off x="5411799" y="3158496"/>
                  <a:ext cx="186467" cy="318155"/>
                  <a:chOff x="4227236" y="1572297"/>
                  <a:chExt cx="242794" cy="448748"/>
                </a:xfrm>
                <a:grpFill/>
              </p:grpSpPr>
              <p:sp>
                <p:nvSpPr>
                  <p:cNvPr id="255" name="Ív 254"/>
                  <p:cNvSpPr/>
                  <p:nvPr/>
                </p:nvSpPr>
                <p:spPr>
                  <a:xfrm>
                    <a:off x="4301430" y="1736617"/>
                    <a:ext cx="156270" cy="276334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  <p:sp>
                <p:nvSpPr>
                  <p:cNvPr id="256" name="Ív 255"/>
                  <p:cNvSpPr/>
                  <p:nvPr/>
                </p:nvSpPr>
                <p:spPr>
                  <a:xfrm rot="1497937">
                    <a:off x="4227236" y="1572297"/>
                    <a:ext cx="242794" cy="448748"/>
                  </a:xfrm>
                  <a:prstGeom prst="arc">
                    <a:avLst/>
                  </a:prstGeom>
                  <a:grpFill/>
                  <a:ln w="190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hu-HU"/>
                  </a:p>
                </p:txBody>
              </p:sp>
            </p:grpSp>
          </p:grpSp>
          <p:sp>
            <p:nvSpPr>
              <p:cNvPr id="267" name="Ív 266"/>
              <p:cNvSpPr/>
              <p:nvPr/>
            </p:nvSpPr>
            <p:spPr>
              <a:xfrm rot="16609204" flipV="1">
                <a:off x="3772604" y="2001117"/>
                <a:ext cx="200997" cy="83992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1" name="Ív 270"/>
              <p:cNvSpPr/>
              <p:nvPr/>
            </p:nvSpPr>
            <p:spPr>
              <a:xfrm rot="19647609" flipH="1" flipV="1">
                <a:off x="3300449" y="1857354"/>
                <a:ext cx="121369" cy="22149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2" name="Ív 271"/>
              <p:cNvSpPr/>
              <p:nvPr/>
            </p:nvSpPr>
            <p:spPr>
              <a:xfrm rot="111529" flipH="1" flipV="1">
                <a:off x="3308672" y="1870021"/>
                <a:ext cx="136626" cy="268577"/>
              </a:xfrm>
              <a:prstGeom prst="arc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48" name="Ellipszis 347"/>
            <p:cNvSpPr/>
            <p:nvPr/>
          </p:nvSpPr>
          <p:spPr>
            <a:xfrm rot="1557053" flipV="1">
              <a:off x="3799572" y="2297148"/>
              <a:ext cx="78641" cy="457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grpSp>
        <p:nvGrpSpPr>
          <p:cNvPr id="23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19405082">
            <a:off x="5784681" y="3846943"/>
            <a:ext cx="64174" cy="136261"/>
            <a:chOff x="10926111" y="4092956"/>
            <a:chExt cx="99543" cy="725490"/>
          </a:xfrm>
        </p:grpSpPr>
        <p:cxnSp>
          <p:nvCxnSpPr>
            <p:cNvPr id="213" name="Egyenes összekötő 212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4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27" name="Egyenes összekötő 226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7" name="Egyenes összekötő 216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Egyenes összekötő 228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Csoportba foglalás 139">
            <a:extLst>
              <a:ext uri="{FF2B5EF4-FFF2-40B4-BE49-F238E27FC236}">
                <a16:creationId xmlns="" xmlns:a16="http://schemas.microsoft.com/office/drawing/2014/main" id="{6EB88FBB-929F-4B4D-9B2A-C9712C0B5C84}"/>
              </a:ext>
            </a:extLst>
          </p:cNvPr>
          <p:cNvGrpSpPr/>
          <p:nvPr/>
        </p:nvGrpSpPr>
        <p:grpSpPr>
          <a:xfrm rot="2194918" flipH="1">
            <a:off x="5658492" y="3839803"/>
            <a:ext cx="64147" cy="136262"/>
            <a:chOff x="10926111" y="4092953"/>
            <a:chExt cx="99501" cy="725493"/>
          </a:xfrm>
        </p:grpSpPr>
        <p:cxnSp>
          <p:nvCxnSpPr>
            <p:cNvPr id="234" name="Egyenes összekötő 233">
              <a:extLst>
                <a:ext uri="{FF2B5EF4-FFF2-40B4-BE49-F238E27FC236}">
                  <a16:creationId xmlns="" xmlns:a16="http://schemas.microsoft.com/office/drawing/2014/main" id="{1F33EDE7-13B4-4621-B85C-BBEDB603710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2014" y="4242155"/>
              <a:ext cx="352839" cy="54441"/>
            </a:xfrm>
            <a:prstGeom prst="line">
              <a:avLst/>
            </a:prstGeom>
            <a:ln w="7620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6" name="Csoportba foglalás 107">
              <a:extLst>
                <a:ext uri="{FF2B5EF4-FFF2-40B4-BE49-F238E27FC236}">
                  <a16:creationId xmlns="" xmlns:a16="http://schemas.microsoft.com/office/drawing/2014/main" id="{4D20A68F-4B6C-4414-A348-C48116DFD9B6}"/>
                </a:ext>
              </a:extLst>
            </p:cNvPr>
            <p:cNvGrpSpPr/>
            <p:nvPr/>
          </p:nvGrpSpPr>
          <p:grpSpPr>
            <a:xfrm>
              <a:off x="10926111" y="4387257"/>
              <a:ext cx="52249" cy="431189"/>
              <a:chOff x="5400341" y="3105193"/>
              <a:chExt cx="52249" cy="431189"/>
            </a:xfrm>
          </p:grpSpPr>
          <p:cxnSp>
            <p:nvCxnSpPr>
              <p:cNvPr id="238" name="Egyenes összekötő 237">
                <a:extLst>
                  <a:ext uri="{FF2B5EF4-FFF2-40B4-BE49-F238E27FC236}">
                    <a16:creationId xmlns="" xmlns:a16="http://schemas.microsoft.com/office/drawing/2014/main" id="{5728C0A8-CF5B-4E1F-ABA8-1FC10127C6BE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371442" y="3179525"/>
                <a:ext cx="155479" cy="6816"/>
              </a:xfrm>
              <a:prstGeom prst="line">
                <a:avLst/>
              </a:prstGeom>
              <a:ln w="762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9" name="Egyenes összekötő 238">
                <a:extLst>
                  <a:ext uri="{FF2B5EF4-FFF2-40B4-BE49-F238E27FC236}">
                    <a16:creationId xmlns="" xmlns:a16="http://schemas.microsoft.com/office/drawing/2014/main" id="{47735CD3-81A9-41D3-9F84-CFEACDD5D310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 flipH="1" flipV="1">
                <a:off x="5403165" y="3187131"/>
                <a:ext cx="88825" cy="3715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5" name="Egyenes összekötő 244">
                <a:extLst>
                  <a:ext uri="{FF2B5EF4-FFF2-40B4-BE49-F238E27FC236}">
                    <a16:creationId xmlns="" xmlns:a16="http://schemas.microsoft.com/office/drawing/2014/main" id="{2172A2B5-EAF0-4E4E-8872-78BD1538A336}"/>
                  </a:ext>
                </a:extLst>
              </p:cNvPr>
              <p:cNvCxnSpPr>
                <a:cxnSpLocks/>
              </p:cNvCxnSpPr>
              <p:nvPr/>
            </p:nvCxnSpPr>
            <p:spPr>
              <a:xfrm rot="7594918">
                <a:off x="5194027" y="3324874"/>
                <a:ext cx="417822" cy="5193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201" name="Ellipszis 200"/>
          <p:cNvSpPr/>
          <p:nvPr/>
        </p:nvSpPr>
        <p:spPr>
          <a:xfrm>
            <a:off x="-3114675" y="-1257300"/>
            <a:ext cx="19945350" cy="9646553"/>
          </a:xfrm>
          <a:prstGeom prst="ellipse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6531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5642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5134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4499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3356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2213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2213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-107097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453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215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977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739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3501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4263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5406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6803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7565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8327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9089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9724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0486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1375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2137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2899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3788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4550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5439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6201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6963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8614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8741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19630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0392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1154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1916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2678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3567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4456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2598003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zövegdoboz 208"/>
          <p:cNvSpPr txBox="1"/>
          <p:nvPr/>
        </p:nvSpPr>
        <p:spPr>
          <a:xfrm>
            <a:off x="2882900" y="3013502"/>
            <a:ext cx="604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800" dirty="0" smtClean="0"/>
              <a:t>Készítette: Boros Dániel</a:t>
            </a:r>
            <a:endParaRPr lang="hu-HU" sz="4800" dirty="0"/>
          </a:p>
        </p:txBody>
      </p:sp>
    </p:spTree>
    <p:extLst>
      <p:ext uri="{BB962C8B-B14F-4D97-AF65-F5344CB8AC3E}">
        <p14:creationId xmlns="" xmlns:p14="http://schemas.microsoft.com/office/powerpoint/2010/main" val="108832331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100" advTm="0">
        <p:cut/>
      </p:transition>
    </mc:Choice>
    <mc:Fallback>
      <p:transition advTm="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334</TotalTime>
  <Words>160</Words>
  <Application>Microsoft Office PowerPoint</Application>
  <PresentationFormat>Egyéni</PresentationFormat>
  <Paragraphs>40</Paragraphs>
  <Slides>190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190</vt:i4>
      </vt:variant>
    </vt:vector>
  </HeadingPairs>
  <TitlesOfParts>
    <vt:vector size="191" baseType="lpstr">
      <vt:lpstr>Office-téma</vt:lpstr>
      <vt:lpstr>1. dia</vt:lpstr>
      <vt:lpstr>2. dia</vt:lpstr>
      <vt:lpstr>3. dia</vt:lpstr>
      <vt:lpstr>4. dia</vt:lpstr>
      <vt:lpstr>5. dia</vt:lpstr>
      <vt:lpstr>6. dia</vt:lpstr>
      <vt:lpstr>7. dia</vt:lpstr>
      <vt:lpstr>8. dia</vt:lpstr>
      <vt:lpstr>9. dia</vt:lpstr>
      <vt:lpstr>10. dia</vt:lpstr>
      <vt:lpstr>11. dia</vt:lpstr>
      <vt:lpstr>12. dia</vt:lpstr>
      <vt:lpstr>13. dia</vt:lpstr>
      <vt:lpstr>14. dia</vt:lpstr>
      <vt:lpstr>15. dia</vt:lpstr>
      <vt:lpstr>16. dia</vt:lpstr>
      <vt:lpstr>17. dia</vt:lpstr>
      <vt:lpstr>18. dia</vt:lpstr>
      <vt:lpstr>19. dia</vt:lpstr>
      <vt:lpstr>20. dia</vt:lpstr>
      <vt:lpstr>21. dia</vt:lpstr>
      <vt:lpstr>22. dia</vt:lpstr>
      <vt:lpstr>23. dia</vt:lpstr>
      <vt:lpstr>24. dia</vt:lpstr>
      <vt:lpstr>25. dia</vt:lpstr>
      <vt:lpstr>26. dia</vt:lpstr>
      <vt:lpstr>27. dia</vt:lpstr>
      <vt:lpstr>28. dia</vt:lpstr>
      <vt:lpstr>29. dia</vt:lpstr>
      <vt:lpstr>30. dia</vt:lpstr>
      <vt:lpstr>31. dia</vt:lpstr>
      <vt:lpstr>32. dia</vt:lpstr>
      <vt:lpstr>33. dia</vt:lpstr>
      <vt:lpstr>34. dia</vt:lpstr>
      <vt:lpstr>35. dia</vt:lpstr>
      <vt:lpstr>36. dia</vt:lpstr>
      <vt:lpstr>37. dia</vt:lpstr>
      <vt:lpstr>38. dia</vt:lpstr>
      <vt:lpstr>39. dia</vt:lpstr>
      <vt:lpstr>40. dia</vt:lpstr>
      <vt:lpstr>41. dia</vt:lpstr>
      <vt:lpstr>42. dia</vt:lpstr>
      <vt:lpstr>43. dia</vt:lpstr>
      <vt:lpstr>44. dia</vt:lpstr>
      <vt:lpstr>45. dia</vt:lpstr>
      <vt:lpstr>46. dia</vt:lpstr>
      <vt:lpstr>47. dia</vt:lpstr>
      <vt:lpstr>48. dia</vt:lpstr>
      <vt:lpstr>49. dia</vt:lpstr>
      <vt:lpstr>50. dia</vt:lpstr>
      <vt:lpstr>51. dia</vt:lpstr>
      <vt:lpstr>52. dia</vt:lpstr>
      <vt:lpstr>53. dia</vt:lpstr>
      <vt:lpstr>54. dia</vt:lpstr>
      <vt:lpstr>55. dia</vt:lpstr>
      <vt:lpstr>56. dia</vt:lpstr>
      <vt:lpstr>57. dia</vt:lpstr>
      <vt:lpstr>58. dia</vt:lpstr>
      <vt:lpstr>59. dia</vt:lpstr>
      <vt:lpstr>60. dia</vt:lpstr>
      <vt:lpstr>61. dia</vt:lpstr>
      <vt:lpstr>62. dia</vt:lpstr>
      <vt:lpstr>63. dia</vt:lpstr>
      <vt:lpstr>64. dia</vt:lpstr>
      <vt:lpstr>65. dia</vt:lpstr>
      <vt:lpstr>66. dia</vt:lpstr>
      <vt:lpstr>67. dia</vt:lpstr>
      <vt:lpstr>68. dia</vt:lpstr>
      <vt:lpstr>69. dia</vt:lpstr>
      <vt:lpstr>70. dia</vt:lpstr>
      <vt:lpstr>71. dia</vt:lpstr>
      <vt:lpstr>72. dia</vt:lpstr>
      <vt:lpstr>73. dia</vt:lpstr>
      <vt:lpstr>74. dia</vt:lpstr>
      <vt:lpstr>75. dia</vt:lpstr>
      <vt:lpstr>76. dia</vt:lpstr>
      <vt:lpstr>77. dia</vt:lpstr>
      <vt:lpstr>78. dia</vt:lpstr>
      <vt:lpstr>79. dia</vt:lpstr>
      <vt:lpstr>80. dia</vt:lpstr>
      <vt:lpstr>81. dia</vt:lpstr>
      <vt:lpstr>82. dia</vt:lpstr>
      <vt:lpstr>83. dia</vt:lpstr>
      <vt:lpstr>84. dia</vt:lpstr>
      <vt:lpstr>85. dia</vt:lpstr>
      <vt:lpstr>86. dia</vt:lpstr>
      <vt:lpstr>87. dia</vt:lpstr>
      <vt:lpstr>88. dia</vt:lpstr>
      <vt:lpstr>89. dia</vt:lpstr>
      <vt:lpstr>90. dia</vt:lpstr>
      <vt:lpstr>91. dia</vt:lpstr>
      <vt:lpstr>92. dia</vt:lpstr>
      <vt:lpstr>93. dia</vt:lpstr>
      <vt:lpstr>94. dia</vt:lpstr>
      <vt:lpstr>95. dia</vt:lpstr>
      <vt:lpstr>96. dia</vt:lpstr>
      <vt:lpstr>97. dia</vt:lpstr>
      <vt:lpstr>98. dia</vt:lpstr>
      <vt:lpstr>99. dia</vt:lpstr>
      <vt:lpstr>100. dia</vt:lpstr>
      <vt:lpstr>101. dia</vt:lpstr>
      <vt:lpstr>102. dia</vt:lpstr>
      <vt:lpstr>103. dia</vt:lpstr>
      <vt:lpstr>104. dia</vt:lpstr>
      <vt:lpstr>105. dia</vt:lpstr>
      <vt:lpstr>106. dia</vt:lpstr>
      <vt:lpstr>107. dia</vt:lpstr>
      <vt:lpstr>108. dia</vt:lpstr>
      <vt:lpstr>109. dia</vt:lpstr>
      <vt:lpstr>110. dia</vt:lpstr>
      <vt:lpstr>111. dia</vt:lpstr>
      <vt:lpstr>112. dia</vt:lpstr>
      <vt:lpstr>113. dia</vt:lpstr>
      <vt:lpstr>114. dia</vt:lpstr>
      <vt:lpstr>115. dia</vt:lpstr>
      <vt:lpstr>116. dia</vt:lpstr>
      <vt:lpstr>117. dia</vt:lpstr>
      <vt:lpstr>118. dia</vt:lpstr>
      <vt:lpstr>119. dia</vt:lpstr>
      <vt:lpstr>120. dia</vt:lpstr>
      <vt:lpstr>121. dia</vt:lpstr>
      <vt:lpstr>122. dia</vt:lpstr>
      <vt:lpstr>123. dia</vt:lpstr>
      <vt:lpstr>124. dia</vt:lpstr>
      <vt:lpstr>125. dia</vt:lpstr>
      <vt:lpstr>126. dia</vt:lpstr>
      <vt:lpstr>127. dia</vt:lpstr>
      <vt:lpstr>128. dia</vt:lpstr>
      <vt:lpstr>129. dia</vt:lpstr>
      <vt:lpstr>130. dia</vt:lpstr>
      <vt:lpstr>131. dia</vt:lpstr>
      <vt:lpstr>132. dia</vt:lpstr>
      <vt:lpstr>133. dia</vt:lpstr>
      <vt:lpstr>134. dia</vt:lpstr>
      <vt:lpstr>135. dia</vt:lpstr>
      <vt:lpstr>136. dia</vt:lpstr>
      <vt:lpstr>137. dia</vt:lpstr>
      <vt:lpstr>138. dia</vt:lpstr>
      <vt:lpstr>139. dia</vt:lpstr>
      <vt:lpstr>140. dia</vt:lpstr>
      <vt:lpstr>141. dia</vt:lpstr>
      <vt:lpstr>142. dia</vt:lpstr>
      <vt:lpstr>143. dia</vt:lpstr>
      <vt:lpstr>144. dia</vt:lpstr>
      <vt:lpstr>145. dia</vt:lpstr>
      <vt:lpstr>146. dia</vt:lpstr>
      <vt:lpstr>147. dia</vt:lpstr>
      <vt:lpstr>148. dia</vt:lpstr>
      <vt:lpstr>149. dia</vt:lpstr>
      <vt:lpstr>150. dia</vt:lpstr>
      <vt:lpstr>151. dia</vt:lpstr>
      <vt:lpstr>152. dia</vt:lpstr>
      <vt:lpstr>153. dia</vt:lpstr>
      <vt:lpstr>154. dia</vt:lpstr>
      <vt:lpstr>155. dia</vt:lpstr>
      <vt:lpstr>156. dia</vt:lpstr>
      <vt:lpstr>157. dia</vt:lpstr>
      <vt:lpstr>158. dia</vt:lpstr>
      <vt:lpstr>159. dia</vt:lpstr>
      <vt:lpstr>160. dia</vt:lpstr>
      <vt:lpstr>161. dia</vt:lpstr>
      <vt:lpstr>162. dia</vt:lpstr>
      <vt:lpstr>163. dia</vt:lpstr>
      <vt:lpstr>164. dia</vt:lpstr>
      <vt:lpstr>165. dia</vt:lpstr>
      <vt:lpstr>166. dia</vt:lpstr>
      <vt:lpstr>167. dia</vt:lpstr>
      <vt:lpstr>168. dia</vt:lpstr>
      <vt:lpstr>169. dia</vt:lpstr>
      <vt:lpstr>170. dia</vt:lpstr>
      <vt:lpstr>171. dia</vt:lpstr>
      <vt:lpstr>172. dia</vt:lpstr>
      <vt:lpstr>173. dia</vt:lpstr>
      <vt:lpstr>174. dia</vt:lpstr>
      <vt:lpstr>175. dia</vt:lpstr>
      <vt:lpstr>176. dia</vt:lpstr>
      <vt:lpstr>177. dia</vt:lpstr>
      <vt:lpstr>178. dia</vt:lpstr>
      <vt:lpstr>179. dia</vt:lpstr>
      <vt:lpstr>180. dia</vt:lpstr>
      <vt:lpstr>181. dia</vt:lpstr>
      <vt:lpstr>182. dia</vt:lpstr>
      <vt:lpstr>183. dia</vt:lpstr>
      <vt:lpstr>184. dia</vt:lpstr>
      <vt:lpstr>185. dia</vt:lpstr>
      <vt:lpstr>186. dia</vt:lpstr>
      <vt:lpstr>187. dia</vt:lpstr>
      <vt:lpstr>188. dia</vt:lpstr>
      <vt:lpstr>189. dia</vt:lpstr>
      <vt:lpstr>190. dia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Boros Dániel</dc:creator>
  <cp:lastModifiedBy>Boros</cp:lastModifiedBy>
  <cp:revision>114</cp:revision>
  <dcterms:created xsi:type="dcterms:W3CDTF">2022-05-30T12:49:07Z</dcterms:created>
  <dcterms:modified xsi:type="dcterms:W3CDTF">2022-06-06T17:42:17Z</dcterms:modified>
</cp:coreProperties>
</file>