
<file path=[Content_Types].xml><?xml version="1.0" encoding="utf-8"?>
<Types xmlns="http://schemas.openxmlformats.org/package/2006/content-types">
  <Default Extension="jpeg" ContentType="image/jpeg"/>
  <Default Extension="jp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8" r:id="rId2"/>
    <p:sldId id="257" r:id="rId3"/>
    <p:sldId id="259" r:id="rId4"/>
    <p:sldId id="260" r:id="rId5"/>
    <p:sldId id="261" r:id="rId6"/>
    <p:sldId id="262" r:id="rId7"/>
    <p:sldId id="263" r:id="rId8"/>
    <p:sldId id="264" r:id="rId9"/>
    <p:sldId id="265" r:id="rId10"/>
    <p:sldId id="266" r:id="rId11"/>
    <p:sldId id="267" r:id="rId12"/>
    <p:sldId id="269" r:id="rId13"/>
    <p:sldId id="268" r:id="rId14"/>
    <p:sldId id="270" r:id="rId15"/>
    <p:sldId id="271" r:id="rId16"/>
    <p:sldId id="272" r:id="rId17"/>
    <p:sldId id="273" r:id="rId18"/>
    <p:sldId id="274" r:id="rId19"/>
    <p:sldId id="275" r:id="rId20"/>
    <p:sldId id="276" r:id="rId21"/>
    <p:sldId id="277" r:id="rId22"/>
    <p:sldId id="278" r:id="rId23"/>
    <p:sldId id="279" r:id="rId24"/>
    <p:sldId id="280" r:id="rId25"/>
    <p:sldId id="281" r:id="rId26"/>
    <p:sldId id="282" r:id="rId27"/>
    <p:sldId id="283" r:id="rId28"/>
    <p:sldId id="284" r:id="rId29"/>
    <p:sldId id="285" r:id="rId30"/>
    <p:sldId id="286" r:id="rId31"/>
    <p:sldId id="287" r:id="rId32"/>
    <p:sldId id="288" r:id="rId33"/>
    <p:sldId id="289" r:id="rId34"/>
    <p:sldId id="290" r:id="rId35"/>
    <p:sldId id="291" r:id="rId36"/>
    <p:sldId id="292" r:id="rId37"/>
    <p:sldId id="293" r:id="rId38"/>
    <p:sldId id="294" r:id="rId39"/>
    <p:sldId id="295" r:id="rId40"/>
    <p:sldId id="296" r:id="rId41"/>
    <p:sldId id="298" r:id="rId42"/>
    <p:sldId id="299" r:id="rId43"/>
    <p:sldId id="300" r:id="rId44"/>
    <p:sldId id="301" r:id="rId45"/>
    <p:sldId id="302" r:id="rId46"/>
    <p:sldId id="303" r:id="rId47"/>
    <p:sldId id="304" r:id="rId48"/>
    <p:sldId id="305" r:id="rId49"/>
    <p:sldId id="306" r:id="rId50"/>
    <p:sldId id="307" r:id="rId51"/>
    <p:sldId id="308" r:id="rId52"/>
    <p:sldId id="309" r:id="rId53"/>
    <p:sldId id="310" r:id="rId54"/>
    <p:sldId id="311" r:id="rId55"/>
    <p:sldId id="312" r:id="rId56"/>
    <p:sldId id="313" r:id="rId57"/>
    <p:sldId id="315" r:id="rId58"/>
    <p:sldId id="314" r:id="rId59"/>
    <p:sldId id="316" r:id="rId60"/>
    <p:sldId id="317" r:id="rId61"/>
    <p:sldId id="318" r:id="rId62"/>
    <p:sldId id="319" r:id="rId63"/>
    <p:sldId id="320" r:id="rId64"/>
    <p:sldId id="321" r:id="rId65"/>
    <p:sldId id="323" r:id="rId66"/>
    <p:sldId id="322" r:id="rId67"/>
    <p:sldId id="324" r:id="rId68"/>
    <p:sldId id="325" r:id="rId69"/>
    <p:sldId id="326" r:id="rId70"/>
    <p:sldId id="327" r:id="rId71"/>
    <p:sldId id="328" r:id="rId72"/>
    <p:sldId id="329" r:id="rId73"/>
    <p:sldId id="330" r:id="rId74"/>
    <p:sldId id="331" r:id="rId75"/>
    <p:sldId id="332" r:id="rId76"/>
    <p:sldId id="333" r:id="rId77"/>
    <p:sldId id="334" r:id="rId78"/>
    <p:sldId id="335" r:id="rId79"/>
    <p:sldId id="336" r:id="rId80"/>
    <p:sldId id="337" r:id="rId81"/>
    <p:sldId id="338" r:id="rId82"/>
    <p:sldId id="339" r:id="rId83"/>
    <p:sldId id="340" r:id="rId84"/>
    <p:sldId id="341" r:id="rId85"/>
    <p:sldId id="342" r:id="rId86"/>
    <p:sldId id="343" r:id="rId87"/>
    <p:sldId id="344" r:id="rId88"/>
    <p:sldId id="345" r:id="rId89"/>
    <p:sldId id="366" r:id="rId90"/>
    <p:sldId id="346" r:id="rId91"/>
    <p:sldId id="363" r:id="rId92"/>
    <p:sldId id="364" r:id="rId93"/>
    <p:sldId id="365" r:id="rId94"/>
    <p:sldId id="347" r:id="rId95"/>
    <p:sldId id="348" r:id="rId96"/>
    <p:sldId id="349" r:id="rId97"/>
    <p:sldId id="350" r:id="rId98"/>
    <p:sldId id="351" r:id="rId99"/>
    <p:sldId id="352" r:id="rId100"/>
    <p:sldId id="353" r:id="rId101"/>
    <p:sldId id="354" r:id="rId102"/>
    <p:sldId id="355" r:id="rId103"/>
    <p:sldId id="356" r:id="rId104"/>
    <p:sldId id="357" r:id="rId105"/>
    <p:sldId id="358" r:id="rId106"/>
    <p:sldId id="359" r:id="rId107"/>
    <p:sldId id="360" r:id="rId108"/>
    <p:sldId id="361" r:id="rId109"/>
    <p:sldId id="362" r:id="rId110"/>
    <p:sldId id="367" r:id="rId111"/>
    <p:sldId id="368" r:id="rId112"/>
    <p:sldId id="369" r:id="rId113"/>
    <p:sldId id="370" r:id="rId114"/>
    <p:sldId id="371" r:id="rId115"/>
    <p:sldId id="376" r:id="rId116"/>
    <p:sldId id="372" r:id="rId117"/>
    <p:sldId id="373" r:id="rId118"/>
    <p:sldId id="374" r:id="rId119"/>
    <p:sldId id="375" r:id="rId120"/>
    <p:sldId id="377" r:id="rId121"/>
    <p:sldId id="378" r:id="rId122"/>
    <p:sldId id="380" r:id="rId123"/>
    <p:sldId id="381" r:id="rId124"/>
    <p:sldId id="379" r:id="rId125"/>
    <p:sldId id="382" r:id="rId126"/>
    <p:sldId id="384" r:id="rId127"/>
    <p:sldId id="385" r:id="rId128"/>
    <p:sldId id="383" r:id="rId129"/>
    <p:sldId id="386" r:id="rId130"/>
    <p:sldId id="387" r:id="rId131"/>
    <p:sldId id="394" r:id="rId132"/>
    <p:sldId id="388" r:id="rId133"/>
    <p:sldId id="389" r:id="rId134"/>
    <p:sldId id="390" r:id="rId135"/>
    <p:sldId id="391" r:id="rId136"/>
    <p:sldId id="392" r:id="rId137"/>
    <p:sldId id="393" r:id="rId138"/>
    <p:sldId id="395" r:id="rId139"/>
    <p:sldId id="396" r:id="rId140"/>
    <p:sldId id="398" r:id="rId141"/>
    <p:sldId id="399" r:id="rId142"/>
    <p:sldId id="400" r:id="rId143"/>
    <p:sldId id="401" r:id="rId144"/>
    <p:sldId id="402" r:id="rId145"/>
    <p:sldId id="403" r:id="rId146"/>
    <p:sldId id="404" r:id="rId147"/>
    <p:sldId id="405" r:id="rId148"/>
    <p:sldId id="406" r:id="rId149"/>
    <p:sldId id="408" r:id="rId150"/>
    <p:sldId id="407" r:id="rId151"/>
  </p:sldIdLst>
  <p:sldSz cx="12192000" cy="6858000"/>
  <p:notesSz cx="6858000" cy="9144000"/>
  <p:defaultTextStyle>
    <a:defPPr>
      <a:defRPr lang="hu-H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BE5FF"/>
    <a:srgbClr val="BDEEFF"/>
    <a:srgbClr val="47CFFF"/>
    <a:srgbClr val="00153E"/>
    <a:srgbClr val="EB701D"/>
    <a:srgbClr val="F4AF80"/>
    <a:srgbClr val="F09252"/>
    <a:srgbClr val="F5B68B"/>
    <a:srgbClr val="F5BB93"/>
    <a:srgbClr val="FFCA2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327" autoAdjust="0"/>
    <p:restoredTop sz="99150" autoAdjust="0"/>
  </p:normalViewPr>
  <p:slideViewPr>
    <p:cSldViewPr snapToGrid="0">
      <p:cViewPr>
        <p:scale>
          <a:sx n="33" d="100"/>
          <a:sy n="33" d="100"/>
        </p:scale>
        <p:origin x="2712" y="1782"/>
      </p:cViewPr>
      <p:guideLst>
        <p:guide orient="horz" pos="2160"/>
        <p:guide pos="384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slide" Target="slides/slide13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55" Type="http://schemas.openxmlformats.org/officeDocument/2006/relationships/tableStyles" Target="tableStyles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presProps" Target="presProp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viewProps" Target="viewProp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theme" Target="theme/theme1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Cím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5082D97C-98BD-43A5-9CB7-FA887CD89B9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hu-HU"/>
              <a:t>Mintacím szerkesztése</a:t>
            </a:r>
          </a:p>
        </p:txBody>
      </p:sp>
      <p:sp>
        <p:nvSpPr>
          <p:cNvPr id="3" name="Alcím 2">
            <a:extLst>
              <a:ext uri="{FF2B5EF4-FFF2-40B4-BE49-F238E27FC236}">
                <a16:creationId xmlns:a16="http://schemas.microsoft.com/office/drawing/2014/main" id="{888135F8-0168-434E-8D93-86CAC43D90F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hu-HU"/>
              <a:t>Kattintson ide az alcím mintájának szerkesztéséhez</a:t>
            </a:r>
          </a:p>
        </p:txBody>
      </p:sp>
      <p:sp>
        <p:nvSpPr>
          <p:cNvPr id="4" name="Dátum helye 3">
            <a:extLst>
              <a:ext uri="{FF2B5EF4-FFF2-40B4-BE49-F238E27FC236}">
                <a16:creationId xmlns:a16="http://schemas.microsoft.com/office/drawing/2014/main" id="{541E3E50-B50D-4C8F-A537-045401BFF7A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2025. 11. 16.</a:t>
            </a:fld>
            <a:endParaRPr lang="hu-HU"/>
          </a:p>
        </p:txBody>
      </p:sp>
      <p:sp>
        <p:nvSpPr>
          <p:cNvPr id="5" name="Élőláb helye 4">
            <a:extLst>
              <a:ext uri="{FF2B5EF4-FFF2-40B4-BE49-F238E27FC236}">
                <a16:creationId xmlns:a16="http://schemas.microsoft.com/office/drawing/2014/main" id="{1A4EE130-3DD5-4ED3-BD66-5311AC596A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6" name="Dia számának helye 5">
            <a:extLst>
              <a:ext uri="{FF2B5EF4-FFF2-40B4-BE49-F238E27FC236}">
                <a16:creationId xmlns:a16="http://schemas.microsoft.com/office/drawing/2014/main" id="{D741916C-D334-4A90-943D-E13D1C8E95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40711702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Cím és tartal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3C3B5075-6F3A-42CB-A80F-528E0AE5F8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hu-HU"/>
              <a:t>Mintacím szerkesztése</a:t>
            </a:r>
          </a:p>
        </p:txBody>
      </p:sp>
      <p:sp>
        <p:nvSpPr>
          <p:cNvPr id="3" name="Tartalom helye 2">
            <a:extLst>
              <a:ext uri="{FF2B5EF4-FFF2-40B4-BE49-F238E27FC236}">
                <a16:creationId xmlns:a16="http://schemas.microsoft.com/office/drawing/2014/main" id="{6C0D0FC4-F379-479E-952B-FE28F923AE8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4" name="Dátum helye 3">
            <a:extLst>
              <a:ext uri="{FF2B5EF4-FFF2-40B4-BE49-F238E27FC236}">
                <a16:creationId xmlns:a16="http://schemas.microsoft.com/office/drawing/2014/main" id="{78CC831F-A7DC-47D7-B5FF-500F563457D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2025. 11. 16.</a:t>
            </a:fld>
            <a:endParaRPr lang="hu-HU"/>
          </a:p>
        </p:txBody>
      </p:sp>
      <p:sp>
        <p:nvSpPr>
          <p:cNvPr id="5" name="Élőláb helye 4">
            <a:extLst>
              <a:ext uri="{FF2B5EF4-FFF2-40B4-BE49-F238E27FC236}">
                <a16:creationId xmlns:a16="http://schemas.microsoft.com/office/drawing/2014/main" id="{98048750-7000-4879-98D6-017EEDA5F62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6" name="Dia számának helye 5">
            <a:extLst>
              <a:ext uri="{FF2B5EF4-FFF2-40B4-BE49-F238E27FC236}">
                <a16:creationId xmlns:a16="http://schemas.microsoft.com/office/drawing/2014/main" id="{EF7B4DFC-6A39-4FAE-BBCA-D929BE7E40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99661629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zakaszfejlé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566311AB-B423-4411-A0ED-66415A588E7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hu-HU"/>
              <a:t>Mintacím szerkesztése</a:t>
            </a:r>
          </a:p>
        </p:txBody>
      </p:sp>
      <p:sp>
        <p:nvSpPr>
          <p:cNvPr id="3" name="Szöveg helye 2">
            <a:extLst>
              <a:ext uri="{FF2B5EF4-FFF2-40B4-BE49-F238E27FC236}">
                <a16:creationId xmlns:a16="http://schemas.microsoft.com/office/drawing/2014/main" id="{E0683163-F8F1-41D7-9241-AC87E256ED2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hu-HU"/>
              <a:t>Mintaszöveg szerkesztése</a:t>
            </a:r>
          </a:p>
        </p:txBody>
      </p:sp>
      <p:sp>
        <p:nvSpPr>
          <p:cNvPr id="4" name="Dátum helye 3">
            <a:extLst>
              <a:ext uri="{FF2B5EF4-FFF2-40B4-BE49-F238E27FC236}">
                <a16:creationId xmlns:a16="http://schemas.microsoft.com/office/drawing/2014/main" id="{22F86931-9C60-4772-9E23-236B760AD4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2025. 11. 16.</a:t>
            </a:fld>
            <a:endParaRPr lang="hu-HU"/>
          </a:p>
        </p:txBody>
      </p:sp>
      <p:sp>
        <p:nvSpPr>
          <p:cNvPr id="5" name="Élőláb helye 4">
            <a:extLst>
              <a:ext uri="{FF2B5EF4-FFF2-40B4-BE49-F238E27FC236}">
                <a16:creationId xmlns:a16="http://schemas.microsoft.com/office/drawing/2014/main" id="{6532C174-A1C0-4E34-8D3A-EC71844546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6" name="Dia számának helye 5">
            <a:extLst>
              <a:ext uri="{FF2B5EF4-FFF2-40B4-BE49-F238E27FC236}">
                <a16:creationId xmlns:a16="http://schemas.microsoft.com/office/drawing/2014/main" id="{2B3224FA-8087-491C-8EDB-D2B332B1B0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29730333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 tartalomrész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6A4BE812-5288-4004-B8B3-34DCF4F98A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hu-HU"/>
              <a:t>Mintacím szerkesztése</a:t>
            </a:r>
          </a:p>
        </p:txBody>
      </p:sp>
      <p:sp>
        <p:nvSpPr>
          <p:cNvPr id="3" name="Tartalom helye 2">
            <a:extLst>
              <a:ext uri="{FF2B5EF4-FFF2-40B4-BE49-F238E27FC236}">
                <a16:creationId xmlns:a16="http://schemas.microsoft.com/office/drawing/2014/main" id="{873931F4-6595-4B82-8167-4BB753AF406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4" name="Tartalom helye 3">
            <a:extLst>
              <a:ext uri="{FF2B5EF4-FFF2-40B4-BE49-F238E27FC236}">
                <a16:creationId xmlns:a16="http://schemas.microsoft.com/office/drawing/2014/main" id="{38697AC4-E978-45D7-89F5-DD26B1DDE35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5" name="Dátum helye 4">
            <a:extLst>
              <a:ext uri="{FF2B5EF4-FFF2-40B4-BE49-F238E27FC236}">
                <a16:creationId xmlns:a16="http://schemas.microsoft.com/office/drawing/2014/main" id="{65DBD062-1F37-4F80-A3E2-11165308BB9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2025. 11. 16.</a:t>
            </a:fld>
            <a:endParaRPr lang="hu-HU"/>
          </a:p>
        </p:txBody>
      </p:sp>
      <p:sp>
        <p:nvSpPr>
          <p:cNvPr id="6" name="Élőláb helye 5">
            <a:extLst>
              <a:ext uri="{FF2B5EF4-FFF2-40B4-BE49-F238E27FC236}">
                <a16:creationId xmlns:a16="http://schemas.microsoft.com/office/drawing/2014/main" id="{43D8A752-80C3-49F9-8E5D-5E9F1BE2934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7" name="Dia számának helye 6">
            <a:extLst>
              <a:ext uri="{FF2B5EF4-FFF2-40B4-BE49-F238E27FC236}">
                <a16:creationId xmlns:a16="http://schemas.microsoft.com/office/drawing/2014/main" id="{D0AC66A6-8046-440C-AAC5-A288846C45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52997130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Összehasonlítá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4D049FDD-3140-4D38-B986-94F0765028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hu-HU"/>
              <a:t>Mintacím szerkesztése</a:t>
            </a:r>
          </a:p>
        </p:txBody>
      </p:sp>
      <p:sp>
        <p:nvSpPr>
          <p:cNvPr id="3" name="Szöveg helye 2">
            <a:extLst>
              <a:ext uri="{FF2B5EF4-FFF2-40B4-BE49-F238E27FC236}">
                <a16:creationId xmlns:a16="http://schemas.microsoft.com/office/drawing/2014/main" id="{D7EAC855-58BF-4557-B01C-611EAE75CF6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hu-HU"/>
              <a:t>Mintaszöveg szerkesztése</a:t>
            </a:r>
          </a:p>
        </p:txBody>
      </p:sp>
      <p:sp>
        <p:nvSpPr>
          <p:cNvPr id="4" name="Tartalom helye 3">
            <a:extLst>
              <a:ext uri="{FF2B5EF4-FFF2-40B4-BE49-F238E27FC236}">
                <a16:creationId xmlns:a16="http://schemas.microsoft.com/office/drawing/2014/main" id="{5D3A505F-C218-4AE1-84DB-BCA3A79A607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5" name="Szöveg helye 4">
            <a:extLst>
              <a:ext uri="{FF2B5EF4-FFF2-40B4-BE49-F238E27FC236}">
                <a16:creationId xmlns:a16="http://schemas.microsoft.com/office/drawing/2014/main" id="{72A47F7C-9136-400B-B32C-AF31175368F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hu-HU"/>
              <a:t>Mintaszöveg szerkesztése</a:t>
            </a:r>
          </a:p>
        </p:txBody>
      </p:sp>
      <p:sp>
        <p:nvSpPr>
          <p:cNvPr id="6" name="Tartalom helye 5">
            <a:extLst>
              <a:ext uri="{FF2B5EF4-FFF2-40B4-BE49-F238E27FC236}">
                <a16:creationId xmlns:a16="http://schemas.microsoft.com/office/drawing/2014/main" id="{015BE417-F249-4125-9B6F-A331F4CC8A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7" name="Dátum helye 6">
            <a:extLst>
              <a:ext uri="{FF2B5EF4-FFF2-40B4-BE49-F238E27FC236}">
                <a16:creationId xmlns:a16="http://schemas.microsoft.com/office/drawing/2014/main" id="{34D2198D-8F0B-4482-800D-6E1A7466BE1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2025. 11. 16.</a:t>
            </a:fld>
            <a:endParaRPr lang="hu-HU"/>
          </a:p>
        </p:txBody>
      </p:sp>
      <p:sp>
        <p:nvSpPr>
          <p:cNvPr id="8" name="Élőláb helye 7">
            <a:extLst>
              <a:ext uri="{FF2B5EF4-FFF2-40B4-BE49-F238E27FC236}">
                <a16:creationId xmlns:a16="http://schemas.microsoft.com/office/drawing/2014/main" id="{C7B93BFD-488F-4246-A089-BEDCB40C1BB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9" name="Dia számának helye 8">
            <a:extLst>
              <a:ext uri="{FF2B5EF4-FFF2-40B4-BE49-F238E27FC236}">
                <a16:creationId xmlns:a16="http://schemas.microsoft.com/office/drawing/2014/main" id="{EE133526-F40D-4E5A-A5BD-4B390D2096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91358117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Csak cí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37ED928E-F80E-4E77-820F-2E6689DCBD1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hu-HU"/>
              <a:t>Mintacím szerkesztése</a:t>
            </a:r>
          </a:p>
        </p:txBody>
      </p:sp>
      <p:sp>
        <p:nvSpPr>
          <p:cNvPr id="3" name="Dátum helye 2">
            <a:extLst>
              <a:ext uri="{FF2B5EF4-FFF2-40B4-BE49-F238E27FC236}">
                <a16:creationId xmlns:a16="http://schemas.microsoft.com/office/drawing/2014/main" id="{A99D08A3-0164-4483-ADA3-4A7A9757ECE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2025. 11. 16.</a:t>
            </a:fld>
            <a:endParaRPr lang="hu-HU"/>
          </a:p>
        </p:txBody>
      </p:sp>
      <p:sp>
        <p:nvSpPr>
          <p:cNvPr id="4" name="Élőláb helye 3">
            <a:extLst>
              <a:ext uri="{FF2B5EF4-FFF2-40B4-BE49-F238E27FC236}">
                <a16:creationId xmlns:a16="http://schemas.microsoft.com/office/drawing/2014/main" id="{C735A91A-1D84-4FB3-92D5-EB4E10326B3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5" name="Dia számának helye 4">
            <a:extLst>
              <a:ext uri="{FF2B5EF4-FFF2-40B4-BE49-F238E27FC236}">
                <a16:creationId xmlns:a16="http://schemas.microsoft.com/office/drawing/2014/main" id="{D8BE0401-82CD-4025-B96A-E0D7293C40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23022355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Ü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átum helye 1">
            <a:extLst>
              <a:ext uri="{FF2B5EF4-FFF2-40B4-BE49-F238E27FC236}">
                <a16:creationId xmlns:a16="http://schemas.microsoft.com/office/drawing/2014/main" id="{85F73005-E3A7-4B98-A6F6-E6341AD06B8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2025. 11. 16.</a:t>
            </a:fld>
            <a:endParaRPr lang="hu-HU"/>
          </a:p>
        </p:txBody>
      </p:sp>
      <p:sp>
        <p:nvSpPr>
          <p:cNvPr id="3" name="Élőláb helye 2">
            <a:extLst>
              <a:ext uri="{FF2B5EF4-FFF2-40B4-BE49-F238E27FC236}">
                <a16:creationId xmlns:a16="http://schemas.microsoft.com/office/drawing/2014/main" id="{04C03143-6E43-4087-B2A6-E966841FCE1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4" name="Dia számának helye 3">
            <a:extLst>
              <a:ext uri="{FF2B5EF4-FFF2-40B4-BE49-F238E27FC236}">
                <a16:creationId xmlns:a16="http://schemas.microsoft.com/office/drawing/2014/main" id="{371E4668-6BE4-44B6-A397-A2A49AB74B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20750708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Tartalomrész képaláíráss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FEFFE982-68A1-43B4-9249-22E175CB8E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hu-HU"/>
              <a:t>Mintacím szerkesztése</a:t>
            </a:r>
          </a:p>
        </p:txBody>
      </p:sp>
      <p:sp>
        <p:nvSpPr>
          <p:cNvPr id="3" name="Tartalom helye 2">
            <a:extLst>
              <a:ext uri="{FF2B5EF4-FFF2-40B4-BE49-F238E27FC236}">
                <a16:creationId xmlns:a16="http://schemas.microsoft.com/office/drawing/2014/main" id="{32B7F875-5E37-45D1-B220-A744A2D24E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4" name="Szöveg helye 3">
            <a:extLst>
              <a:ext uri="{FF2B5EF4-FFF2-40B4-BE49-F238E27FC236}">
                <a16:creationId xmlns:a16="http://schemas.microsoft.com/office/drawing/2014/main" id="{129D3A4B-93D3-4CF7-A1F0-A638C4395CD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hu-HU"/>
              <a:t>Mintaszöveg szerkesztése</a:t>
            </a:r>
          </a:p>
        </p:txBody>
      </p:sp>
      <p:sp>
        <p:nvSpPr>
          <p:cNvPr id="5" name="Dátum helye 4">
            <a:extLst>
              <a:ext uri="{FF2B5EF4-FFF2-40B4-BE49-F238E27FC236}">
                <a16:creationId xmlns:a16="http://schemas.microsoft.com/office/drawing/2014/main" id="{DAA7735A-E24B-42D2-9E7C-89180A30DF5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2025. 11. 16.</a:t>
            </a:fld>
            <a:endParaRPr lang="hu-HU"/>
          </a:p>
        </p:txBody>
      </p:sp>
      <p:sp>
        <p:nvSpPr>
          <p:cNvPr id="6" name="Élőláb helye 5">
            <a:extLst>
              <a:ext uri="{FF2B5EF4-FFF2-40B4-BE49-F238E27FC236}">
                <a16:creationId xmlns:a16="http://schemas.microsoft.com/office/drawing/2014/main" id="{7210017F-3CE4-498E-90E6-CB116AD4E7C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7" name="Dia számának helye 6">
            <a:extLst>
              <a:ext uri="{FF2B5EF4-FFF2-40B4-BE49-F238E27FC236}">
                <a16:creationId xmlns:a16="http://schemas.microsoft.com/office/drawing/2014/main" id="{D4EF3A55-C822-4D71-8C58-28FD5DED97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89959305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Kép képaláíráss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3232ABAC-4D6B-49E7-A213-B8E274D387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hu-HU"/>
              <a:t>Mintacím szerkesztése</a:t>
            </a:r>
          </a:p>
        </p:txBody>
      </p:sp>
      <p:sp>
        <p:nvSpPr>
          <p:cNvPr id="3" name="Kép helye 2">
            <a:extLst>
              <a:ext uri="{FF2B5EF4-FFF2-40B4-BE49-F238E27FC236}">
                <a16:creationId xmlns:a16="http://schemas.microsoft.com/office/drawing/2014/main" id="{2CD406FA-9CDE-4A28-9AB4-FB895BC5C062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hu-HU"/>
          </a:p>
        </p:txBody>
      </p:sp>
      <p:sp>
        <p:nvSpPr>
          <p:cNvPr id="4" name="Szöveg helye 3">
            <a:extLst>
              <a:ext uri="{FF2B5EF4-FFF2-40B4-BE49-F238E27FC236}">
                <a16:creationId xmlns:a16="http://schemas.microsoft.com/office/drawing/2014/main" id="{C5F73A19-0980-47D6-ADF9-B44DE8299E2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hu-HU"/>
              <a:t>Mintaszöveg szerkesztése</a:t>
            </a:r>
          </a:p>
        </p:txBody>
      </p:sp>
      <p:sp>
        <p:nvSpPr>
          <p:cNvPr id="5" name="Dátum helye 4">
            <a:extLst>
              <a:ext uri="{FF2B5EF4-FFF2-40B4-BE49-F238E27FC236}">
                <a16:creationId xmlns:a16="http://schemas.microsoft.com/office/drawing/2014/main" id="{EA82D3A3-A3D0-48C8-81C6-BD1C04CA88B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2025. 11. 16.</a:t>
            </a:fld>
            <a:endParaRPr lang="hu-HU"/>
          </a:p>
        </p:txBody>
      </p:sp>
      <p:sp>
        <p:nvSpPr>
          <p:cNvPr id="6" name="Élőláb helye 5">
            <a:extLst>
              <a:ext uri="{FF2B5EF4-FFF2-40B4-BE49-F238E27FC236}">
                <a16:creationId xmlns:a16="http://schemas.microsoft.com/office/drawing/2014/main" id="{10F1C623-7265-4448-BA93-8321A8B55C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7" name="Dia számának helye 6">
            <a:extLst>
              <a:ext uri="{FF2B5EF4-FFF2-40B4-BE49-F238E27FC236}">
                <a16:creationId xmlns:a16="http://schemas.microsoft.com/office/drawing/2014/main" id="{CC11BEDE-B4C4-4F40-A2D4-B30504AABC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24145505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Cím és függőleges szöve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39DDFF12-3C40-4B85-A1CE-EA1598BBBF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hu-HU"/>
              <a:t>Mintacím szerkesztése</a:t>
            </a:r>
          </a:p>
        </p:txBody>
      </p:sp>
      <p:sp>
        <p:nvSpPr>
          <p:cNvPr id="3" name="Függőleges szöveg helye 2">
            <a:extLst>
              <a:ext uri="{FF2B5EF4-FFF2-40B4-BE49-F238E27FC236}">
                <a16:creationId xmlns:a16="http://schemas.microsoft.com/office/drawing/2014/main" id="{9B7D5934-FA9D-4D27-B152-27BE653AF1A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4" name="Dátum helye 3">
            <a:extLst>
              <a:ext uri="{FF2B5EF4-FFF2-40B4-BE49-F238E27FC236}">
                <a16:creationId xmlns:a16="http://schemas.microsoft.com/office/drawing/2014/main" id="{ECEECFB9-F3EE-474D-87B5-3956565DAA5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2025. 11. 16.</a:t>
            </a:fld>
            <a:endParaRPr lang="hu-HU"/>
          </a:p>
        </p:txBody>
      </p:sp>
      <p:sp>
        <p:nvSpPr>
          <p:cNvPr id="5" name="Élőláb helye 4">
            <a:extLst>
              <a:ext uri="{FF2B5EF4-FFF2-40B4-BE49-F238E27FC236}">
                <a16:creationId xmlns:a16="http://schemas.microsoft.com/office/drawing/2014/main" id="{E2062945-74FE-41DF-A36A-C3FEF09C4B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6" name="Dia számának helye 5">
            <a:extLst>
              <a:ext uri="{FF2B5EF4-FFF2-40B4-BE49-F238E27FC236}">
                <a16:creationId xmlns:a16="http://schemas.microsoft.com/office/drawing/2014/main" id="{8B9D110F-9BA1-4899-93AA-F0075C3E81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90726617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Függőleges cím és szöve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üggőleges cím 1">
            <a:extLst>
              <a:ext uri="{FF2B5EF4-FFF2-40B4-BE49-F238E27FC236}">
                <a16:creationId xmlns:a16="http://schemas.microsoft.com/office/drawing/2014/main" id="{87063F29-32F7-4AFE-A2E6-C8CDF5CAA5D1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hu-HU"/>
              <a:t>Mintacím szerkesztése</a:t>
            </a:r>
          </a:p>
        </p:txBody>
      </p:sp>
      <p:sp>
        <p:nvSpPr>
          <p:cNvPr id="3" name="Függőleges szöveg helye 2">
            <a:extLst>
              <a:ext uri="{FF2B5EF4-FFF2-40B4-BE49-F238E27FC236}">
                <a16:creationId xmlns:a16="http://schemas.microsoft.com/office/drawing/2014/main" id="{676D3D1D-D3EC-47E0-A74D-BF61DC67701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4" name="Dátum helye 3">
            <a:extLst>
              <a:ext uri="{FF2B5EF4-FFF2-40B4-BE49-F238E27FC236}">
                <a16:creationId xmlns:a16="http://schemas.microsoft.com/office/drawing/2014/main" id="{6E1F0666-DBD6-47CC-BA32-11B9D0ED9B1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2025. 11. 16.</a:t>
            </a:fld>
            <a:endParaRPr lang="hu-HU"/>
          </a:p>
        </p:txBody>
      </p:sp>
      <p:sp>
        <p:nvSpPr>
          <p:cNvPr id="5" name="Élőláb helye 4">
            <a:extLst>
              <a:ext uri="{FF2B5EF4-FFF2-40B4-BE49-F238E27FC236}">
                <a16:creationId xmlns:a16="http://schemas.microsoft.com/office/drawing/2014/main" id="{4ED13205-D597-43BF-B2C5-A0AF895830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6" name="Dia számának helye 5">
            <a:extLst>
              <a:ext uri="{FF2B5EF4-FFF2-40B4-BE49-F238E27FC236}">
                <a16:creationId xmlns:a16="http://schemas.microsoft.com/office/drawing/2014/main" id="{76ACF1BA-3887-4FCD-96D9-42D1CFB1688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5559435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helye 1">
            <a:extLst>
              <a:ext uri="{FF2B5EF4-FFF2-40B4-BE49-F238E27FC236}">
                <a16:creationId xmlns:a16="http://schemas.microsoft.com/office/drawing/2014/main" id="{B71467BA-4E6E-48D0-9701-D9CB48E272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hu-HU"/>
              <a:t>Mintacím szerkesztése</a:t>
            </a:r>
          </a:p>
        </p:txBody>
      </p:sp>
      <p:sp>
        <p:nvSpPr>
          <p:cNvPr id="3" name="Szöveg helye 2">
            <a:extLst>
              <a:ext uri="{FF2B5EF4-FFF2-40B4-BE49-F238E27FC236}">
                <a16:creationId xmlns:a16="http://schemas.microsoft.com/office/drawing/2014/main" id="{7F7A85D8-5429-4B9A-A894-1CCEA02826D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4" name="Dátum helye 3">
            <a:extLst>
              <a:ext uri="{FF2B5EF4-FFF2-40B4-BE49-F238E27FC236}">
                <a16:creationId xmlns:a16="http://schemas.microsoft.com/office/drawing/2014/main" id="{91D823F4-8F18-456B-82C3-E6F66A83366B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6BF4FAA-359A-4918-8624-FA609786ABCF}" type="datetimeFigureOut">
              <a:rPr lang="hu-HU" smtClean="0"/>
              <a:pPr/>
              <a:t>2025. 11. 16.</a:t>
            </a:fld>
            <a:endParaRPr lang="hu-HU"/>
          </a:p>
        </p:txBody>
      </p:sp>
      <p:sp>
        <p:nvSpPr>
          <p:cNvPr id="5" name="Élőláb helye 4">
            <a:extLst>
              <a:ext uri="{FF2B5EF4-FFF2-40B4-BE49-F238E27FC236}">
                <a16:creationId xmlns:a16="http://schemas.microsoft.com/office/drawing/2014/main" id="{0B914B62-0B9D-4FD0-A1F7-95F52153903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hu-HU"/>
          </a:p>
        </p:txBody>
      </p:sp>
      <p:sp>
        <p:nvSpPr>
          <p:cNvPr id="6" name="Dia számának helye 5">
            <a:extLst>
              <a:ext uri="{FF2B5EF4-FFF2-40B4-BE49-F238E27FC236}">
                <a16:creationId xmlns:a16="http://schemas.microsoft.com/office/drawing/2014/main" id="{D7541F45-7051-4FA3-9730-ABCFED20FC3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5386813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hu-H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flipH="1">
            <a:off x="10910698" y="5058912"/>
            <a:ext cx="134224" cy="493551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106"/>
          <p:cNvGrpSpPr/>
          <p:nvPr/>
        </p:nvGrpSpPr>
        <p:grpSpPr>
          <a:xfrm>
            <a:off x="10805478" y="4429124"/>
            <a:ext cx="165736" cy="509589"/>
            <a:chOff x="5253038" y="3209924"/>
            <a:chExt cx="165736" cy="50958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218272" y="3539491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210890" y="3378279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>
              <a:off x="5276850" y="3612357"/>
              <a:ext cx="48102" cy="4476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80" name="Egyenes összekötő 79">
            <a:extLst>
              <a:ext uri="{FF2B5EF4-FFF2-40B4-BE49-F238E27FC236}">
                <a16:creationId xmlns:a16="http://schemas.microsoft.com/office/drawing/2014/main" id="{675CE29F-A68D-4CC9-BEAC-8CB94ECC43B5}"/>
              </a:ext>
            </a:extLst>
          </p:cNvPr>
          <p:cNvCxnSpPr>
            <a:cxnSpLocks/>
          </p:cNvCxnSpPr>
          <p:nvPr/>
        </p:nvCxnSpPr>
        <p:spPr>
          <a:xfrm rot="5400000">
            <a:off x="10812488" y="4254061"/>
            <a:ext cx="395704" cy="35392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>
            <a:off x="10658475" y="3150974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  <a:stCxn id="2" idx="4"/>
          </p:cNvCxnSpPr>
          <p:nvPr/>
        </p:nvCxnSpPr>
        <p:spPr>
          <a:xfrm rot="16200000" flipH="1">
            <a:off x="10345117" y="4444722"/>
            <a:ext cx="1335640" cy="28093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>
            <a:off x="10910698" y="5523713"/>
            <a:ext cx="0" cy="569053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5" name="Egyenes összekötő 14">
            <a:extLst>
              <a:ext uri="{FF2B5EF4-FFF2-40B4-BE49-F238E27FC236}">
                <a16:creationId xmlns:a16="http://schemas.microsoft.com/office/drawing/2014/main" id="{675CE29F-A68D-4CC9-BEAC-8CB94ECC43B5}"/>
              </a:ext>
            </a:extLst>
          </p:cNvPr>
          <p:cNvCxnSpPr>
            <a:cxnSpLocks/>
          </p:cNvCxnSpPr>
          <p:nvPr/>
        </p:nvCxnSpPr>
        <p:spPr>
          <a:xfrm rot="5400000">
            <a:off x="10823206" y="4191750"/>
            <a:ext cx="364745" cy="205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>
            <a:off x="11043829" y="5123926"/>
            <a:ext cx="103596" cy="49945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>
            <a:off x="11147425" y="5596854"/>
            <a:ext cx="199501" cy="468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11091553" y="6029325"/>
            <a:ext cx="272817" cy="5084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710061" y="6092766"/>
            <a:ext cx="224275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9929124" y="2270495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" name="Csoportba foglalás 107"/>
          <p:cNvGrpSpPr/>
          <p:nvPr/>
        </p:nvGrpSpPr>
        <p:grpSpPr>
          <a:xfrm>
            <a:off x="10778015" y="4364988"/>
            <a:ext cx="230030" cy="654846"/>
            <a:chOff x="5226845" y="3171824"/>
            <a:chExt cx="230030" cy="654846"/>
          </a:xfrm>
        </p:grpSpPr>
        <p:cxnSp>
          <p:nvCxnSpPr>
            <p:cNvPr id="19" name="Egyenes összekötő 18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176601" y="3590688"/>
              <a:ext cx="286226" cy="185737"/>
            </a:xfrm>
            <a:prstGeom prst="line">
              <a:avLst/>
            </a:prstGeom>
            <a:ln w="762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8" name="Egyenes összekötő 5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>
              <a:off x="5267325" y="3698081"/>
              <a:ext cx="57150" cy="3810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233511" y="3338989"/>
              <a:ext cx="390529" cy="56199"/>
            </a:xfrm>
            <a:prstGeom prst="line">
              <a:avLst/>
            </a:prstGeom>
            <a:ln w="762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6" name="Csoportba foglalás 92"/>
          <p:cNvGrpSpPr/>
          <p:nvPr/>
        </p:nvGrpSpPr>
        <p:grpSpPr>
          <a:xfrm>
            <a:off x="11002170" y="4955381"/>
            <a:ext cx="416718" cy="147638"/>
            <a:chOff x="5426870" y="3698081"/>
            <a:chExt cx="416718" cy="147638"/>
          </a:xfrm>
        </p:grpSpPr>
        <p:cxnSp>
          <p:nvCxnSpPr>
            <p:cNvPr id="85" name="Egyenes összekötő 84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26870" y="3698081"/>
              <a:ext cx="69055" cy="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9" name="Egyenes összekötő 88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>
              <a:off x="5488782" y="3698083"/>
              <a:ext cx="354806" cy="4524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1" name="Egyenes összekötő 90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>
              <a:off x="5486402" y="3707608"/>
              <a:ext cx="295274" cy="1381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 advTm="0">
        <p:cut/>
      </p:transition>
    </mc:Choice>
    <mc:Fallback xmlns="">
      <p:transition advClick="0" advTm="0">
        <p:cut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" name="Csoportba foglalás 143"/>
          <p:cNvGrpSpPr/>
          <p:nvPr/>
        </p:nvGrpSpPr>
        <p:grpSpPr>
          <a:xfrm rot="21291139">
            <a:off x="10743247" y="4029454"/>
            <a:ext cx="203508" cy="871158"/>
            <a:chOff x="10303828" y="4150105"/>
            <a:chExt cx="203508" cy="871158"/>
          </a:xfrm>
        </p:grpSpPr>
        <p:grpSp>
          <p:nvGrpSpPr>
            <p:cNvPr id="143" name="Csoportba foglalás 142"/>
            <p:cNvGrpSpPr/>
            <p:nvPr/>
          </p:nvGrpSpPr>
          <p:grpSpPr>
            <a:xfrm>
              <a:off x="10303828" y="4511674"/>
              <a:ext cx="165736" cy="509589"/>
              <a:chOff x="10805478" y="4429124"/>
              <a:chExt cx="165736" cy="509589"/>
            </a:xfrm>
          </p:grpSpPr>
          <p:cxnSp>
            <p:nvCxnSpPr>
              <p:cNvPr id="84" name="Egyenes összekötő 83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770712" y="4758691"/>
                <a:ext cx="214788" cy="145256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763330" y="4597479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29290" y="4831557"/>
                <a:ext cx="67310" cy="45243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291788" y="4330261"/>
              <a:ext cx="395704" cy="35392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10448925" y="3163674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  <a:stCxn id="2" idx="4"/>
          </p:cNvCxnSpPr>
          <p:nvPr/>
        </p:nvCxnSpPr>
        <p:spPr>
          <a:xfrm rot="16200000" flipH="1">
            <a:off x="10363684" y="4312136"/>
            <a:ext cx="1221979" cy="174053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flipH="1">
            <a:off x="10929750" y="5008114"/>
            <a:ext cx="134224" cy="493551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>
            <a:off x="10929750" y="5472915"/>
            <a:ext cx="0" cy="569053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813827" y="5238978"/>
            <a:ext cx="492576" cy="952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861341" y="5622591"/>
            <a:ext cx="473746" cy="9207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10960925" y="5908677"/>
            <a:ext cx="225647" cy="76487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729113" y="6041968"/>
            <a:ext cx="224275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71" name="Csoportba foglalás 70"/>
          <p:cNvGrpSpPr/>
          <p:nvPr/>
        </p:nvGrpSpPr>
        <p:grpSpPr>
          <a:xfrm>
            <a:off x="9783074" y="2276845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40" name="Csoportba foglalás 139"/>
          <p:cNvGrpSpPr/>
          <p:nvPr/>
        </p:nvGrpSpPr>
        <p:grpSpPr>
          <a:xfrm rot="20964379">
            <a:off x="10734835" y="3977384"/>
            <a:ext cx="273039" cy="1015779"/>
            <a:chOff x="10752615" y="4092955"/>
            <a:chExt cx="273039" cy="1015779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4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108" name="Csoportba foglalás 107"/>
            <p:cNvGrpSpPr/>
            <p:nvPr/>
          </p:nvGrpSpPr>
          <p:grpSpPr>
            <a:xfrm>
              <a:off x="10752615" y="4453888"/>
              <a:ext cx="230030" cy="654846"/>
              <a:chOff x="5226845" y="3171824"/>
              <a:chExt cx="230030" cy="654846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601" y="3590688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7325" y="3698081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33511" y="3338989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1033920" y="4917281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1095832" y="4895850"/>
            <a:ext cx="346868" cy="2143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1093452" y="4926808"/>
            <a:ext cx="190498" cy="15319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 advTm="0">
        <p:cut/>
      </p:transition>
    </mc:Choice>
    <mc:Fallback xmlns="">
      <p:transition advClick="0" advTm="0">
        <p:cut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Csoportba foglalás 62"/>
          <p:cNvGrpSpPr/>
          <p:nvPr/>
        </p:nvGrpSpPr>
        <p:grpSpPr>
          <a:xfrm>
            <a:off x="10771920" y="4033957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10425174" y="3175549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  <a:stCxn id="2" idx="4"/>
          </p:cNvCxnSpPr>
          <p:nvPr/>
        </p:nvCxnSpPr>
        <p:spPr>
          <a:xfrm rot="16200000" flipH="1">
            <a:off x="10326632" y="4337312"/>
            <a:ext cx="1252014" cy="177487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flipH="1">
            <a:off x="10905999" y="5019989"/>
            <a:ext cx="134224" cy="493551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>
            <a:off x="10905999" y="5484790"/>
            <a:ext cx="0" cy="569053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10764900" y="5206177"/>
            <a:ext cx="463550" cy="69852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726466" y="5669392"/>
            <a:ext cx="473746" cy="2222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10750550" y="5920552"/>
            <a:ext cx="240821" cy="4844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705362" y="6053843"/>
            <a:ext cx="224275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70"/>
          <p:cNvGrpSpPr/>
          <p:nvPr/>
        </p:nvGrpSpPr>
        <p:grpSpPr>
          <a:xfrm>
            <a:off x="9759323" y="2288720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6" name="Csoportba foglalás 139"/>
          <p:cNvGrpSpPr/>
          <p:nvPr/>
        </p:nvGrpSpPr>
        <p:grpSpPr>
          <a:xfrm rot="20964379">
            <a:off x="10754381" y="4051488"/>
            <a:ext cx="273445" cy="983403"/>
            <a:chOff x="10752209" y="4092956"/>
            <a:chExt cx="273445" cy="983403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7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1010169" y="492915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1072081" y="480950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1069701" y="493868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 advTm="0">
        <p:cut/>
      </p:transition>
    </mc:Choice>
    <mc:Fallback xmlns="">
      <p:transition advClick="0" advTm="0">
        <p:cut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62"/>
          <p:cNvGrpSpPr/>
          <p:nvPr/>
        </p:nvGrpSpPr>
        <p:grpSpPr>
          <a:xfrm rot="239748">
            <a:off x="10655455" y="4038719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10342047" y="3175549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  <a:stCxn id="2" idx="4"/>
          </p:cNvCxnSpPr>
          <p:nvPr/>
        </p:nvCxnSpPr>
        <p:spPr>
          <a:xfrm rot="16200000" flipH="1">
            <a:off x="10211739" y="4369078"/>
            <a:ext cx="1223213" cy="85153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5400000">
            <a:off x="10604455" y="5248058"/>
            <a:ext cx="504511" cy="57898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>
            <a:off x="10841922" y="5484790"/>
            <a:ext cx="0" cy="569053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10581478" y="5149697"/>
            <a:ext cx="438465" cy="14350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10475282" y="5642052"/>
            <a:ext cx="485682" cy="22288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10489623" y="5920553"/>
            <a:ext cx="251934" cy="61147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655573" y="6058606"/>
            <a:ext cx="224275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9676196" y="2288720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827982" y="493677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889894" y="4732020"/>
            <a:ext cx="301346" cy="20476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887514" y="4946303"/>
            <a:ext cx="227526" cy="204817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20394830">
            <a:off x="10714118" y="4056250"/>
            <a:ext cx="273445" cy="983403"/>
            <a:chOff x="10752209" y="4092956"/>
            <a:chExt cx="273445" cy="983403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62"/>
          <p:cNvGrpSpPr/>
          <p:nvPr/>
        </p:nvGrpSpPr>
        <p:grpSpPr>
          <a:xfrm rot="201348">
            <a:off x="10459039" y="4055358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10150393" y="31874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  <a:stCxn id="2" idx="4"/>
          </p:cNvCxnSpPr>
          <p:nvPr/>
        </p:nvCxnSpPr>
        <p:spPr>
          <a:xfrm rot="16200000" flipH="1">
            <a:off x="10029785" y="4371254"/>
            <a:ext cx="1238676" cy="120017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470745" y="5283701"/>
            <a:ext cx="518799" cy="34175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505063" y="5708545"/>
            <a:ext cx="539776" cy="96968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10404912" y="5232091"/>
            <a:ext cx="462785" cy="117211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351673" y="5709843"/>
            <a:ext cx="473746" cy="2222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10430061" y="5980053"/>
            <a:ext cx="215092" cy="5162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628169" y="6056194"/>
            <a:ext cx="250524" cy="4057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9484542" y="2300596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665538" y="4947382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727450" y="4705350"/>
            <a:ext cx="315200" cy="24203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725070" y="4956909"/>
            <a:ext cx="215980" cy="10404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20357904">
            <a:off x="10522462" y="4068126"/>
            <a:ext cx="273445" cy="983403"/>
            <a:chOff x="10752209" y="4092956"/>
            <a:chExt cx="273445" cy="983403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62"/>
          <p:cNvGrpSpPr/>
          <p:nvPr/>
        </p:nvGrpSpPr>
        <p:grpSpPr>
          <a:xfrm rot="507348">
            <a:off x="10292352" y="4064882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10017043" y="31874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9867861" y="4399830"/>
            <a:ext cx="1238676" cy="120017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354019" y="5252699"/>
            <a:ext cx="488124" cy="126855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504724" y="5646973"/>
            <a:ext cx="485037" cy="203471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10247750" y="5227329"/>
            <a:ext cx="462785" cy="117211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10169515" y="5735569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10210986" y="6000750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651980" y="6005513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9351192" y="2300596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506788" y="5012470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568700" y="4892820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566320" y="5021997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19896545">
            <a:off x="10465312" y="4039550"/>
            <a:ext cx="273445" cy="983403"/>
            <a:chOff x="10752209" y="4092956"/>
            <a:chExt cx="273445" cy="983403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62"/>
          <p:cNvGrpSpPr/>
          <p:nvPr/>
        </p:nvGrpSpPr>
        <p:grpSpPr>
          <a:xfrm rot="693498">
            <a:off x="10232029" y="4075995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10004344" y="3184251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9827833" y="4423985"/>
            <a:ext cx="1261727" cy="8841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341320" y="5249525"/>
            <a:ext cx="488124" cy="126855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492025" y="5643799"/>
            <a:ext cx="485037" cy="203471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10181366" y="5196693"/>
            <a:ext cx="450908" cy="160261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10052846" y="5695160"/>
            <a:ext cx="495300" cy="61913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10098274" y="5988051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639281" y="600233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9338493" y="2297422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467419" y="4983578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529331" y="4863928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526951" y="4993105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19542486">
            <a:off x="10462137" y="4050664"/>
            <a:ext cx="273445" cy="983403"/>
            <a:chOff x="10752209" y="4092956"/>
            <a:chExt cx="273445" cy="983403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62"/>
          <p:cNvGrpSpPr/>
          <p:nvPr/>
        </p:nvGrpSpPr>
        <p:grpSpPr>
          <a:xfrm rot="693498">
            <a:off x="10143128" y="4088694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9915443" y="3196950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9696070" y="4427160"/>
            <a:ext cx="1261727" cy="8841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154784" y="5278891"/>
            <a:ext cx="492890" cy="69708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298348" y="5666023"/>
            <a:ext cx="485037" cy="203471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10073483" y="5226847"/>
            <a:ext cx="452436" cy="12382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9963945" y="5707859"/>
            <a:ext cx="495300" cy="61913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10009373" y="6000750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431317" y="6029325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9249592" y="2310121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340418" y="4981037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368040" y="4874722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399950" y="4990564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19915931">
            <a:off x="10277985" y="4072888"/>
            <a:ext cx="273445" cy="983403"/>
            <a:chOff x="10752209" y="4092956"/>
            <a:chExt cx="273445" cy="983403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62"/>
          <p:cNvGrpSpPr/>
          <p:nvPr/>
        </p:nvGrpSpPr>
        <p:grpSpPr>
          <a:xfrm rot="480000">
            <a:off x="10105028" y="4093774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9845593" y="3196950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102059" y="5282409"/>
            <a:ext cx="519110" cy="15872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243579" y="5627129"/>
            <a:ext cx="423122" cy="184419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10067133" y="5226847"/>
            <a:ext cx="452436" cy="12382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9957595" y="5707859"/>
            <a:ext cx="495300" cy="61913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10003023" y="6000750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345592" y="5937250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9179742" y="2310121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9689720" y="4427160"/>
            <a:ext cx="1261727" cy="8841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289618" y="4981037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317240" y="4874722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412650" y="4990564"/>
            <a:ext cx="245825" cy="17198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20155291">
            <a:off x="10239883" y="4117337"/>
            <a:ext cx="273445" cy="983402"/>
            <a:chOff x="10752209" y="4092957"/>
            <a:chExt cx="273445" cy="983402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6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62"/>
          <p:cNvGrpSpPr/>
          <p:nvPr/>
        </p:nvGrpSpPr>
        <p:grpSpPr>
          <a:xfrm rot="197793">
            <a:off x="10086101" y="4108061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9798091" y="3196950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5400000">
            <a:off x="10030745" y="5272881"/>
            <a:ext cx="517523" cy="33340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134165" y="5622368"/>
            <a:ext cx="423122" cy="184419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10019631" y="5226847"/>
            <a:ext cx="452436" cy="12382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9910093" y="5707859"/>
            <a:ext cx="495300" cy="61913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9955521" y="6000750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263311" y="5942012"/>
            <a:ext cx="193674" cy="2063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9132240" y="2310121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9642218" y="4427160"/>
            <a:ext cx="1261727" cy="8841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242116" y="4981037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269738" y="4943475"/>
            <a:ext cx="369687" cy="5090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365148" y="4990564"/>
            <a:ext cx="188552" cy="16246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20466807">
            <a:off x="10135231" y="4112574"/>
            <a:ext cx="273445" cy="983402"/>
            <a:chOff x="10752209" y="4092957"/>
            <a:chExt cx="273445" cy="983402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6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978515" y="5926773"/>
            <a:ext cx="193674" cy="2063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62"/>
          <p:cNvGrpSpPr/>
          <p:nvPr/>
        </p:nvGrpSpPr>
        <p:grpSpPr>
          <a:xfrm rot="21346891">
            <a:off x="9990852" y="4115682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9683792" y="3204571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5400000">
            <a:off x="9914573" y="5233037"/>
            <a:ext cx="397196" cy="109539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9876474" y="5649279"/>
            <a:ext cx="428628" cy="76203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9892569" y="5251990"/>
            <a:ext cx="447677" cy="93538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9795794" y="5715480"/>
            <a:ext cx="495300" cy="61913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9841222" y="6008371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9017941" y="2317742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9480295" y="4415732"/>
            <a:ext cx="1261727" cy="8841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127817" y="4988658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155439" y="4951096"/>
            <a:ext cx="369687" cy="5090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250849" y="4998185"/>
            <a:ext cx="188552" cy="16246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20779850">
            <a:off x="9930442" y="4105910"/>
            <a:ext cx="273445" cy="983402"/>
            <a:chOff x="10752209" y="4092957"/>
            <a:chExt cx="273445" cy="983402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6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 advTm="0">
        <p:cut/>
      </p:transition>
    </mc:Choice>
    <mc:Fallback xmlns="">
      <p:transition advClick="0" advTm="0">
        <p:cut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829743" y="6008187"/>
            <a:ext cx="193674" cy="2063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62"/>
          <p:cNvGrpSpPr/>
          <p:nvPr/>
        </p:nvGrpSpPr>
        <p:grpSpPr>
          <a:xfrm rot="20903670">
            <a:off x="9970668" y="4206621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9592170" y="3271698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5400000">
            <a:off x="9822951" y="5300164"/>
            <a:ext cx="397196" cy="109539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9759611" y="5741646"/>
            <a:ext cx="441961" cy="39055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9800947" y="5319117"/>
            <a:ext cx="447677" cy="93538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16200000" flipH="1">
            <a:off x="9776184" y="5772508"/>
            <a:ext cx="492438" cy="792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9878188" y="6065973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8945369" y="2346769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9388673" y="4482859"/>
            <a:ext cx="1261727" cy="8841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036195" y="5055785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063817" y="5018223"/>
            <a:ext cx="369687" cy="5090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159227" y="5065312"/>
            <a:ext cx="188552" cy="16246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21176302">
            <a:off x="9791195" y="4182562"/>
            <a:ext cx="273445" cy="983402"/>
            <a:chOff x="10752209" y="4092957"/>
            <a:chExt cx="273445" cy="983402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6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636522" y="6013177"/>
            <a:ext cx="193674" cy="2063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62"/>
          <p:cNvGrpSpPr/>
          <p:nvPr/>
        </p:nvGrpSpPr>
        <p:grpSpPr>
          <a:xfrm rot="20520000">
            <a:off x="9839359" y="4204945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9437049" y="3286213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5400000">
            <a:off x="9610681" y="5309921"/>
            <a:ext cx="397196" cy="109539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9542577" y="5760925"/>
            <a:ext cx="451486" cy="29529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9629730" y="5367066"/>
            <a:ext cx="478157" cy="952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16200000" flipH="1">
            <a:off x="9671071" y="5756068"/>
            <a:ext cx="473388" cy="8401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9756404" y="6042388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8771198" y="2399384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9225395" y="4505530"/>
            <a:ext cx="1233466" cy="4383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881074" y="5070300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908696" y="5032738"/>
            <a:ext cx="369687" cy="5090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004106" y="5079827"/>
            <a:ext cx="188552" cy="16246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>
            <a:off x="9570352" y="4173264"/>
            <a:ext cx="273445" cy="983402"/>
            <a:chOff x="10752209" y="4092957"/>
            <a:chExt cx="273445" cy="983402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6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365060" y="5998890"/>
            <a:ext cx="193674" cy="2063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62"/>
          <p:cNvGrpSpPr/>
          <p:nvPr/>
        </p:nvGrpSpPr>
        <p:grpSpPr>
          <a:xfrm rot="19920000">
            <a:off x="9677432" y="4221136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9265599" y="3305263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5400000">
            <a:off x="9375093" y="5280035"/>
            <a:ext cx="395974" cy="113391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5400000">
            <a:off x="9294021" y="5731718"/>
            <a:ext cx="441281" cy="23765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16200000" flipH="1">
            <a:off x="9477216" y="5324319"/>
            <a:ext cx="453666" cy="70528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16200000" flipH="1">
            <a:off x="9592377" y="5701413"/>
            <a:ext cx="425083" cy="13549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9701213" y="5994764"/>
            <a:ext cx="226455" cy="4408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8599748" y="2418434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9020494" y="4505643"/>
            <a:ext cx="1218499" cy="7626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623899" y="5084588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651521" y="4986338"/>
            <a:ext cx="349729" cy="11159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9746931" y="5094115"/>
            <a:ext cx="235269" cy="11129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309036">
            <a:off x="9302698" y="4173265"/>
            <a:ext cx="273445" cy="983402"/>
            <a:chOff x="10752209" y="4092957"/>
            <a:chExt cx="273445" cy="983402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6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238060" y="6005240"/>
            <a:ext cx="193674" cy="2063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62"/>
          <p:cNvGrpSpPr/>
          <p:nvPr/>
        </p:nvGrpSpPr>
        <p:grpSpPr>
          <a:xfrm rot="19920000">
            <a:off x="9620283" y="4246536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9189399" y="3330663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5400000">
            <a:off x="9305134" y="5282411"/>
            <a:ext cx="392109" cy="155576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5400000">
            <a:off x="9186071" y="5738068"/>
            <a:ext cx="441281" cy="23765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16200000" flipH="1">
            <a:off x="9442292" y="5308442"/>
            <a:ext cx="404450" cy="10386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16200000" flipH="1">
            <a:off x="9580471" y="5668871"/>
            <a:ext cx="425086" cy="187878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9707563" y="6001114"/>
            <a:ext cx="226455" cy="4408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8523548" y="2443834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8944294" y="4531043"/>
            <a:ext cx="1218499" cy="7626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547699" y="5109988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575321" y="5011738"/>
            <a:ext cx="349729" cy="11159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9670731" y="5119515"/>
            <a:ext cx="235269" cy="11129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561616">
            <a:off x="9182047" y="4205015"/>
            <a:ext cx="273445" cy="983402"/>
            <a:chOff x="10752209" y="4092957"/>
            <a:chExt cx="273445" cy="983402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6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Csoportba foglalás 124"/>
          <p:cNvGrpSpPr/>
          <p:nvPr/>
        </p:nvGrpSpPr>
        <p:grpSpPr>
          <a:xfrm rot="19881695">
            <a:off x="9368232" y="4109150"/>
            <a:ext cx="203508" cy="871158"/>
            <a:chOff x="10303828" y="4150105"/>
            <a:chExt cx="203508" cy="871158"/>
          </a:xfrm>
        </p:grpSpPr>
        <p:grpSp>
          <p:nvGrpSpPr>
            <p:cNvPr id="8" name="Csoportba foglalás 142"/>
            <p:cNvGrpSpPr/>
            <p:nvPr/>
          </p:nvGrpSpPr>
          <p:grpSpPr>
            <a:xfrm>
              <a:off x="10303828" y="4511674"/>
              <a:ext cx="165736" cy="509589"/>
              <a:chOff x="10805478" y="4429124"/>
              <a:chExt cx="165736" cy="509589"/>
            </a:xfrm>
          </p:grpSpPr>
          <p:cxnSp>
            <p:nvCxnSpPr>
              <p:cNvPr id="128" name="Egyenes összekötő 127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770712" y="4758691"/>
                <a:ext cx="214788" cy="145256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9" name="Egyenes összekötő 12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763330" y="4597479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30" name="Egyenes összekötő 129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29290" y="4831557"/>
                <a:ext cx="67310" cy="45243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127" name="Egyenes összekötő 126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291788" y="4330261"/>
              <a:ext cx="395704" cy="35392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31" name="Ellipszis 130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8932941" y="3261151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132" name="Egyenes összekötő 131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8806534" y="4429406"/>
            <a:ext cx="1190949" cy="8929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3" name="Egyenes összekötő 132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flipH="1">
            <a:off x="9314706" y="5067491"/>
            <a:ext cx="134224" cy="493551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4" name="Egyenes összekötő 133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>
            <a:off x="9314706" y="5532292"/>
            <a:ext cx="0" cy="569053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5" name="Egyenes összekötő 134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16200000" flipH="1">
            <a:off x="9198783" y="5298355"/>
            <a:ext cx="492576" cy="952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6" name="Egyenes összekötő 135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16200000" flipH="1">
            <a:off x="9246297" y="5681968"/>
            <a:ext cx="473746" cy="9207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7" name="Egyenes összekötő 136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9345881" y="5968054"/>
            <a:ext cx="225647" cy="76487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8" name="Egyenes összekötő 137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9114069" y="6101345"/>
            <a:ext cx="224275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10" name="Csoportba foglalás 138"/>
          <p:cNvGrpSpPr/>
          <p:nvPr/>
        </p:nvGrpSpPr>
        <p:grpSpPr>
          <a:xfrm>
            <a:off x="8267090" y="2374322"/>
            <a:ext cx="1935331" cy="1472572"/>
            <a:chOff x="4290324" y="1112255"/>
            <a:chExt cx="1935331" cy="1472572"/>
          </a:xfrm>
        </p:grpSpPr>
        <p:sp>
          <p:nvSpPr>
            <p:cNvPr id="140" name="Téglalap 139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Ív 143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Ív 144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6" name="Ív 145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7" name="Ív 146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8" name="Ív 147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9" name="Ív 148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1" name="Ív 150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2" name="Ellipszis 151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3" name="Ellipszis 15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4" name="Ellipszis 153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5" name="Ellipszis 154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6" name="Ellipszis 155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7" name="Ellipszis 156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8" name="Ellipszis 157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9" name="Ellipszis 158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0" name="Ellipszis 159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1" name="Ellipszis 160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2" name="Ellipszis 161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3" name="Téglalap 162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4" name="Ellipszis 163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5" name="Ellipszis 164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6" name="Ív 165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2" name="Csoportba foglalás 166"/>
          <p:cNvGrpSpPr/>
          <p:nvPr/>
        </p:nvGrpSpPr>
        <p:grpSpPr>
          <a:xfrm>
            <a:off x="9090581" y="4060891"/>
            <a:ext cx="273039" cy="1015779"/>
            <a:chOff x="10752615" y="4092955"/>
            <a:chExt cx="273039" cy="1015779"/>
          </a:xfrm>
        </p:grpSpPr>
        <p:cxnSp>
          <p:nvCxnSpPr>
            <p:cNvPr id="168" name="Egyenes összekötő 167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4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14" name="Csoportba foglalás 107"/>
            <p:cNvGrpSpPr/>
            <p:nvPr/>
          </p:nvGrpSpPr>
          <p:grpSpPr>
            <a:xfrm>
              <a:off x="10752615" y="4453888"/>
              <a:ext cx="230030" cy="654846"/>
              <a:chOff x="5226845" y="3171824"/>
              <a:chExt cx="230030" cy="654846"/>
            </a:xfrm>
          </p:grpSpPr>
          <p:cxnSp>
            <p:nvCxnSpPr>
              <p:cNvPr id="170" name="Egyenes összekötő 169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601" y="3590688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71" name="Egyenes összekötő 170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7325" y="3698081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72" name="Egyenes összekötő 1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33511" y="3338989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3" name="Egyenes összekötő 172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418876" y="4976658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74" name="Egyenes összekötő 173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480788" y="4955227"/>
            <a:ext cx="346868" cy="2143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75" name="Egyenes összekötő 17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9478408" y="4986185"/>
            <a:ext cx="190498" cy="15319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Csoportba foglalás 52"/>
          <p:cNvGrpSpPr/>
          <p:nvPr/>
        </p:nvGrpSpPr>
        <p:grpSpPr>
          <a:xfrm rot="-1380000">
            <a:off x="9168753" y="4093335"/>
            <a:ext cx="146232" cy="879819"/>
            <a:chOff x="10772811" y="4022082"/>
            <a:chExt cx="146232" cy="879819"/>
          </a:xfrm>
        </p:grpSpPr>
        <p:cxnSp>
          <p:nvCxnSpPr>
            <p:cNvPr id="54" name="Egyenes összekötő 5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5" name="Egyenes összekötő 5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6" name="Egyenes összekötő 55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7" name="Egyenes összekötő 56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58" name="Ellipszis 57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8655751" y="3223051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59" name="Egyenes összekötő 5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  <a:stCxn id="58" idx="4"/>
          </p:cNvCxnSpPr>
          <p:nvPr/>
        </p:nvCxnSpPr>
        <p:spPr>
          <a:xfrm rot="16200000" flipH="1">
            <a:off x="8557209" y="4384814"/>
            <a:ext cx="1252014" cy="177487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0" name="Egyenes összekötő 59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flipH="1">
            <a:off x="9136576" y="5067491"/>
            <a:ext cx="134224" cy="493551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1" name="Egyenes összekötő 60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>
            <a:off x="9136576" y="5532292"/>
            <a:ext cx="0" cy="569053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2" name="Egyenes összekötő 61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995477" y="5253679"/>
            <a:ext cx="463550" cy="69852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3" name="Egyenes összekötő 62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16200000" flipH="1">
            <a:off x="8957043" y="5716894"/>
            <a:ext cx="473746" cy="2222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4" name="Egyenes összekötő 6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981127" y="5968054"/>
            <a:ext cx="240821" cy="4844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5" name="Egyenes összekötő 6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935939" y="6101345"/>
            <a:ext cx="224275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66" name="Csoportba foglalás 70"/>
          <p:cNvGrpSpPr/>
          <p:nvPr/>
        </p:nvGrpSpPr>
        <p:grpSpPr>
          <a:xfrm>
            <a:off x="7989900" y="2336222"/>
            <a:ext cx="1935331" cy="1472572"/>
            <a:chOff x="4290324" y="1112255"/>
            <a:chExt cx="1935331" cy="1472572"/>
          </a:xfrm>
        </p:grpSpPr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Téglalap 67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Téglalap 68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Téglalap 69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Ív 70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Ív 71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3" name="Ív 7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4" name="Ív 73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5" name="Ív 74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6" name="Ív 75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7" name="Ív 76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8" name="Ív 7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9" name="Ellipszis 78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0" name="Ellipszis 79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1" name="Ellipszis 80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2" name="Ellipszis 81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3" name="Ellipszis 82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4" name="Ellipszis 83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5" name="Ellipszis 84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Ellipszis 85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7" name="Ellipszis 86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Ellipszis 88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1" name="Ellipszis 90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2" name="Ellipszis 91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3" name="Ív 92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94" name="Csoportba foglalás 139"/>
          <p:cNvGrpSpPr/>
          <p:nvPr/>
        </p:nvGrpSpPr>
        <p:grpSpPr>
          <a:xfrm rot="21540000">
            <a:off x="8889955" y="4098991"/>
            <a:ext cx="273445" cy="983403"/>
            <a:chOff x="10752209" y="4092956"/>
            <a:chExt cx="273445" cy="983403"/>
          </a:xfrm>
        </p:grpSpPr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9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97" name="Egyenes összekötő 9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8" name="Egyenes összekötő 9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9" name="Egyenes összekötő 9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0" name="Egyenes összekötő 9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240746" y="4976658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1" name="Egyenes összekötő 10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302658" y="4857008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2" name="Egyenes összekötő 101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9300278" y="4986185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Csoportba foglalás 62"/>
          <p:cNvGrpSpPr/>
          <p:nvPr/>
        </p:nvGrpSpPr>
        <p:grpSpPr>
          <a:xfrm rot="-600000">
            <a:off x="8992906" y="4086220"/>
            <a:ext cx="146232" cy="879819"/>
            <a:chOff x="10772811" y="4022082"/>
            <a:chExt cx="146232" cy="879819"/>
          </a:xfrm>
        </p:grpSpPr>
        <p:cxnSp>
          <p:nvCxnSpPr>
            <p:cNvPr id="104" name="Egyenes összekötő 10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5" name="Egyenes összekötő 10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6" name="Egyenes összekötő 105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7" name="Egyenes összekötő 106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08" name="Ellipszis 107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8584498" y="3223050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  <a:stCxn id="108" idx="4"/>
          </p:cNvCxnSpPr>
          <p:nvPr/>
        </p:nvCxnSpPr>
        <p:spPr>
          <a:xfrm rot="16200000" flipH="1">
            <a:off x="8454190" y="4416579"/>
            <a:ext cx="1223213" cy="85153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5400000">
            <a:off x="8846906" y="5295559"/>
            <a:ext cx="504511" cy="57898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1" name="Egyenes összekötő 110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>
            <a:off x="9084373" y="5532291"/>
            <a:ext cx="0" cy="569053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2" name="Egyenes összekötő 111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823929" y="5197198"/>
            <a:ext cx="438465" cy="14350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3" name="Egyenes összekötő 112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717733" y="5689553"/>
            <a:ext cx="485682" cy="22288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4" name="Egyenes összekötő 11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732074" y="5968054"/>
            <a:ext cx="251934" cy="61147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5" name="Egyenes összekötő 11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898024" y="6106107"/>
            <a:ext cx="224275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7" name="Csoportba foglalás 70"/>
          <p:cNvGrpSpPr/>
          <p:nvPr/>
        </p:nvGrpSpPr>
        <p:grpSpPr>
          <a:xfrm>
            <a:off x="7918647" y="2336221"/>
            <a:ext cx="1935331" cy="1472572"/>
            <a:chOff x="4290324" y="1112255"/>
            <a:chExt cx="1935331" cy="1472572"/>
          </a:xfrm>
        </p:grpSpPr>
        <p:sp>
          <p:nvSpPr>
            <p:cNvPr id="117" name="Téglalap 116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Téglalap 117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Téglalap 118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Téglalap 119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Ív 123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Ív 124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Ív 125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9" name="Ív 13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7" name="Ív 166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9" name="Ellipszis 168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Ellipszis 175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Ellipszis 176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Ellipszis 177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9" name="Ellipszis 178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0" name="Ellipszis 179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1" name="Ellipszis 180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Ellipszis 18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Ellipszis 182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Ellipszis 183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Ellipszis 184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Téglalap 185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Ellipszis 186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Ellipszis 187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190" name="Egyenes összekötő 18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070433" y="4984277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91" name="Egyenes összekötő 1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132345" y="4779521"/>
            <a:ext cx="301346" cy="20476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92" name="Egyenes összekötő 191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9129965" y="4993804"/>
            <a:ext cx="227526" cy="204817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8" name="Csoportba foglalás 139"/>
          <p:cNvGrpSpPr/>
          <p:nvPr/>
        </p:nvGrpSpPr>
        <p:grpSpPr>
          <a:xfrm rot="21060000">
            <a:off x="8849688" y="4127500"/>
            <a:ext cx="273445" cy="983403"/>
            <a:chOff x="10752209" y="4092956"/>
            <a:chExt cx="273445" cy="983403"/>
          </a:xfrm>
        </p:grpSpPr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9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Csoportba foglalás 62"/>
          <p:cNvGrpSpPr/>
          <p:nvPr/>
        </p:nvGrpSpPr>
        <p:grpSpPr>
          <a:xfrm rot="201348">
            <a:off x="8618365" y="4102860"/>
            <a:ext cx="146232" cy="879819"/>
            <a:chOff x="10772811" y="4022082"/>
            <a:chExt cx="146232" cy="879819"/>
          </a:xfrm>
        </p:grpSpPr>
        <p:cxnSp>
          <p:nvCxnSpPr>
            <p:cNvPr id="53" name="Egyenes összekötő 52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4" name="Egyenes összekötő 5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5" name="Egyenes összekötő 54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6" name="Egyenes összekötő 55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57" name="Ellipszis 56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8309719" y="3234927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58" name="Egyenes összekötő 57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  <a:stCxn id="57" idx="4"/>
          </p:cNvCxnSpPr>
          <p:nvPr/>
        </p:nvCxnSpPr>
        <p:spPr>
          <a:xfrm rot="16200000" flipH="1">
            <a:off x="8189111" y="4418756"/>
            <a:ext cx="1238676" cy="120017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59" name="Egyenes összekötő 58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630071" y="5331203"/>
            <a:ext cx="518799" cy="34175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0" name="Egyenes összekötő 59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664389" y="5756047"/>
            <a:ext cx="539776" cy="96968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1" name="Egyenes összekötő 60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564238" y="5279593"/>
            <a:ext cx="462785" cy="117211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2" name="Egyenes összekötő 61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16200000" flipH="1">
            <a:off x="8510999" y="5757345"/>
            <a:ext cx="473746" cy="2222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3" name="Egyenes összekötő 62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589387" y="6027555"/>
            <a:ext cx="215092" cy="5162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4" name="Egyenes összekötő 63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787495" y="6103696"/>
            <a:ext cx="250524" cy="4057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65" name="Csoportba foglalás 70"/>
          <p:cNvGrpSpPr/>
          <p:nvPr/>
        </p:nvGrpSpPr>
        <p:grpSpPr>
          <a:xfrm>
            <a:off x="7643868" y="2348098"/>
            <a:ext cx="1935331" cy="1472572"/>
            <a:chOff x="4290324" y="1112255"/>
            <a:chExt cx="1935331" cy="1472572"/>
          </a:xfrm>
        </p:grpSpPr>
        <p:sp>
          <p:nvSpPr>
            <p:cNvPr id="66" name="Téglalap 65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Téglalap 67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Téglalap 68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Ív 70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Ív 7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3" name="Ív 72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4" name="Ív 73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5" name="Ív 74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6" name="Ív 75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7" name="Ív 76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8" name="Ellipszis 77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9" name="Ellipszis 78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0" name="Ellipszis 79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1" name="Ellipszis 80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2" name="Ellipszis 81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3" name="Ellipszis 82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4" name="Ellipszis 83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5" name="Ellipszis 84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Ellipszis 85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7" name="Ellipszis 86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0" name="Ellipszis 89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1" name="Ellipszis 90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2" name="Ív 91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93" name="Egyenes összekötő 92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824864" y="4994884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4" name="Egyenes összekötő 93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886776" y="4752852"/>
            <a:ext cx="315200" cy="24203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5" name="Egyenes összekötő 9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884396" y="5004411"/>
            <a:ext cx="215980" cy="10404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96" name="Csoportba foglalás 139"/>
          <p:cNvGrpSpPr/>
          <p:nvPr/>
        </p:nvGrpSpPr>
        <p:grpSpPr>
          <a:xfrm rot="20357904">
            <a:off x="8681788" y="4115628"/>
            <a:ext cx="273445" cy="983403"/>
            <a:chOff x="10752209" y="4092956"/>
            <a:chExt cx="273445" cy="983403"/>
          </a:xfrm>
        </p:grpSpPr>
        <p:cxnSp>
          <p:nvCxnSpPr>
            <p:cNvPr id="97" name="Egyenes összekötő 96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98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99" name="Egyenes összekötő 9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0" name="Egyenes összekötő 99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1" name="Egyenes összekötő 100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Csoportba foglalás 62"/>
          <p:cNvGrpSpPr/>
          <p:nvPr/>
        </p:nvGrpSpPr>
        <p:grpSpPr>
          <a:xfrm rot="507348">
            <a:off x="8397122" y="4143308"/>
            <a:ext cx="146232" cy="879819"/>
            <a:chOff x="10772811" y="4022082"/>
            <a:chExt cx="146232" cy="879819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8093239" y="3246801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944057" y="4459206"/>
            <a:ext cx="1238676" cy="120017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430215" y="5312075"/>
            <a:ext cx="488124" cy="126855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580920" y="5706349"/>
            <a:ext cx="485037" cy="203471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323946" y="5286705"/>
            <a:ext cx="462785" cy="117211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245711" y="579494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287182" y="606012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728176" y="606488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111" name="Csoportba foglalás 70"/>
          <p:cNvGrpSpPr/>
          <p:nvPr/>
        </p:nvGrpSpPr>
        <p:grpSpPr>
          <a:xfrm>
            <a:off x="7427388" y="2359972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582984" y="507184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644896" y="495219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642516" y="508137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142" name="Csoportba foglalás 139"/>
          <p:cNvGrpSpPr/>
          <p:nvPr/>
        </p:nvGrpSpPr>
        <p:grpSpPr>
          <a:xfrm rot="20244305">
            <a:off x="8493884" y="4156077"/>
            <a:ext cx="273445" cy="983403"/>
            <a:chOff x="10752209" y="4092956"/>
            <a:chExt cx="273445" cy="983403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144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247898" y="4159183"/>
            <a:ext cx="146232" cy="879819"/>
            <a:chOff x="10772811" y="4022082"/>
            <a:chExt cx="146232" cy="879819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226870" y="5343970"/>
            <a:ext cx="488312" cy="101354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330215" y="5696941"/>
            <a:ext cx="519749" cy="200272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99576" y="607758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139"/>
          <p:cNvGrpSpPr/>
          <p:nvPr/>
        </p:nvGrpSpPr>
        <p:grpSpPr>
          <a:xfrm rot="20819094">
            <a:off x="8255758" y="4203704"/>
            <a:ext cx="273445" cy="983403"/>
            <a:chOff x="10752209" y="4092956"/>
            <a:chExt cx="273445" cy="983403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5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424956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" name="Csoportba foglalás 70"/>
          <p:cNvGrpSpPr/>
          <p:nvPr/>
        </p:nvGrpSpPr>
        <p:grpSpPr>
          <a:xfrm rot="21498461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247898" y="4159183"/>
            <a:ext cx="146232" cy="879819"/>
            <a:chOff x="10772811" y="4022082"/>
            <a:chExt cx="146232" cy="879819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226870" y="5343970"/>
            <a:ext cx="488312" cy="101354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330215" y="5696941"/>
            <a:ext cx="519749" cy="200272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99576" y="607758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139"/>
          <p:cNvGrpSpPr/>
          <p:nvPr/>
        </p:nvGrpSpPr>
        <p:grpSpPr>
          <a:xfrm rot="21436450">
            <a:off x="8160507" y="4146554"/>
            <a:ext cx="273445" cy="983403"/>
            <a:chOff x="10752209" y="4092956"/>
            <a:chExt cx="273445" cy="983403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4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1029991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70"/>
          <p:cNvGrpSpPr/>
          <p:nvPr/>
        </p:nvGrpSpPr>
        <p:grpSpPr>
          <a:xfrm rot="503496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247898" y="4159183"/>
            <a:ext cx="146232" cy="879819"/>
            <a:chOff x="10772811" y="4022082"/>
            <a:chExt cx="146232" cy="879819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226870" y="5343970"/>
            <a:ext cx="488312" cy="101354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330215" y="5696941"/>
            <a:ext cx="519749" cy="200272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99576" y="607758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139"/>
          <p:cNvGrpSpPr/>
          <p:nvPr/>
        </p:nvGrpSpPr>
        <p:grpSpPr>
          <a:xfrm rot="499356">
            <a:off x="7973725" y="4129445"/>
            <a:ext cx="398051" cy="710956"/>
            <a:chOff x="10627602" y="4092957"/>
            <a:chExt cx="398051" cy="710956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3" y="4242156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4" name="Csoportba foglalás 107"/>
            <p:cNvGrpSpPr/>
            <p:nvPr/>
          </p:nvGrpSpPr>
          <p:grpSpPr>
            <a:xfrm>
              <a:off x="10627602" y="4431926"/>
              <a:ext cx="370772" cy="371987"/>
              <a:chOff x="5101832" y="3149862"/>
              <a:chExt cx="370772" cy="371987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10300644" flipV="1">
                <a:off x="5101832" y="3468823"/>
                <a:ext cx="329322" cy="9114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01622" y="3477357"/>
                <a:ext cx="88669" cy="3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65029" y="3260511"/>
                <a:ext cx="318224" cy="9692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1029991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70"/>
          <p:cNvGrpSpPr/>
          <p:nvPr/>
        </p:nvGrpSpPr>
        <p:grpSpPr>
          <a:xfrm rot="503496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247898" y="4159183"/>
            <a:ext cx="146232" cy="879819"/>
            <a:chOff x="10772811" y="4022082"/>
            <a:chExt cx="146232" cy="879819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226870" y="5343970"/>
            <a:ext cx="488312" cy="101354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330215" y="5696941"/>
            <a:ext cx="519749" cy="200272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99576" y="607758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139"/>
          <p:cNvGrpSpPr/>
          <p:nvPr/>
        </p:nvGrpSpPr>
        <p:grpSpPr>
          <a:xfrm rot="1683433">
            <a:off x="7881651" y="4048481"/>
            <a:ext cx="398052" cy="710957"/>
            <a:chOff x="10627602" y="4092956"/>
            <a:chExt cx="398052" cy="710957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4" name="Csoportba foglalás 107"/>
            <p:cNvGrpSpPr/>
            <p:nvPr/>
          </p:nvGrpSpPr>
          <p:grpSpPr>
            <a:xfrm>
              <a:off x="10627602" y="4431926"/>
              <a:ext cx="370772" cy="371987"/>
              <a:chOff x="5101832" y="3149862"/>
              <a:chExt cx="370772" cy="371987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10300644" flipV="1">
                <a:off x="5101832" y="3468823"/>
                <a:ext cx="329322" cy="9114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01622" y="3477357"/>
                <a:ext cx="88669" cy="3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65029" y="3260511"/>
                <a:ext cx="318224" cy="9692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1029991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70"/>
          <p:cNvGrpSpPr/>
          <p:nvPr/>
        </p:nvGrpSpPr>
        <p:grpSpPr>
          <a:xfrm rot="503496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298121" y="4159183"/>
            <a:ext cx="96009" cy="917643"/>
            <a:chOff x="10823034" y="4022082"/>
            <a:chExt cx="96009" cy="917643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737698" y="4769284"/>
              <a:ext cx="258694" cy="82187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>
              <a:off x="10823034" y="4815794"/>
              <a:ext cx="71972" cy="21537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226870" y="5343970"/>
            <a:ext cx="488312" cy="101354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330215" y="5696941"/>
            <a:ext cx="519749" cy="200272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99576" y="607758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139"/>
          <p:cNvGrpSpPr/>
          <p:nvPr/>
        </p:nvGrpSpPr>
        <p:grpSpPr>
          <a:xfrm rot="2845201">
            <a:off x="7851487" y="4019906"/>
            <a:ext cx="398052" cy="710957"/>
            <a:chOff x="10627602" y="4092956"/>
            <a:chExt cx="398052" cy="710957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4" name="Csoportba foglalás 107"/>
            <p:cNvGrpSpPr/>
            <p:nvPr/>
          </p:nvGrpSpPr>
          <p:grpSpPr>
            <a:xfrm>
              <a:off x="10627602" y="4431926"/>
              <a:ext cx="370772" cy="371987"/>
              <a:chOff x="5101832" y="3149862"/>
              <a:chExt cx="370772" cy="371987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10300644" flipV="1">
                <a:off x="5101832" y="3468823"/>
                <a:ext cx="329322" cy="9114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01622" y="3477357"/>
                <a:ext cx="88669" cy="3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65029" y="3260511"/>
                <a:ext cx="318224" cy="9692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1029991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70"/>
          <p:cNvGrpSpPr/>
          <p:nvPr/>
        </p:nvGrpSpPr>
        <p:grpSpPr>
          <a:xfrm rot="503496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333840" y="4159183"/>
            <a:ext cx="81498" cy="927166"/>
            <a:chOff x="10858753" y="4022082"/>
            <a:chExt cx="81498" cy="927166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759129" y="4800239"/>
              <a:ext cx="268219" cy="29800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>
              <a:off x="10858753" y="4818175"/>
              <a:ext cx="81498" cy="725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226870" y="5343970"/>
            <a:ext cx="488312" cy="101354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330215" y="5696941"/>
            <a:ext cx="519749" cy="200272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99576" y="607758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139"/>
          <p:cNvGrpSpPr/>
          <p:nvPr/>
        </p:nvGrpSpPr>
        <p:grpSpPr>
          <a:xfrm rot="3552545">
            <a:off x="7837199" y="3900844"/>
            <a:ext cx="398052" cy="710957"/>
            <a:chOff x="10627602" y="4092956"/>
            <a:chExt cx="398052" cy="710957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4" name="Csoportba foglalás 107"/>
            <p:cNvGrpSpPr/>
            <p:nvPr/>
          </p:nvGrpSpPr>
          <p:grpSpPr>
            <a:xfrm>
              <a:off x="10627602" y="4431926"/>
              <a:ext cx="370772" cy="371987"/>
              <a:chOff x="5101832" y="3149862"/>
              <a:chExt cx="370772" cy="371987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10300644" flipV="1">
                <a:off x="5101832" y="3468823"/>
                <a:ext cx="329322" cy="9114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01622" y="3477357"/>
                <a:ext cx="88669" cy="3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65029" y="3260511"/>
                <a:ext cx="318224" cy="9692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1029991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70"/>
          <p:cNvGrpSpPr/>
          <p:nvPr/>
        </p:nvGrpSpPr>
        <p:grpSpPr>
          <a:xfrm rot="503496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247898" y="4159183"/>
            <a:ext cx="146232" cy="879819"/>
            <a:chOff x="10772811" y="4022082"/>
            <a:chExt cx="146232" cy="879819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226870" y="5343970"/>
            <a:ext cx="488312" cy="101354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330215" y="5696941"/>
            <a:ext cx="519749" cy="200272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99576" y="607758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139"/>
          <p:cNvGrpSpPr/>
          <p:nvPr/>
        </p:nvGrpSpPr>
        <p:grpSpPr>
          <a:xfrm rot="5610350">
            <a:off x="7892446" y="3759873"/>
            <a:ext cx="398052" cy="710957"/>
            <a:chOff x="10627602" y="4092956"/>
            <a:chExt cx="398052" cy="710957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4" name="Csoportba foglalás 107"/>
            <p:cNvGrpSpPr/>
            <p:nvPr/>
          </p:nvGrpSpPr>
          <p:grpSpPr>
            <a:xfrm>
              <a:off x="10627602" y="4431926"/>
              <a:ext cx="370772" cy="371987"/>
              <a:chOff x="5101832" y="3149862"/>
              <a:chExt cx="370772" cy="371987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10300644" flipV="1">
                <a:off x="5101832" y="3468823"/>
                <a:ext cx="329322" cy="9114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01622" y="3477357"/>
                <a:ext cx="88669" cy="3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65029" y="3260511"/>
                <a:ext cx="318224" cy="9692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1029991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70"/>
          <p:cNvGrpSpPr/>
          <p:nvPr/>
        </p:nvGrpSpPr>
        <p:grpSpPr>
          <a:xfrm rot="503496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247898" y="4159183"/>
            <a:ext cx="146232" cy="879819"/>
            <a:chOff x="10772811" y="4022082"/>
            <a:chExt cx="146232" cy="879819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226870" y="5343970"/>
            <a:ext cx="488312" cy="101354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330215" y="5696941"/>
            <a:ext cx="519749" cy="200272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99576" y="607758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139"/>
          <p:cNvGrpSpPr/>
          <p:nvPr/>
        </p:nvGrpSpPr>
        <p:grpSpPr>
          <a:xfrm rot="6943540">
            <a:off x="7997221" y="3683673"/>
            <a:ext cx="398052" cy="710957"/>
            <a:chOff x="10627602" y="4092956"/>
            <a:chExt cx="398052" cy="710957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4" name="Csoportba foglalás 107"/>
            <p:cNvGrpSpPr/>
            <p:nvPr/>
          </p:nvGrpSpPr>
          <p:grpSpPr>
            <a:xfrm>
              <a:off x="10627602" y="4431926"/>
              <a:ext cx="370772" cy="371987"/>
              <a:chOff x="5101832" y="3149862"/>
              <a:chExt cx="370772" cy="371987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10300644" flipV="1">
                <a:off x="5101832" y="3468823"/>
                <a:ext cx="329322" cy="9114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01622" y="3477357"/>
                <a:ext cx="88669" cy="3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65029" y="3260511"/>
                <a:ext cx="318224" cy="9692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1029991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70"/>
          <p:cNvGrpSpPr/>
          <p:nvPr/>
        </p:nvGrpSpPr>
        <p:grpSpPr>
          <a:xfrm rot="503496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247898" y="4159183"/>
            <a:ext cx="146232" cy="879819"/>
            <a:chOff x="10772811" y="4022082"/>
            <a:chExt cx="146232" cy="879819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226870" y="5343970"/>
            <a:ext cx="488312" cy="101354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330215" y="5696941"/>
            <a:ext cx="519749" cy="200272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99576" y="607758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1029991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70"/>
          <p:cNvGrpSpPr/>
          <p:nvPr/>
        </p:nvGrpSpPr>
        <p:grpSpPr>
          <a:xfrm rot="503496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3" name="Csoportba foglalás 139"/>
          <p:cNvGrpSpPr/>
          <p:nvPr/>
        </p:nvGrpSpPr>
        <p:grpSpPr>
          <a:xfrm rot="7985933">
            <a:off x="8106759" y="3593185"/>
            <a:ext cx="398052" cy="710957"/>
            <a:chOff x="10627602" y="4092956"/>
            <a:chExt cx="398052" cy="710957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4" name="Csoportba foglalás 107"/>
            <p:cNvGrpSpPr/>
            <p:nvPr/>
          </p:nvGrpSpPr>
          <p:grpSpPr>
            <a:xfrm>
              <a:off x="10627602" y="4431926"/>
              <a:ext cx="370772" cy="371987"/>
              <a:chOff x="5101832" y="3149862"/>
              <a:chExt cx="370772" cy="371987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10300644" flipV="1">
                <a:off x="5101832" y="3468823"/>
                <a:ext cx="329322" cy="9114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01622" y="3477357"/>
                <a:ext cx="88669" cy="3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65029" y="3260511"/>
                <a:ext cx="318224" cy="9692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292928" y="4159183"/>
            <a:ext cx="101202" cy="914737"/>
            <a:chOff x="10817841" y="4022082"/>
            <a:chExt cx="101202" cy="914737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828119" y="4681030"/>
              <a:ext cx="80019" cy="25578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>
              <a:off x="10817841" y="4809248"/>
              <a:ext cx="86631" cy="3148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>
            <a:off x="8420349" y="5150491"/>
            <a:ext cx="25192" cy="517680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>
            <a:off x="8438011" y="5567420"/>
            <a:ext cx="129552" cy="510168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61530" y="6063102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1029991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" name="Csoportba foglalás 70"/>
          <p:cNvGrpSpPr/>
          <p:nvPr/>
        </p:nvGrpSpPr>
        <p:grpSpPr>
          <a:xfrm rot="503496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" name="Csoportba foglalás 139"/>
          <p:cNvGrpSpPr/>
          <p:nvPr/>
        </p:nvGrpSpPr>
        <p:grpSpPr>
          <a:xfrm rot="7985933">
            <a:off x="8106759" y="3593185"/>
            <a:ext cx="398052" cy="710957"/>
            <a:chOff x="10627602" y="4092956"/>
            <a:chExt cx="398052" cy="710957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5" name="Csoportba foglalás 107"/>
            <p:cNvGrpSpPr/>
            <p:nvPr/>
          </p:nvGrpSpPr>
          <p:grpSpPr>
            <a:xfrm>
              <a:off x="10627602" y="4431926"/>
              <a:ext cx="370772" cy="371987"/>
              <a:chOff x="5101832" y="3149862"/>
              <a:chExt cx="370772" cy="371987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10300644" flipV="1">
                <a:off x="5101832" y="3468823"/>
                <a:ext cx="329322" cy="9114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01622" y="3477357"/>
                <a:ext cx="88669" cy="3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65029" y="3260511"/>
                <a:ext cx="318224" cy="9692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2481ED37-C177-475C-B61A-05190783D11B}"/>
              </a:ext>
            </a:extLst>
          </p:cNvPr>
          <p:cNvCxnSpPr>
            <a:cxnSpLocks/>
          </p:cNvCxnSpPr>
          <p:nvPr/>
        </p:nvCxnSpPr>
        <p:spPr>
          <a:xfrm>
            <a:off x="8055376" y="3363303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Egyenes összekötő 59">
            <a:extLst>
              <a:ext uri="{FF2B5EF4-FFF2-40B4-BE49-F238E27FC236}">
                <a16:creationId xmlns:a16="http://schemas.microsoft.com/office/drawing/2014/main" id="{89FBBF99-1CBB-4CF3-A58D-D284993A8F8B}"/>
              </a:ext>
            </a:extLst>
          </p:cNvPr>
          <p:cNvCxnSpPr>
            <a:cxnSpLocks/>
          </p:cNvCxnSpPr>
          <p:nvPr/>
        </p:nvCxnSpPr>
        <p:spPr>
          <a:xfrm>
            <a:off x="8430474" y="3810259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Egyenes összekötő 60">
            <a:extLst>
              <a:ext uri="{FF2B5EF4-FFF2-40B4-BE49-F238E27FC236}">
                <a16:creationId xmlns:a16="http://schemas.microsoft.com/office/drawing/2014/main" id="{5E5EC263-E967-4CE9-8B36-211CC66296C7}"/>
              </a:ext>
            </a:extLst>
          </p:cNvPr>
          <p:cNvCxnSpPr>
            <a:cxnSpLocks/>
          </p:cNvCxnSpPr>
          <p:nvPr/>
        </p:nvCxnSpPr>
        <p:spPr>
          <a:xfrm>
            <a:off x="8147505" y="4401001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292928" y="4159183"/>
            <a:ext cx="101202" cy="914737"/>
            <a:chOff x="10817841" y="4022082"/>
            <a:chExt cx="101202" cy="914737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828119" y="4681030"/>
              <a:ext cx="80019" cy="25578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>
              <a:off x="10817841" y="4809248"/>
              <a:ext cx="86631" cy="3148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>
            <a:off x="8420349" y="5150491"/>
            <a:ext cx="25192" cy="517680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>
            <a:off x="8438011" y="5567420"/>
            <a:ext cx="129552" cy="510168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61530" y="6063102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1029991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" name="Csoportba foglalás 70"/>
          <p:cNvGrpSpPr/>
          <p:nvPr/>
        </p:nvGrpSpPr>
        <p:grpSpPr>
          <a:xfrm rot="503496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" name="Csoportba foglalás 139"/>
          <p:cNvGrpSpPr/>
          <p:nvPr/>
        </p:nvGrpSpPr>
        <p:grpSpPr>
          <a:xfrm rot="7985933">
            <a:off x="8106759" y="3593185"/>
            <a:ext cx="398052" cy="710957"/>
            <a:chOff x="10627602" y="4092956"/>
            <a:chExt cx="398052" cy="710957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5" name="Csoportba foglalás 107"/>
            <p:cNvGrpSpPr/>
            <p:nvPr/>
          </p:nvGrpSpPr>
          <p:grpSpPr>
            <a:xfrm>
              <a:off x="10627602" y="4431926"/>
              <a:ext cx="370772" cy="371987"/>
              <a:chOff x="5101832" y="3149862"/>
              <a:chExt cx="370772" cy="371987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10300644" flipV="1">
                <a:off x="5101832" y="3468823"/>
                <a:ext cx="329322" cy="9114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01622" y="3477357"/>
                <a:ext cx="88669" cy="3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65029" y="3260511"/>
                <a:ext cx="318224" cy="9692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2481ED37-C177-475C-B61A-05190783D11B}"/>
              </a:ext>
            </a:extLst>
          </p:cNvPr>
          <p:cNvCxnSpPr>
            <a:cxnSpLocks/>
          </p:cNvCxnSpPr>
          <p:nvPr/>
        </p:nvCxnSpPr>
        <p:spPr>
          <a:xfrm>
            <a:off x="8055376" y="3363303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Egyenes összekötő 59">
            <a:extLst>
              <a:ext uri="{FF2B5EF4-FFF2-40B4-BE49-F238E27FC236}">
                <a16:creationId xmlns:a16="http://schemas.microsoft.com/office/drawing/2014/main" id="{89FBBF99-1CBB-4CF3-A58D-D284993A8F8B}"/>
              </a:ext>
            </a:extLst>
          </p:cNvPr>
          <p:cNvCxnSpPr>
            <a:cxnSpLocks/>
          </p:cNvCxnSpPr>
          <p:nvPr/>
        </p:nvCxnSpPr>
        <p:spPr>
          <a:xfrm>
            <a:off x="8430474" y="3810259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Egyenes összekötő 60">
            <a:extLst>
              <a:ext uri="{FF2B5EF4-FFF2-40B4-BE49-F238E27FC236}">
                <a16:creationId xmlns:a16="http://schemas.microsoft.com/office/drawing/2014/main" id="{5E5EC263-E967-4CE9-8B36-211CC66296C7}"/>
              </a:ext>
            </a:extLst>
          </p:cNvPr>
          <p:cNvCxnSpPr>
            <a:cxnSpLocks/>
          </p:cNvCxnSpPr>
          <p:nvPr/>
        </p:nvCxnSpPr>
        <p:spPr>
          <a:xfrm>
            <a:off x="8147505" y="4401001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Egyenes összekötő 54">
            <a:extLst>
              <a:ext uri="{FF2B5EF4-FFF2-40B4-BE49-F238E27FC236}">
                <a16:creationId xmlns:a16="http://schemas.microsoft.com/office/drawing/2014/main" id="{7344CA29-B2CB-4BD8-B5B6-FAF1579DACA0}"/>
              </a:ext>
            </a:extLst>
          </p:cNvPr>
          <p:cNvCxnSpPr>
            <a:cxnSpLocks/>
          </p:cNvCxnSpPr>
          <p:nvPr/>
        </p:nvCxnSpPr>
        <p:spPr>
          <a:xfrm flipH="1">
            <a:off x="8242668" y="3654495"/>
            <a:ext cx="2862" cy="50468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Egyenes összekötő 56">
            <a:extLst>
              <a:ext uri="{FF2B5EF4-FFF2-40B4-BE49-F238E27FC236}">
                <a16:creationId xmlns:a16="http://schemas.microsoft.com/office/drawing/2014/main" id="{CECFCD49-8D45-427E-AF68-B06750B5870F}"/>
              </a:ext>
            </a:extLst>
          </p:cNvPr>
          <p:cNvCxnSpPr>
            <a:cxnSpLocks/>
          </p:cNvCxnSpPr>
          <p:nvPr/>
        </p:nvCxnSpPr>
        <p:spPr>
          <a:xfrm>
            <a:off x="8461539" y="4900950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Egyenes összekötő 57">
            <a:extLst>
              <a:ext uri="{FF2B5EF4-FFF2-40B4-BE49-F238E27FC236}">
                <a16:creationId xmlns:a16="http://schemas.microsoft.com/office/drawing/2014/main" id="{8078D66C-0F54-41C3-9D57-8B792BF9B3DC}"/>
              </a:ext>
            </a:extLst>
          </p:cNvPr>
          <p:cNvCxnSpPr>
            <a:cxnSpLocks/>
          </p:cNvCxnSpPr>
          <p:nvPr/>
        </p:nvCxnSpPr>
        <p:spPr>
          <a:xfrm>
            <a:off x="8786965" y="4159183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Egyenes összekötő 58">
            <a:extLst>
              <a:ext uri="{FF2B5EF4-FFF2-40B4-BE49-F238E27FC236}">
                <a16:creationId xmlns:a16="http://schemas.microsoft.com/office/drawing/2014/main" id="{E925BE48-C8C6-4AED-A030-20FA9B40589E}"/>
              </a:ext>
            </a:extLst>
          </p:cNvPr>
          <p:cNvCxnSpPr>
            <a:cxnSpLocks/>
          </p:cNvCxnSpPr>
          <p:nvPr/>
        </p:nvCxnSpPr>
        <p:spPr>
          <a:xfrm>
            <a:off x="8114024" y="5455960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Egyenes összekötő 61">
            <a:extLst>
              <a:ext uri="{FF2B5EF4-FFF2-40B4-BE49-F238E27FC236}">
                <a16:creationId xmlns:a16="http://schemas.microsoft.com/office/drawing/2014/main" id="{86E297D7-C8E2-4633-8703-3036C411D5BC}"/>
              </a:ext>
            </a:extLst>
          </p:cNvPr>
          <p:cNvCxnSpPr>
            <a:cxnSpLocks/>
          </p:cNvCxnSpPr>
          <p:nvPr/>
        </p:nvCxnSpPr>
        <p:spPr>
          <a:xfrm>
            <a:off x="8303206" y="5157601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Egyenes összekötő 62">
            <a:extLst>
              <a:ext uri="{FF2B5EF4-FFF2-40B4-BE49-F238E27FC236}">
                <a16:creationId xmlns:a16="http://schemas.microsoft.com/office/drawing/2014/main" id="{01BC8C0E-A9C8-4115-9843-A3F376230DE0}"/>
              </a:ext>
            </a:extLst>
          </p:cNvPr>
          <p:cNvCxnSpPr>
            <a:cxnSpLocks/>
          </p:cNvCxnSpPr>
          <p:nvPr/>
        </p:nvCxnSpPr>
        <p:spPr>
          <a:xfrm>
            <a:off x="8699499" y="5472400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Egyenes összekötő 63">
            <a:extLst>
              <a:ext uri="{FF2B5EF4-FFF2-40B4-BE49-F238E27FC236}">
                <a16:creationId xmlns:a16="http://schemas.microsoft.com/office/drawing/2014/main" id="{F3750794-B2C1-4214-BC65-10FCB37FC01D}"/>
              </a:ext>
            </a:extLst>
          </p:cNvPr>
          <p:cNvCxnSpPr>
            <a:cxnSpLocks/>
          </p:cNvCxnSpPr>
          <p:nvPr/>
        </p:nvCxnSpPr>
        <p:spPr>
          <a:xfrm>
            <a:off x="9021647" y="3188631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083773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6" name="Egyenes összekötő 65">
            <a:extLst>
              <a:ext uri="{FF2B5EF4-FFF2-40B4-BE49-F238E27FC236}">
                <a16:creationId xmlns:a16="http://schemas.microsoft.com/office/drawing/2014/main" id="{2A79A0FA-4B8D-4F24-924E-D73E90519DF4}"/>
              </a:ext>
            </a:extLst>
          </p:cNvPr>
          <p:cNvCxnSpPr>
            <a:cxnSpLocks/>
          </p:cNvCxnSpPr>
          <p:nvPr/>
        </p:nvCxnSpPr>
        <p:spPr>
          <a:xfrm>
            <a:off x="8264926" y="3553803"/>
            <a:ext cx="0" cy="100867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Egyenes összekötő 66">
            <a:extLst>
              <a:ext uri="{FF2B5EF4-FFF2-40B4-BE49-F238E27FC236}">
                <a16:creationId xmlns:a16="http://schemas.microsoft.com/office/drawing/2014/main" id="{798C326B-3B0B-4E18-AEF9-F9FA6E0A14AB}"/>
              </a:ext>
            </a:extLst>
          </p:cNvPr>
          <p:cNvCxnSpPr>
            <a:cxnSpLocks/>
          </p:cNvCxnSpPr>
          <p:nvPr/>
        </p:nvCxnSpPr>
        <p:spPr>
          <a:xfrm>
            <a:off x="8093476" y="3242989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Egyenes összekötő 67">
            <a:extLst>
              <a:ext uri="{FF2B5EF4-FFF2-40B4-BE49-F238E27FC236}">
                <a16:creationId xmlns:a16="http://schemas.microsoft.com/office/drawing/2014/main" id="{C270ADEA-9EEC-4743-AD93-6D98E557C684}"/>
              </a:ext>
            </a:extLst>
          </p:cNvPr>
          <p:cNvCxnSpPr>
            <a:cxnSpLocks/>
          </p:cNvCxnSpPr>
          <p:nvPr/>
        </p:nvCxnSpPr>
        <p:spPr>
          <a:xfrm>
            <a:off x="8674501" y="2831658"/>
            <a:ext cx="0" cy="1444289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Egyenes összekötő 68">
            <a:extLst>
              <a:ext uri="{FF2B5EF4-FFF2-40B4-BE49-F238E27FC236}">
                <a16:creationId xmlns:a16="http://schemas.microsoft.com/office/drawing/2014/main" id="{00050113-9661-4427-8C42-B7A1727D6024}"/>
              </a:ext>
            </a:extLst>
          </p:cNvPr>
          <p:cNvCxnSpPr>
            <a:cxnSpLocks/>
          </p:cNvCxnSpPr>
          <p:nvPr/>
        </p:nvCxnSpPr>
        <p:spPr>
          <a:xfrm>
            <a:off x="8579251" y="4677753"/>
            <a:ext cx="0" cy="80864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Egyenes összekötő 69">
            <a:extLst>
              <a:ext uri="{FF2B5EF4-FFF2-40B4-BE49-F238E27FC236}">
                <a16:creationId xmlns:a16="http://schemas.microsoft.com/office/drawing/2014/main" id="{3F81C10F-90F7-4FCE-855A-73E9CAAA9A31}"/>
              </a:ext>
            </a:extLst>
          </p:cNvPr>
          <p:cNvCxnSpPr>
            <a:cxnSpLocks/>
          </p:cNvCxnSpPr>
          <p:nvPr/>
        </p:nvCxnSpPr>
        <p:spPr>
          <a:xfrm>
            <a:off x="8093476" y="4562475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523557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306144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gyenes összekötő 1">
            <a:extLst>
              <a:ext uri="{FF2B5EF4-FFF2-40B4-BE49-F238E27FC236}">
                <a16:creationId xmlns:a16="http://schemas.microsoft.com/office/drawing/2014/main" id="{76ED30E3-B7FC-4B15-9108-3198D1D231A1}"/>
              </a:ext>
            </a:extLst>
          </p:cNvPr>
          <p:cNvCxnSpPr>
            <a:cxnSpLocks/>
          </p:cNvCxnSpPr>
          <p:nvPr/>
        </p:nvCxnSpPr>
        <p:spPr>
          <a:xfrm>
            <a:off x="5988630" y="4745147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Egyenes összekötő 2">
            <a:extLst>
              <a:ext uri="{FF2B5EF4-FFF2-40B4-BE49-F238E27FC236}">
                <a16:creationId xmlns:a16="http://schemas.microsoft.com/office/drawing/2014/main" id="{8434E780-E21D-4A77-B511-6B91D4C81F1D}"/>
              </a:ext>
            </a:extLst>
          </p:cNvPr>
          <p:cNvCxnSpPr>
            <a:cxnSpLocks/>
          </p:cNvCxnSpPr>
          <p:nvPr/>
        </p:nvCxnSpPr>
        <p:spPr>
          <a:xfrm>
            <a:off x="5817180" y="4434333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Egyenes összekötő 3">
            <a:extLst>
              <a:ext uri="{FF2B5EF4-FFF2-40B4-BE49-F238E27FC236}">
                <a16:creationId xmlns:a16="http://schemas.microsoft.com/office/drawing/2014/main" id="{A617D804-9AA4-46C7-8068-645263447E76}"/>
              </a:ext>
            </a:extLst>
          </p:cNvPr>
          <p:cNvCxnSpPr>
            <a:cxnSpLocks/>
          </p:cNvCxnSpPr>
          <p:nvPr/>
        </p:nvCxnSpPr>
        <p:spPr>
          <a:xfrm>
            <a:off x="6398205" y="4023002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gyenes összekötő 4">
            <a:extLst>
              <a:ext uri="{FF2B5EF4-FFF2-40B4-BE49-F238E27FC236}">
                <a16:creationId xmlns:a16="http://schemas.microsoft.com/office/drawing/2014/main" id="{ED9B4F4A-747D-4A33-8AB6-BB4DEC9D4FCB}"/>
              </a:ext>
            </a:extLst>
          </p:cNvPr>
          <p:cNvCxnSpPr>
            <a:cxnSpLocks/>
          </p:cNvCxnSpPr>
          <p:nvPr/>
        </p:nvCxnSpPr>
        <p:spPr>
          <a:xfrm>
            <a:off x="6302955" y="5869097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gyenes összekötő 5">
            <a:extLst>
              <a:ext uri="{FF2B5EF4-FFF2-40B4-BE49-F238E27FC236}">
                <a16:creationId xmlns:a16="http://schemas.microsoft.com/office/drawing/2014/main" id="{5A5B3FB3-79DE-475A-A5D7-C456CD27D670}"/>
              </a:ext>
            </a:extLst>
          </p:cNvPr>
          <p:cNvCxnSpPr>
            <a:cxnSpLocks/>
          </p:cNvCxnSpPr>
          <p:nvPr/>
        </p:nvCxnSpPr>
        <p:spPr>
          <a:xfrm>
            <a:off x="5817180" y="5753819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476062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gyenes összekötő 1">
            <a:extLst>
              <a:ext uri="{FF2B5EF4-FFF2-40B4-BE49-F238E27FC236}">
                <a16:creationId xmlns:a16="http://schemas.microsoft.com/office/drawing/2014/main" id="{76ED30E3-B7FC-4B15-9108-3198D1D231A1}"/>
              </a:ext>
            </a:extLst>
          </p:cNvPr>
          <p:cNvCxnSpPr>
            <a:cxnSpLocks/>
          </p:cNvCxnSpPr>
          <p:nvPr/>
        </p:nvCxnSpPr>
        <p:spPr>
          <a:xfrm>
            <a:off x="6333688" y="4408717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Egyenes összekötő 2">
            <a:extLst>
              <a:ext uri="{FF2B5EF4-FFF2-40B4-BE49-F238E27FC236}">
                <a16:creationId xmlns:a16="http://schemas.microsoft.com/office/drawing/2014/main" id="{8434E780-E21D-4A77-B511-6B91D4C81F1D}"/>
              </a:ext>
            </a:extLst>
          </p:cNvPr>
          <p:cNvCxnSpPr>
            <a:cxnSpLocks/>
          </p:cNvCxnSpPr>
          <p:nvPr/>
        </p:nvCxnSpPr>
        <p:spPr>
          <a:xfrm>
            <a:off x="6162238" y="4097903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Egyenes összekötő 3">
            <a:extLst>
              <a:ext uri="{FF2B5EF4-FFF2-40B4-BE49-F238E27FC236}">
                <a16:creationId xmlns:a16="http://schemas.microsoft.com/office/drawing/2014/main" id="{A617D804-9AA4-46C7-8068-645263447E76}"/>
              </a:ext>
            </a:extLst>
          </p:cNvPr>
          <p:cNvCxnSpPr>
            <a:cxnSpLocks/>
          </p:cNvCxnSpPr>
          <p:nvPr/>
        </p:nvCxnSpPr>
        <p:spPr>
          <a:xfrm>
            <a:off x="6743263" y="3686572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gyenes összekötő 4">
            <a:extLst>
              <a:ext uri="{FF2B5EF4-FFF2-40B4-BE49-F238E27FC236}">
                <a16:creationId xmlns:a16="http://schemas.microsoft.com/office/drawing/2014/main" id="{ED9B4F4A-747D-4A33-8AB6-BB4DEC9D4FCB}"/>
              </a:ext>
            </a:extLst>
          </p:cNvPr>
          <p:cNvCxnSpPr>
            <a:cxnSpLocks/>
          </p:cNvCxnSpPr>
          <p:nvPr/>
        </p:nvCxnSpPr>
        <p:spPr>
          <a:xfrm>
            <a:off x="6648013" y="5532667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gyenes összekötő 5">
            <a:extLst>
              <a:ext uri="{FF2B5EF4-FFF2-40B4-BE49-F238E27FC236}">
                <a16:creationId xmlns:a16="http://schemas.microsoft.com/office/drawing/2014/main" id="{5A5B3FB3-79DE-475A-A5D7-C456CD27D670}"/>
              </a:ext>
            </a:extLst>
          </p:cNvPr>
          <p:cNvCxnSpPr>
            <a:cxnSpLocks/>
          </p:cNvCxnSpPr>
          <p:nvPr/>
        </p:nvCxnSpPr>
        <p:spPr>
          <a:xfrm>
            <a:off x="6162238" y="5417389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Egyenes összekötő 6">
            <a:extLst>
              <a:ext uri="{FF2B5EF4-FFF2-40B4-BE49-F238E27FC236}">
                <a16:creationId xmlns:a16="http://schemas.microsoft.com/office/drawing/2014/main" id="{EEEB2C86-CBE0-4494-9DCA-C57EB919B990}"/>
              </a:ext>
            </a:extLst>
          </p:cNvPr>
          <p:cNvCxnSpPr>
            <a:cxnSpLocks/>
          </p:cNvCxnSpPr>
          <p:nvPr/>
        </p:nvCxnSpPr>
        <p:spPr>
          <a:xfrm>
            <a:off x="5971738" y="4732717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Egyenes összekötő 7">
            <a:extLst>
              <a:ext uri="{FF2B5EF4-FFF2-40B4-BE49-F238E27FC236}">
                <a16:creationId xmlns:a16="http://schemas.microsoft.com/office/drawing/2014/main" id="{7E6070B0-1E5B-4D33-B8E7-490809A514D5}"/>
              </a:ext>
            </a:extLst>
          </p:cNvPr>
          <p:cNvCxnSpPr>
            <a:cxnSpLocks/>
          </p:cNvCxnSpPr>
          <p:nvPr/>
        </p:nvCxnSpPr>
        <p:spPr>
          <a:xfrm>
            <a:off x="5800288" y="4421903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9E5DB274-7027-4D32-98B5-A4822B2C2FE4}"/>
              </a:ext>
            </a:extLst>
          </p:cNvPr>
          <p:cNvCxnSpPr>
            <a:cxnSpLocks/>
          </p:cNvCxnSpPr>
          <p:nvPr/>
        </p:nvCxnSpPr>
        <p:spPr>
          <a:xfrm>
            <a:off x="6381313" y="4010572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Egyenes összekötő 9">
            <a:extLst>
              <a:ext uri="{FF2B5EF4-FFF2-40B4-BE49-F238E27FC236}">
                <a16:creationId xmlns:a16="http://schemas.microsoft.com/office/drawing/2014/main" id="{B0492CC4-2D78-4438-9798-A1015716BE41}"/>
              </a:ext>
            </a:extLst>
          </p:cNvPr>
          <p:cNvCxnSpPr>
            <a:cxnSpLocks/>
          </p:cNvCxnSpPr>
          <p:nvPr/>
        </p:nvCxnSpPr>
        <p:spPr>
          <a:xfrm>
            <a:off x="6286063" y="5856667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21046F0B-E016-444E-85C1-E3774FBC3140}"/>
              </a:ext>
            </a:extLst>
          </p:cNvPr>
          <p:cNvCxnSpPr>
            <a:cxnSpLocks/>
          </p:cNvCxnSpPr>
          <p:nvPr/>
        </p:nvCxnSpPr>
        <p:spPr>
          <a:xfrm>
            <a:off x="5800288" y="5741389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393351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Csoportba foglalás 12">
            <a:extLst>
              <a:ext uri="{FF2B5EF4-FFF2-40B4-BE49-F238E27FC236}">
                <a16:creationId xmlns:a16="http://schemas.microsoft.com/office/drawing/2014/main" id="{E31059C2-5672-F516-6940-6E6D0A723F0C}"/>
              </a:ext>
            </a:extLst>
          </p:cNvPr>
          <p:cNvGrpSpPr/>
          <p:nvPr/>
        </p:nvGrpSpPr>
        <p:grpSpPr>
          <a:xfrm>
            <a:off x="5247538" y="3549611"/>
            <a:ext cx="1058565" cy="2622429"/>
            <a:chOff x="5250654" y="2712849"/>
            <a:chExt cx="1058565" cy="2622429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27836" y="3773528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>
              <a:off x="5759851" y="3597433"/>
              <a:ext cx="0" cy="81143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7985933">
              <a:off x="5538212" y="3411223"/>
              <a:ext cx="310282" cy="510219"/>
              <a:chOff x="10627602" y="4092956"/>
              <a:chExt cx="398052" cy="710957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627602" y="4431926"/>
                <a:ext cx="370772" cy="371987"/>
                <a:chOff x="5101832" y="3149862"/>
                <a:chExt cx="370772" cy="371987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0300644" flipV="1">
                  <a:off x="5101832" y="3468823"/>
                  <a:ext cx="329322" cy="9114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01622" y="3477357"/>
                  <a:ext cx="88669" cy="3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2" name="Egyenes összekötő 1">
              <a:extLst>
                <a:ext uri="{FF2B5EF4-FFF2-40B4-BE49-F238E27FC236}">
                  <a16:creationId xmlns:a16="http://schemas.microsoft.com/office/drawing/2014/main" id="{76ED30E3-B7FC-4B15-9108-3198D1D231A1}"/>
                </a:ext>
              </a:extLst>
            </p:cNvPr>
            <p:cNvCxnSpPr>
              <a:cxnSpLocks/>
            </p:cNvCxnSpPr>
            <p:nvPr/>
          </p:nvCxnSpPr>
          <p:spPr>
            <a:xfrm>
              <a:off x="5807476" y="3563328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" name="Egyenes összekötő 2">
              <a:extLst>
                <a:ext uri="{FF2B5EF4-FFF2-40B4-BE49-F238E27FC236}">
                  <a16:creationId xmlns:a16="http://schemas.microsoft.com/office/drawing/2014/main" id="{8434E780-E21D-4A77-B511-6B91D4C81F1D}"/>
                </a:ext>
              </a:extLst>
            </p:cNvPr>
            <p:cNvCxnSpPr>
              <a:cxnSpLocks/>
            </p:cNvCxnSpPr>
            <p:nvPr/>
          </p:nvCxnSpPr>
          <p:spPr>
            <a:xfrm>
              <a:off x="5636026" y="3252514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Egyenes összekötő 3">
              <a:extLst>
                <a:ext uri="{FF2B5EF4-FFF2-40B4-BE49-F238E27FC236}">
                  <a16:creationId xmlns:a16="http://schemas.microsoft.com/office/drawing/2014/main" id="{A617D804-9AA4-46C7-8068-645263447E76}"/>
                </a:ext>
              </a:extLst>
            </p:cNvPr>
            <p:cNvCxnSpPr>
              <a:cxnSpLocks/>
            </p:cNvCxnSpPr>
            <p:nvPr/>
          </p:nvCxnSpPr>
          <p:spPr>
            <a:xfrm>
              <a:off x="6217051" y="2841183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Egyenes összekötő 4">
              <a:extLst>
                <a:ext uri="{FF2B5EF4-FFF2-40B4-BE49-F238E27FC236}">
                  <a16:creationId xmlns:a16="http://schemas.microsoft.com/office/drawing/2014/main" id="{ED9B4F4A-747D-4A33-8AB6-BB4DEC9D4FCB}"/>
                </a:ext>
              </a:extLst>
            </p:cNvPr>
            <p:cNvCxnSpPr>
              <a:cxnSpLocks/>
            </p:cNvCxnSpPr>
            <p:nvPr/>
          </p:nvCxnSpPr>
          <p:spPr>
            <a:xfrm>
              <a:off x="6121801" y="4687278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Egyenes összekötő 5">
              <a:extLst>
                <a:ext uri="{FF2B5EF4-FFF2-40B4-BE49-F238E27FC236}">
                  <a16:creationId xmlns:a16="http://schemas.microsoft.com/office/drawing/2014/main" id="{5A5B3FB3-79DE-475A-A5D7-C456CD27D670}"/>
                </a:ext>
              </a:extLst>
            </p:cNvPr>
            <p:cNvCxnSpPr>
              <a:cxnSpLocks/>
            </p:cNvCxnSpPr>
            <p:nvPr/>
          </p:nvCxnSpPr>
          <p:spPr>
            <a:xfrm>
              <a:off x="5636026" y="4572000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EEEB2C86-CBE0-4494-9DCA-C57EB919B990}"/>
                </a:ext>
              </a:extLst>
            </p:cNvPr>
            <p:cNvCxnSpPr>
              <a:cxnSpLocks/>
            </p:cNvCxnSpPr>
            <p:nvPr/>
          </p:nvCxnSpPr>
          <p:spPr>
            <a:xfrm>
              <a:off x="5445526" y="3887328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Egyenes összekötő 7">
              <a:extLst>
                <a:ext uri="{FF2B5EF4-FFF2-40B4-BE49-F238E27FC236}">
                  <a16:creationId xmlns:a16="http://schemas.microsoft.com/office/drawing/2014/main" id="{7E6070B0-1E5B-4D33-B8E7-490809A514D5}"/>
                </a:ext>
              </a:extLst>
            </p:cNvPr>
            <p:cNvCxnSpPr>
              <a:cxnSpLocks/>
            </p:cNvCxnSpPr>
            <p:nvPr/>
          </p:nvCxnSpPr>
          <p:spPr>
            <a:xfrm>
              <a:off x="5274076" y="3576514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9E5DB274-7027-4D32-98B5-A4822B2C2FE4}"/>
                </a:ext>
              </a:extLst>
            </p:cNvPr>
            <p:cNvCxnSpPr>
              <a:cxnSpLocks/>
            </p:cNvCxnSpPr>
            <p:nvPr/>
          </p:nvCxnSpPr>
          <p:spPr>
            <a:xfrm>
              <a:off x="5855101" y="3165183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Egyenes összekötő 9">
              <a:extLst>
                <a:ext uri="{FF2B5EF4-FFF2-40B4-BE49-F238E27FC236}">
                  <a16:creationId xmlns:a16="http://schemas.microsoft.com/office/drawing/2014/main" id="{B0492CC4-2D78-4438-9798-A1015716BE41}"/>
                </a:ext>
              </a:extLst>
            </p:cNvPr>
            <p:cNvCxnSpPr>
              <a:cxnSpLocks/>
            </p:cNvCxnSpPr>
            <p:nvPr/>
          </p:nvCxnSpPr>
          <p:spPr>
            <a:xfrm>
              <a:off x="5759851" y="5011278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Egyenes összekötő 10">
              <a:extLst>
                <a:ext uri="{FF2B5EF4-FFF2-40B4-BE49-F238E27FC236}">
                  <a16:creationId xmlns:a16="http://schemas.microsoft.com/office/drawing/2014/main" id="{21046F0B-E016-444E-85C1-E3774FBC3140}"/>
                </a:ext>
              </a:extLst>
            </p:cNvPr>
            <p:cNvCxnSpPr>
              <a:cxnSpLocks/>
            </p:cNvCxnSpPr>
            <p:nvPr/>
          </p:nvCxnSpPr>
          <p:spPr>
            <a:xfrm>
              <a:off x="5274076" y="4896000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214922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5A071BB2-24DB-D44A-2CAB-2BC7D890BAF4}"/>
              </a:ext>
            </a:extLst>
          </p:cNvPr>
          <p:cNvGrpSpPr/>
          <p:nvPr/>
        </p:nvGrpSpPr>
        <p:grpSpPr>
          <a:xfrm>
            <a:off x="5247539" y="3549611"/>
            <a:ext cx="1058565" cy="2507151"/>
            <a:chOff x="5250654" y="2712849"/>
            <a:chExt cx="105856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27836" y="3773528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>
              <a:off x="5759851" y="3597433"/>
              <a:ext cx="0" cy="81143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7985933">
              <a:off x="5538212" y="3411223"/>
              <a:ext cx="310282" cy="510219"/>
              <a:chOff x="10627602" y="4092956"/>
              <a:chExt cx="398052" cy="710957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627602" y="4431926"/>
                <a:ext cx="370772" cy="371987"/>
                <a:chOff x="5101832" y="3149862"/>
                <a:chExt cx="370772" cy="371987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0300644" flipV="1">
                  <a:off x="5101832" y="3468823"/>
                  <a:ext cx="329322" cy="9114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01622" y="3477357"/>
                  <a:ext cx="88669" cy="3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2" name="Egyenes összekötő 1">
              <a:extLst>
                <a:ext uri="{FF2B5EF4-FFF2-40B4-BE49-F238E27FC236}">
                  <a16:creationId xmlns:a16="http://schemas.microsoft.com/office/drawing/2014/main" id="{76ED30E3-B7FC-4B15-9108-3198D1D231A1}"/>
                </a:ext>
              </a:extLst>
            </p:cNvPr>
            <p:cNvCxnSpPr>
              <a:cxnSpLocks/>
            </p:cNvCxnSpPr>
            <p:nvPr/>
          </p:nvCxnSpPr>
          <p:spPr>
            <a:xfrm>
              <a:off x="5807476" y="3563328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" name="Egyenes összekötő 2">
              <a:extLst>
                <a:ext uri="{FF2B5EF4-FFF2-40B4-BE49-F238E27FC236}">
                  <a16:creationId xmlns:a16="http://schemas.microsoft.com/office/drawing/2014/main" id="{8434E780-E21D-4A77-B511-6B91D4C81F1D}"/>
                </a:ext>
              </a:extLst>
            </p:cNvPr>
            <p:cNvCxnSpPr>
              <a:cxnSpLocks/>
            </p:cNvCxnSpPr>
            <p:nvPr/>
          </p:nvCxnSpPr>
          <p:spPr>
            <a:xfrm>
              <a:off x="5636026" y="3252514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Egyenes összekötő 3">
              <a:extLst>
                <a:ext uri="{FF2B5EF4-FFF2-40B4-BE49-F238E27FC236}">
                  <a16:creationId xmlns:a16="http://schemas.microsoft.com/office/drawing/2014/main" id="{A617D804-9AA4-46C7-8068-645263447E76}"/>
                </a:ext>
              </a:extLst>
            </p:cNvPr>
            <p:cNvCxnSpPr>
              <a:cxnSpLocks/>
            </p:cNvCxnSpPr>
            <p:nvPr/>
          </p:nvCxnSpPr>
          <p:spPr>
            <a:xfrm>
              <a:off x="6078185" y="3887328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Egyenes összekötő 5">
              <a:extLst>
                <a:ext uri="{FF2B5EF4-FFF2-40B4-BE49-F238E27FC236}">
                  <a16:creationId xmlns:a16="http://schemas.microsoft.com/office/drawing/2014/main" id="{5A5B3FB3-79DE-475A-A5D7-C456CD27D670}"/>
                </a:ext>
              </a:extLst>
            </p:cNvPr>
            <p:cNvCxnSpPr>
              <a:cxnSpLocks/>
            </p:cNvCxnSpPr>
            <p:nvPr/>
          </p:nvCxnSpPr>
          <p:spPr>
            <a:xfrm>
              <a:off x="5636026" y="4572000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EEEB2C86-CBE0-4494-9DCA-C57EB919B990}"/>
                </a:ext>
              </a:extLst>
            </p:cNvPr>
            <p:cNvCxnSpPr>
              <a:cxnSpLocks/>
            </p:cNvCxnSpPr>
            <p:nvPr/>
          </p:nvCxnSpPr>
          <p:spPr>
            <a:xfrm>
              <a:off x="5445526" y="3887328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2602553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81C7E454-E1B3-CAA7-8E94-FFAF5AAFEFC0}"/>
              </a:ext>
            </a:extLst>
          </p:cNvPr>
          <p:cNvGrpSpPr/>
          <p:nvPr/>
        </p:nvGrpSpPr>
        <p:grpSpPr>
          <a:xfrm>
            <a:off x="5250654" y="3558233"/>
            <a:ext cx="1058565" cy="2507151"/>
            <a:chOff x="5250654" y="2712849"/>
            <a:chExt cx="105856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27836" y="3773528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>
              <a:off x="5759851" y="3597433"/>
              <a:ext cx="0" cy="81143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7985933">
              <a:off x="5538212" y="3411223"/>
              <a:ext cx="310282" cy="510219"/>
              <a:chOff x="10627602" y="4092956"/>
              <a:chExt cx="398052" cy="710957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627602" y="4431926"/>
                <a:ext cx="370772" cy="371987"/>
                <a:chOff x="5101832" y="3149862"/>
                <a:chExt cx="370772" cy="371987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0300644" flipV="1">
                  <a:off x="5101832" y="3468823"/>
                  <a:ext cx="329322" cy="9114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01622" y="3477357"/>
                  <a:ext cx="88669" cy="3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3674168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E3C64F34-F83F-05CD-B6DF-EBDBEC26C8CF}"/>
              </a:ext>
            </a:extLst>
          </p:cNvPr>
          <p:cNvGrpSpPr/>
          <p:nvPr/>
        </p:nvGrpSpPr>
        <p:grpSpPr>
          <a:xfrm>
            <a:off x="5250654" y="3558237"/>
            <a:ext cx="1058565" cy="2507151"/>
            <a:chOff x="5250654" y="2712849"/>
            <a:chExt cx="105856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31749" y="3851844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7985933">
              <a:off x="5529672" y="3391484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28502734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8D3F1CE6-83D8-C068-4457-DEF4AF3051EC}"/>
              </a:ext>
            </a:extLst>
          </p:cNvPr>
          <p:cNvGrpSpPr/>
          <p:nvPr/>
        </p:nvGrpSpPr>
        <p:grpSpPr>
          <a:xfrm>
            <a:off x="5250655" y="3558237"/>
            <a:ext cx="1058565" cy="2507151"/>
            <a:chOff x="5250654" y="2712849"/>
            <a:chExt cx="105856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3952" y="3792679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7125765">
              <a:off x="5464257" y="3373159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3874370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601BA771-B247-C3EB-E80C-3AE6E98EBE77}"/>
              </a:ext>
            </a:extLst>
          </p:cNvPr>
          <p:cNvGrpSpPr/>
          <p:nvPr/>
        </p:nvGrpSpPr>
        <p:grpSpPr>
          <a:xfrm>
            <a:off x="5228428" y="3558237"/>
            <a:ext cx="1080791" cy="2507151"/>
            <a:chOff x="5228428" y="2712849"/>
            <a:chExt cx="1080791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5587541">
              <a:off x="5408773" y="3443171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669283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1835E8D8-138C-1CE5-0B7A-B6DCBC0CE809}"/>
              </a:ext>
            </a:extLst>
          </p:cNvPr>
          <p:cNvGrpSpPr/>
          <p:nvPr/>
        </p:nvGrpSpPr>
        <p:grpSpPr>
          <a:xfrm>
            <a:off x="5195182" y="3558238"/>
            <a:ext cx="1114035" cy="2507151"/>
            <a:chOff x="5195184" y="2712849"/>
            <a:chExt cx="111403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491089">
              <a:off x="5375529" y="3544903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2043254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1BBDC3D2-78DC-254C-A268-2CF465FC01FD}"/>
              </a:ext>
            </a:extLst>
          </p:cNvPr>
          <p:cNvGrpSpPr/>
          <p:nvPr/>
        </p:nvGrpSpPr>
        <p:grpSpPr>
          <a:xfrm>
            <a:off x="5195183" y="3558237"/>
            <a:ext cx="1114035" cy="2507151"/>
            <a:chOff x="5195184" y="2712849"/>
            <a:chExt cx="111403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491089">
              <a:off x="5375529" y="3544903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1422269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37D14456-7747-F2EA-5D99-19C1B1C254F5}"/>
              </a:ext>
            </a:extLst>
          </p:cNvPr>
          <p:cNvGrpSpPr/>
          <p:nvPr/>
        </p:nvGrpSpPr>
        <p:grpSpPr>
          <a:xfrm>
            <a:off x="5207291" y="3558237"/>
            <a:ext cx="1101929" cy="2507151"/>
            <a:chOff x="5207290" y="2712849"/>
            <a:chExt cx="1101929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570792">
              <a:off x="5387635" y="3608659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21028775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AC90F228-5F12-4F0A-98DB-ADF4EBDA66B9}"/>
              </a:ext>
            </a:extLst>
          </p:cNvPr>
          <p:cNvGrpSpPr/>
          <p:nvPr/>
        </p:nvGrpSpPr>
        <p:grpSpPr>
          <a:xfrm>
            <a:off x="5230456" y="3558237"/>
            <a:ext cx="1078762" cy="2507151"/>
            <a:chOff x="5230457" y="2712849"/>
            <a:chExt cx="1078762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965971">
              <a:off x="5410802" y="3622423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26552884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9FBFBCE4-B57C-E301-84A5-ED4902746FFD}"/>
              </a:ext>
            </a:extLst>
          </p:cNvPr>
          <p:cNvGrpSpPr/>
          <p:nvPr/>
        </p:nvGrpSpPr>
        <p:grpSpPr>
          <a:xfrm>
            <a:off x="5250654" y="3558238"/>
            <a:ext cx="1058565" cy="2507151"/>
            <a:chOff x="5250654" y="2712849"/>
            <a:chExt cx="105856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449122">
              <a:off x="5401560" y="3673940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3942674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6DC16677-3206-C17E-2693-DB3D78DBDF9B}"/>
              </a:ext>
            </a:extLst>
          </p:cNvPr>
          <p:cNvGrpSpPr/>
          <p:nvPr/>
        </p:nvGrpSpPr>
        <p:grpSpPr>
          <a:xfrm>
            <a:off x="5250655" y="3558238"/>
            <a:ext cx="1058565" cy="2507151"/>
            <a:chOff x="5250654" y="2712849"/>
            <a:chExt cx="105856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881802">
              <a:off x="5439895" y="3698632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6375163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96F09202-6800-81E4-B692-47088EE2354D}"/>
              </a:ext>
            </a:extLst>
          </p:cNvPr>
          <p:cNvGrpSpPr/>
          <p:nvPr/>
        </p:nvGrpSpPr>
        <p:grpSpPr>
          <a:xfrm>
            <a:off x="5250655" y="3558238"/>
            <a:ext cx="1058565" cy="2507151"/>
            <a:chOff x="5250654" y="2712849"/>
            <a:chExt cx="105856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425772">
              <a:off x="5456819" y="3765079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9848937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003117EE-1944-7A35-D423-7CD738FE48FC}"/>
              </a:ext>
            </a:extLst>
          </p:cNvPr>
          <p:cNvGrpSpPr/>
          <p:nvPr/>
        </p:nvGrpSpPr>
        <p:grpSpPr>
          <a:xfrm>
            <a:off x="5250652" y="3558239"/>
            <a:ext cx="1058565" cy="2507151"/>
            <a:chOff x="5250654" y="2712849"/>
            <a:chExt cx="105856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936435">
              <a:off x="5488381" y="3809152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5805323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EFCCAC2A-C9E7-C0AB-4679-34DF114662FC}"/>
              </a:ext>
            </a:extLst>
          </p:cNvPr>
          <p:cNvGrpSpPr/>
          <p:nvPr/>
        </p:nvGrpSpPr>
        <p:grpSpPr>
          <a:xfrm>
            <a:off x="5250655" y="3558239"/>
            <a:ext cx="1058565" cy="2507151"/>
            <a:chOff x="5250654" y="2712849"/>
            <a:chExt cx="105856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7201">
              <a:off x="5547302" y="3824868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4010440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89A0D680-B551-2FD0-2626-0399DCD152AB}"/>
              </a:ext>
            </a:extLst>
          </p:cNvPr>
          <p:cNvGrpSpPr/>
          <p:nvPr/>
        </p:nvGrpSpPr>
        <p:grpSpPr>
          <a:xfrm>
            <a:off x="5250655" y="3558238"/>
            <a:ext cx="1058565" cy="2507151"/>
            <a:chOff x="5250654" y="2712849"/>
            <a:chExt cx="105856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304227">
              <a:off x="5578868" y="3837030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25108736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5DAC07A7-28A0-3F43-2C00-65A610248FCA}"/>
              </a:ext>
            </a:extLst>
          </p:cNvPr>
          <p:cNvGrpSpPr/>
          <p:nvPr/>
        </p:nvGrpSpPr>
        <p:grpSpPr>
          <a:xfrm>
            <a:off x="5261519" y="3556772"/>
            <a:ext cx="1058565" cy="2505855"/>
            <a:chOff x="5261519" y="2711383"/>
            <a:chExt cx="1058565" cy="2505855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429216">
              <a:off x="5627415" y="3791203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1050" y="4479455"/>
              <a:ext cx="18979" cy="36006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39480" y="4832354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737" y="4466116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48741" y="483661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601164" y="5200600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683327" y="5184798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51518"/>
              <a:ext cx="211029" cy="6925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216425" cy="4461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61519" y="2711383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0837840">
              <a:off x="5618375" y="3807044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071018">
              <a:off x="5150386" y="289415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110648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54AE2F57-5EB7-29AD-BAFC-43CD3B2B44E5}"/>
              </a:ext>
            </a:extLst>
          </p:cNvPr>
          <p:cNvGrpSpPr/>
          <p:nvPr/>
        </p:nvGrpSpPr>
        <p:grpSpPr>
          <a:xfrm>
            <a:off x="5200855" y="3565399"/>
            <a:ext cx="1067470" cy="2495399"/>
            <a:chOff x="5252614" y="2711383"/>
            <a:chExt cx="1067470" cy="2495399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613542">
              <a:off x="5605170" y="3806057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23099" y="4479455"/>
              <a:ext cx="46931" cy="358166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04087" y="4824480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97944" y="4466116"/>
              <a:ext cx="5755" cy="39020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792345" y="4836485"/>
              <a:ext cx="46655" cy="34454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616340" y="5171671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9237" y="5181028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61519" y="2711383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0601565">
              <a:off x="5616723" y="3810595"/>
              <a:ext cx="247053" cy="628166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071018">
              <a:off x="5121552" y="2921773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121546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63D5EB8A-D0B1-8ED5-6789-8566010B89F1}"/>
              </a:ext>
            </a:extLst>
          </p:cNvPr>
          <p:cNvGrpSpPr/>
          <p:nvPr/>
        </p:nvGrpSpPr>
        <p:grpSpPr>
          <a:xfrm>
            <a:off x="5138202" y="3539519"/>
            <a:ext cx="1121497" cy="2542666"/>
            <a:chOff x="5198587" y="2711383"/>
            <a:chExt cx="1121497" cy="2542666"/>
          </a:xfrm>
        </p:grpSpPr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797922">
              <a:off x="5198587" y="3191996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647856">
              <a:off x="5595463" y="3804349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23704" y="4473008"/>
              <a:ext cx="25853" cy="348535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12202" y="4811493"/>
              <a:ext cx="33179" cy="33400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94756" y="4476347"/>
              <a:ext cx="37533" cy="397902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25235" y="4827128"/>
              <a:ext cx="46655" cy="34454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653028" y="5163548"/>
              <a:ext cx="132280" cy="55047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69961" y="5175432"/>
              <a:ext cx="142462" cy="78617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61519" y="2711383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0515829">
              <a:off x="5682273" y="3801588"/>
              <a:ext cx="200411" cy="667923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071018">
              <a:off x="5128042" y="2926041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058875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FFF55E79-DE25-EC65-6141-91B1C036126F}"/>
              </a:ext>
            </a:extLst>
          </p:cNvPr>
          <p:cNvGrpSpPr/>
          <p:nvPr/>
        </p:nvGrpSpPr>
        <p:grpSpPr>
          <a:xfrm>
            <a:off x="4997690" y="3556772"/>
            <a:ext cx="1279262" cy="2526000"/>
            <a:chOff x="5040822" y="2711383"/>
            <a:chExt cx="1279262" cy="2526000"/>
          </a:xfrm>
        </p:grpSpPr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911115">
              <a:off x="5576055" y="3790341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40822" y="3183933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4973" y="4460273"/>
              <a:ext cx="49668" cy="354047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93008" y="4806017"/>
              <a:ext cx="5313" cy="33400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2777" y="4466187"/>
              <a:ext cx="53764" cy="39156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26352" y="4814320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615261" y="5138760"/>
              <a:ext cx="104372" cy="4919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7520" y="5145928"/>
              <a:ext cx="75817" cy="91455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76359"/>
              <a:ext cx="148677" cy="444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216425" cy="8001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61519" y="2711383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867439">
              <a:off x="5712680" y="3809228"/>
              <a:ext cx="227341" cy="606795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071018">
              <a:off x="5128042" y="2926041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499825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0D13337C-B0BA-A2FC-469A-181FEA6D2344}"/>
              </a:ext>
            </a:extLst>
          </p:cNvPr>
          <p:cNvGrpSpPr/>
          <p:nvPr/>
        </p:nvGrpSpPr>
        <p:grpSpPr>
          <a:xfrm>
            <a:off x="4997690" y="3567393"/>
            <a:ext cx="1326480" cy="2524005"/>
            <a:chOff x="5040822" y="2713378"/>
            <a:chExt cx="1326480" cy="2524005"/>
          </a:xfrm>
        </p:grpSpPr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579553" y="3330306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568933" y="3311246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1232008">
              <a:off x="5553666" y="3784531"/>
              <a:ext cx="109393" cy="686666"/>
              <a:chOff x="10817841" y="4022081"/>
              <a:chExt cx="101202" cy="914738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rgbClr val="F5BB93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rgbClr val="F5BB93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7"/>
                <a:ext cx="416570" cy="1138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40822" y="3183933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71696" y="4460273"/>
              <a:ext cx="82945" cy="34574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6383" y="4777442"/>
              <a:ext cx="5313" cy="334003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6637" y="4451700"/>
              <a:ext cx="70019" cy="37448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26352" y="4814320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603135" y="5127794"/>
              <a:ext cx="104372" cy="4919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7520" y="5145928"/>
              <a:ext cx="75817" cy="91455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67995"/>
              <a:ext cx="122801" cy="52775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226527" cy="7366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8737" y="271337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529681">
              <a:off x="5726806" y="3815787"/>
              <a:ext cx="227341" cy="606795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073763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C48F1224-627B-46AE-129E-CF167BFDD733}"/>
              </a:ext>
            </a:extLst>
          </p:cNvPr>
          <p:cNvGrpSpPr/>
          <p:nvPr/>
        </p:nvGrpSpPr>
        <p:grpSpPr>
          <a:xfrm>
            <a:off x="4997691" y="3567393"/>
            <a:ext cx="1326480" cy="2524005"/>
            <a:chOff x="5040822" y="2713378"/>
            <a:chExt cx="1326480" cy="2524005"/>
          </a:xfrm>
        </p:grpSpPr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F03A8068-B575-4A88-819D-F4BB6CB73F73}"/>
                </a:ext>
              </a:extLst>
            </p:cNvPr>
            <p:cNvSpPr/>
            <p:nvPr/>
          </p:nvSpPr>
          <p:spPr>
            <a:xfrm rot="6622197">
              <a:off x="5595094" y="3296884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EBF6493A-887E-413B-ADAC-119B231DE0F4}"/>
                </a:ext>
              </a:extLst>
            </p:cNvPr>
            <p:cNvSpPr/>
            <p:nvPr/>
          </p:nvSpPr>
          <p:spPr>
            <a:xfrm rot="5400000">
              <a:off x="5584474" y="3277824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550742" y="33342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540122" y="33151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1568343">
              <a:off x="5548333" y="3756974"/>
              <a:ext cx="94754" cy="685608"/>
              <a:chOff x="10841265" y="4022081"/>
              <a:chExt cx="87660" cy="913328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rot="20367992" flipH="1">
                <a:off x="10841265" y="4701415"/>
                <a:ext cx="87660" cy="233994"/>
              </a:xfrm>
              <a:prstGeom prst="line">
                <a:avLst/>
              </a:prstGeom>
              <a:ln w="76200">
                <a:solidFill>
                  <a:srgbClr val="F6C09C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rgbClr val="F6C09C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 rot="20367992">
                <a:off x="10852938" y="4786735"/>
                <a:ext cx="73628" cy="45739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7"/>
                <a:ext cx="416570" cy="1138"/>
              </a:xfrm>
              <a:prstGeom prst="line">
                <a:avLst/>
              </a:prstGeom>
              <a:ln w="76200">
                <a:solidFill>
                  <a:srgbClr val="DF6613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40822" y="3183933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71696" y="4460273"/>
              <a:ext cx="82945" cy="345744"/>
            </a:xfrm>
            <a:prstGeom prst="line">
              <a:avLst/>
            </a:prstGeom>
            <a:ln w="76200">
              <a:solidFill>
                <a:srgbClr val="DF6613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6383" y="4777442"/>
              <a:ext cx="5313" cy="334003"/>
            </a:xfrm>
            <a:prstGeom prst="line">
              <a:avLst/>
            </a:prstGeom>
            <a:ln w="76200">
              <a:solidFill>
                <a:srgbClr val="DF6613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6637" y="4451700"/>
              <a:ext cx="70019" cy="37448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26352" y="4814320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603135" y="5127794"/>
              <a:ext cx="104372" cy="4919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7520" y="5145928"/>
              <a:ext cx="75817" cy="91455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84675"/>
              <a:ext cx="112536" cy="36095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219908" cy="4552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8737" y="271337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46641">
              <a:off x="5742242" y="3808404"/>
              <a:ext cx="227341" cy="606795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435266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1DB83317-2DB0-6A5D-2EE2-07080E8FA9D9}"/>
              </a:ext>
            </a:extLst>
          </p:cNvPr>
          <p:cNvGrpSpPr/>
          <p:nvPr/>
        </p:nvGrpSpPr>
        <p:grpSpPr>
          <a:xfrm>
            <a:off x="4901622" y="3604582"/>
            <a:ext cx="1354391" cy="2453078"/>
            <a:chOff x="5013765" y="2724688"/>
            <a:chExt cx="1354391" cy="2453078"/>
          </a:xfrm>
        </p:grpSpPr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96837" y="3346402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86217" y="3327342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222094">
              <a:off x="5740907" y="3830221"/>
              <a:ext cx="227341" cy="606795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1239093">
              <a:off x="5568601" y="3822625"/>
              <a:ext cx="115710" cy="607791"/>
              <a:chOff x="10843019" y="4061431"/>
              <a:chExt cx="107044" cy="809666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rot="20716121" flipH="1">
                <a:off x="10867484" y="4584192"/>
                <a:ext cx="40756" cy="286905"/>
              </a:xfrm>
              <a:prstGeom prst="line">
                <a:avLst/>
              </a:prstGeom>
              <a:ln w="76200">
                <a:solidFill>
                  <a:srgbClr val="F5BB93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20360907" flipH="1">
                <a:off x="10843019" y="4382902"/>
                <a:ext cx="106995" cy="366327"/>
              </a:xfrm>
              <a:prstGeom prst="line">
                <a:avLst/>
              </a:prstGeom>
              <a:ln w="76200">
                <a:solidFill>
                  <a:srgbClr val="F5BB93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 rot="20716121">
                <a:off x="10856129" y="4742107"/>
                <a:ext cx="66319" cy="31071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20360907" flipH="1">
                <a:off x="10872779" y="4061431"/>
                <a:ext cx="77284" cy="290820"/>
              </a:xfrm>
              <a:prstGeom prst="line">
                <a:avLst/>
              </a:prstGeom>
              <a:ln w="76200">
                <a:solidFill>
                  <a:schemeClr val="accent2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98714" y="3406411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39283857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9EBE2E1C-C724-91CA-41A5-BC7C589F403D}"/>
              </a:ext>
            </a:extLst>
          </p:cNvPr>
          <p:cNvGrpSpPr/>
          <p:nvPr/>
        </p:nvGrpSpPr>
        <p:grpSpPr>
          <a:xfrm>
            <a:off x="4901622" y="3604583"/>
            <a:ext cx="1354391" cy="2453078"/>
            <a:chOff x="5013765" y="2724688"/>
            <a:chExt cx="1354391" cy="2453078"/>
          </a:xfrm>
        </p:grpSpPr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420766"/>
              <a:ext cx="0" cy="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20766"/>
              <a:ext cx="231215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37402" y="3858692"/>
              <a:ext cx="227341" cy="591496"/>
              <a:chOff x="10750462" y="4092956"/>
              <a:chExt cx="275192" cy="78130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42330"/>
                <a:chOff x="5224692" y="3149862"/>
                <a:chExt cx="247912" cy="442330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95186" y="3534093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4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565757" y="3865110"/>
              <a:ext cx="227341" cy="590840"/>
              <a:chOff x="10750462" y="4092956"/>
              <a:chExt cx="275192" cy="780433"/>
            </a:xfrm>
          </p:grpSpPr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49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41463"/>
                <a:chOff x="5224692" y="3149862"/>
                <a:chExt cx="247912" cy="441463"/>
              </a:xfrm>
            </p:grpSpPr>
            <p:cxnSp>
              <p:nvCxnSpPr>
                <p:cNvPr id="150" name="Egyenes összekötő 149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51" name="Egyenes összekötő 150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300564" y="3533226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Egyenes összekötő 151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2720408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33AED737-980F-BB08-D764-AFBEE8125160}"/>
              </a:ext>
            </a:extLst>
          </p:cNvPr>
          <p:cNvGrpSpPr/>
          <p:nvPr/>
        </p:nvGrpSpPr>
        <p:grpSpPr>
          <a:xfrm>
            <a:off x="4901623" y="3604582"/>
            <a:ext cx="1354391" cy="2453078"/>
            <a:chOff x="5013765" y="2724688"/>
            <a:chExt cx="1354391" cy="2453078"/>
          </a:xfrm>
        </p:grpSpPr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1702" y="4420770"/>
              <a:ext cx="89099" cy="5959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171" y="4420766"/>
              <a:ext cx="206884" cy="59595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41678" y="3824242"/>
              <a:ext cx="112843" cy="595153"/>
              <a:chOff x="10889059" y="4092956"/>
              <a:chExt cx="136595" cy="7861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89059" y="4431926"/>
                <a:ext cx="109315" cy="447160"/>
                <a:chOff x="5363289" y="3149862"/>
                <a:chExt cx="109315" cy="447160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63289" y="3435973"/>
                  <a:ext cx="12617" cy="1610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034918" flipH="1">
                  <a:off x="5344192" y="3513216"/>
                  <a:ext cx="47552" cy="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46" name="Csoportba foglalás 139">
              <a:extLst>
                <a:ext uri="{FF2B5EF4-FFF2-40B4-BE49-F238E27FC236}">
                  <a16:creationId xmlns:a16="http://schemas.microsoft.com/office/drawing/2014/main" id="{C8738E6E-D503-44C7-9158-5AA355C1F95F}"/>
                </a:ext>
              </a:extLst>
            </p:cNvPr>
            <p:cNvGrpSpPr/>
            <p:nvPr/>
          </p:nvGrpSpPr>
          <p:grpSpPr>
            <a:xfrm rot="2194918" flipH="1">
              <a:off x="5574438" y="3831292"/>
              <a:ext cx="112843" cy="595153"/>
              <a:chOff x="10889059" y="4092956"/>
              <a:chExt cx="136595" cy="786130"/>
            </a:xfrm>
          </p:grpSpPr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5B8A0433-6964-4D1A-B27D-EB59DCF16E3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48" name="Csoportba foglalás 107">
                <a:extLst>
                  <a:ext uri="{FF2B5EF4-FFF2-40B4-BE49-F238E27FC236}">
                    <a16:creationId xmlns:a16="http://schemas.microsoft.com/office/drawing/2014/main" id="{14C45059-60B7-4F25-9DB2-262E05CFE379}"/>
                  </a:ext>
                </a:extLst>
              </p:cNvPr>
              <p:cNvGrpSpPr/>
              <p:nvPr/>
            </p:nvGrpSpPr>
            <p:grpSpPr>
              <a:xfrm>
                <a:off x="10889059" y="4431926"/>
                <a:ext cx="109315" cy="447160"/>
                <a:chOff x="5363289" y="3149862"/>
                <a:chExt cx="109315" cy="447160"/>
              </a:xfrm>
            </p:grpSpPr>
            <p:cxnSp>
              <p:nvCxnSpPr>
                <p:cNvPr id="149" name="Egyenes összekötő 148">
                  <a:extLst>
                    <a:ext uri="{FF2B5EF4-FFF2-40B4-BE49-F238E27FC236}">
                      <a16:creationId xmlns:a16="http://schemas.microsoft.com/office/drawing/2014/main" id="{E71C3077-A18D-4491-BA0B-B32D842122E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63289" y="3435973"/>
                  <a:ext cx="12617" cy="1610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Egyenes összekötő 149">
                  <a:extLst>
                    <a:ext uri="{FF2B5EF4-FFF2-40B4-BE49-F238E27FC236}">
                      <a16:creationId xmlns:a16="http://schemas.microsoft.com/office/drawing/2014/main" id="{65597038-E2CD-47CB-949B-37D10E2A94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034918" flipH="1">
                  <a:off x="5344192" y="3513216"/>
                  <a:ext cx="47552" cy="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51" name="Egyenes összekötő 150">
                  <a:extLst>
                    <a:ext uri="{FF2B5EF4-FFF2-40B4-BE49-F238E27FC236}">
                      <a16:creationId xmlns:a16="http://schemas.microsoft.com/office/drawing/2014/main" id="{52EF16AD-1862-4569-9695-B2ABB7E7F9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2378273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110DC841-B8D2-110A-301B-E3C560014925}"/>
              </a:ext>
            </a:extLst>
          </p:cNvPr>
          <p:cNvGrpSpPr/>
          <p:nvPr/>
        </p:nvGrpSpPr>
        <p:grpSpPr>
          <a:xfrm>
            <a:off x="4901621" y="3604582"/>
            <a:ext cx="1354391" cy="2453078"/>
            <a:chOff x="5013765" y="2724688"/>
            <a:chExt cx="1354391" cy="2453078"/>
          </a:xfrm>
        </p:grpSpPr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5B68B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6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78166" y="3806695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69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5B68B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20517815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42F7BA2A-4C1D-BFE8-62C0-6F6F02E0FE18}"/>
              </a:ext>
            </a:extLst>
          </p:cNvPr>
          <p:cNvGrpSpPr/>
          <p:nvPr/>
        </p:nvGrpSpPr>
        <p:grpSpPr>
          <a:xfrm>
            <a:off x="4901624" y="3604584"/>
            <a:ext cx="1473078" cy="2570264"/>
            <a:chOff x="5013765" y="2724688"/>
            <a:chExt cx="1473078" cy="2570264"/>
          </a:xfrm>
        </p:grpSpPr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6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69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5296326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08922430-C386-06D9-0B07-43E6481B4E96}"/>
              </a:ext>
            </a:extLst>
          </p:cNvPr>
          <p:cNvGrpSpPr/>
          <p:nvPr/>
        </p:nvGrpSpPr>
        <p:grpSpPr>
          <a:xfrm>
            <a:off x="4901619" y="3604582"/>
            <a:ext cx="1778195" cy="2592172"/>
            <a:chOff x="5013765" y="2724688"/>
            <a:chExt cx="1778195" cy="2592172"/>
          </a:xfrm>
        </p:grpSpPr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6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69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746240" y="5138878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47901" y="52711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67046" y="508502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463011" y="4914463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28156" y="5184598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5442545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B42E27DD-A716-D933-B8F0-CE0449FDC1CD}"/>
              </a:ext>
            </a:extLst>
          </p:cNvPr>
          <p:cNvGrpSpPr/>
          <p:nvPr/>
        </p:nvGrpSpPr>
        <p:grpSpPr>
          <a:xfrm>
            <a:off x="4759979" y="3604584"/>
            <a:ext cx="1919841" cy="2570264"/>
            <a:chOff x="4872119" y="2724688"/>
            <a:chExt cx="1919841" cy="2570264"/>
          </a:xfrm>
        </p:grpSpPr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90065" y="51124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6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69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746240" y="49960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63983" y="50220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459985" y="474627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02198" y="49960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721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86843" y="5216091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71767" y="52371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727071" y="5116279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7630903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9B2F3953-9A89-F42B-E8D0-571D770DF003}"/>
              </a:ext>
            </a:extLst>
          </p:cNvPr>
          <p:cNvGrpSpPr/>
          <p:nvPr/>
        </p:nvGrpSpPr>
        <p:grpSpPr>
          <a:xfrm>
            <a:off x="4759978" y="3604582"/>
            <a:ext cx="1910316" cy="2570264"/>
            <a:chOff x="4872119" y="2724688"/>
            <a:chExt cx="1910316" cy="2570264"/>
          </a:xfrm>
        </p:grpSpPr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542565" y="4862521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7684" y="50267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6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69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736715" y="4886553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9624" y="5084511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457604" y="458911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18867" y="485321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721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74936" y="510893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40811" y="5165689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660396" y="5004361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" name="Ív 3">
              <a:extLst>
                <a:ext uri="{FF2B5EF4-FFF2-40B4-BE49-F238E27FC236}">
                  <a16:creationId xmlns:a16="http://schemas.microsoft.com/office/drawing/2014/main" id="{14A1D545-4397-478F-8B44-AA17424C8DC1}"/>
                </a:ext>
              </a:extLst>
            </p:cNvPr>
            <p:cNvSpPr/>
            <p:nvPr/>
          </p:nvSpPr>
          <p:spPr>
            <a:xfrm rot="9126159">
              <a:off x="5394169" y="4347784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Ív 184">
              <a:extLst>
                <a:ext uri="{FF2B5EF4-FFF2-40B4-BE49-F238E27FC236}">
                  <a16:creationId xmlns:a16="http://schemas.microsoft.com/office/drawing/2014/main" id="{2082C8CA-BE5E-410A-8E3F-C20A3E29D03A}"/>
                </a:ext>
              </a:extLst>
            </p:cNvPr>
            <p:cNvSpPr/>
            <p:nvPr/>
          </p:nvSpPr>
          <p:spPr>
            <a:xfrm rot="13580165">
              <a:off x="5429198" y="4192832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Téglalap 149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114829" y="505583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Téglalap 185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610004" y="474151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4850708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937EC61D-6A8B-EF37-AC46-0B27DEBD8685}"/>
              </a:ext>
            </a:extLst>
          </p:cNvPr>
          <p:cNvGrpSpPr/>
          <p:nvPr/>
        </p:nvGrpSpPr>
        <p:grpSpPr>
          <a:xfrm>
            <a:off x="4327144" y="3604583"/>
            <a:ext cx="2578939" cy="2570264"/>
            <a:chOff x="4439286" y="2724688"/>
            <a:chExt cx="2578939" cy="2570264"/>
          </a:xfrm>
        </p:grpSpPr>
        <p:sp>
          <p:nvSpPr>
            <p:cNvPr id="187" name="Ív 186">
              <a:extLst>
                <a:ext uri="{FF2B5EF4-FFF2-40B4-BE49-F238E27FC236}">
                  <a16:creationId xmlns:a16="http://schemas.microsoft.com/office/drawing/2014/main" id="{C305B7A3-AE78-49A6-AAA2-E8056319C9E3}"/>
                </a:ext>
              </a:extLst>
            </p:cNvPr>
            <p:cNvSpPr/>
            <p:nvPr/>
          </p:nvSpPr>
          <p:spPr>
            <a:xfrm rot="2535118">
              <a:off x="5683782" y="4246501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Ív 185">
              <a:extLst>
                <a:ext uri="{FF2B5EF4-FFF2-40B4-BE49-F238E27FC236}">
                  <a16:creationId xmlns:a16="http://schemas.microsoft.com/office/drawing/2014/main" id="{BF88CBA0-E506-4EA3-BC11-172089543A36}"/>
                </a:ext>
              </a:extLst>
            </p:cNvPr>
            <p:cNvSpPr/>
            <p:nvPr/>
          </p:nvSpPr>
          <p:spPr>
            <a:xfrm rot="17303766">
              <a:off x="5626830" y="4130748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97209" y="504341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6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69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746240" y="49960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44386" y="5079749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63983" y="50220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459985" y="474627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66479" y="485559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721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86843" y="5216091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095567" y="5110921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727071" y="5116279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" name="Ív 3">
              <a:extLst>
                <a:ext uri="{FF2B5EF4-FFF2-40B4-BE49-F238E27FC236}">
                  <a16:creationId xmlns:a16="http://schemas.microsoft.com/office/drawing/2014/main" id="{14A1D545-4397-478F-8B44-AA17424C8DC1}"/>
                </a:ext>
              </a:extLst>
            </p:cNvPr>
            <p:cNvSpPr/>
            <p:nvPr/>
          </p:nvSpPr>
          <p:spPr>
            <a:xfrm rot="9126159">
              <a:off x="5394169" y="4347784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Ív 184">
              <a:extLst>
                <a:ext uri="{FF2B5EF4-FFF2-40B4-BE49-F238E27FC236}">
                  <a16:creationId xmlns:a16="http://schemas.microsoft.com/office/drawing/2014/main" id="{2082C8CA-BE5E-410A-8E3F-C20A3E29D03A}"/>
                </a:ext>
              </a:extLst>
            </p:cNvPr>
            <p:cNvSpPr/>
            <p:nvPr/>
          </p:nvSpPr>
          <p:spPr>
            <a:xfrm rot="13580165">
              <a:off x="5429198" y="4192832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Ív 187">
              <a:extLst>
                <a:ext uri="{FF2B5EF4-FFF2-40B4-BE49-F238E27FC236}">
                  <a16:creationId xmlns:a16="http://schemas.microsoft.com/office/drawing/2014/main" id="{A1086E8C-C41F-4DAA-BEDF-B2075CF9E044}"/>
                </a:ext>
              </a:extLst>
            </p:cNvPr>
            <p:cNvSpPr/>
            <p:nvPr/>
          </p:nvSpPr>
          <p:spPr>
            <a:xfrm rot="9386079">
              <a:off x="5844622" y="4345613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0" name="Egyenes összekötő 189">
              <a:extLst>
                <a:ext uri="{FF2B5EF4-FFF2-40B4-BE49-F238E27FC236}">
                  <a16:creationId xmlns:a16="http://schemas.microsoft.com/office/drawing/2014/main" id="{E3D2BA7F-9F8F-45D6-AAF5-38310F0AEBBD}"/>
                </a:ext>
              </a:extLst>
            </p:cNvPr>
            <p:cNvCxnSpPr>
              <a:cxnSpLocks/>
            </p:cNvCxnSpPr>
            <p:nvPr/>
          </p:nvCxnSpPr>
          <p:spPr>
            <a:xfrm>
              <a:off x="4439286" y="4432071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Egyenes összekötő 190">
              <a:extLst>
                <a:ext uri="{FF2B5EF4-FFF2-40B4-BE49-F238E27FC236}">
                  <a16:creationId xmlns:a16="http://schemas.microsoft.com/office/drawing/2014/main" id="{96D43A56-C468-459F-8FD2-FD1946704E1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30283" y="4428986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2" name="Téglalap 191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252817" y="450338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3" name="Téglalap 192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298185" y="48034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4" name="Téglalap 193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4924204" y="522252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418795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78209D2F-4FCD-7184-9BC7-37A35CFD7249}"/>
              </a:ext>
            </a:extLst>
          </p:cNvPr>
          <p:cNvGrpSpPr/>
          <p:nvPr/>
        </p:nvGrpSpPr>
        <p:grpSpPr>
          <a:xfrm>
            <a:off x="4334436" y="3604583"/>
            <a:ext cx="2747513" cy="2570264"/>
            <a:chOff x="4446579" y="2724688"/>
            <a:chExt cx="2747513" cy="2570264"/>
          </a:xfrm>
        </p:grpSpPr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Ív 186">
              <a:extLst>
                <a:ext uri="{FF2B5EF4-FFF2-40B4-BE49-F238E27FC236}">
                  <a16:creationId xmlns:a16="http://schemas.microsoft.com/office/drawing/2014/main" id="{C305B7A3-AE78-49A6-AAA2-E8056319C9E3}"/>
                </a:ext>
              </a:extLst>
            </p:cNvPr>
            <p:cNvSpPr/>
            <p:nvPr/>
          </p:nvSpPr>
          <p:spPr>
            <a:xfrm rot="2535118">
              <a:off x="5683782" y="4246501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Ív 185">
              <a:extLst>
                <a:ext uri="{FF2B5EF4-FFF2-40B4-BE49-F238E27FC236}">
                  <a16:creationId xmlns:a16="http://schemas.microsoft.com/office/drawing/2014/main" id="{BF88CBA0-E506-4EA3-BC11-172089543A36}"/>
                </a:ext>
              </a:extLst>
            </p:cNvPr>
            <p:cNvSpPr/>
            <p:nvPr/>
          </p:nvSpPr>
          <p:spPr>
            <a:xfrm rot="17303766">
              <a:off x="5626830" y="4130748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90065" y="51124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6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69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91471" y="47960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54458" y="4757747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459985" y="474627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02198" y="49960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721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67793" y="514703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71767" y="52371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662777" y="4961498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" name="Ív 3">
              <a:extLst>
                <a:ext uri="{FF2B5EF4-FFF2-40B4-BE49-F238E27FC236}">
                  <a16:creationId xmlns:a16="http://schemas.microsoft.com/office/drawing/2014/main" id="{14A1D545-4397-478F-8B44-AA17424C8DC1}"/>
                </a:ext>
              </a:extLst>
            </p:cNvPr>
            <p:cNvSpPr/>
            <p:nvPr/>
          </p:nvSpPr>
          <p:spPr>
            <a:xfrm rot="9126159">
              <a:off x="5394169" y="4347784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Ív 184">
              <a:extLst>
                <a:ext uri="{FF2B5EF4-FFF2-40B4-BE49-F238E27FC236}">
                  <a16:creationId xmlns:a16="http://schemas.microsoft.com/office/drawing/2014/main" id="{2082C8CA-BE5E-410A-8E3F-C20A3E29D03A}"/>
                </a:ext>
              </a:extLst>
            </p:cNvPr>
            <p:cNvSpPr/>
            <p:nvPr/>
          </p:nvSpPr>
          <p:spPr>
            <a:xfrm rot="13580165">
              <a:off x="5429198" y="4192832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Ív 187">
              <a:extLst>
                <a:ext uri="{FF2B5EF4-FFF2-40B4-BE49-F238E27FC236}">
                  <a16:creationId xmlns:a16="http://schemas.microsoft.com/office/drawing/2014/main" id="{A1086E8C-C41F-4DAA-BEDF-B2075CF9E044}"/>
                </a:ext>
              </a:extLst>
            </p:cNvPr>
            <p:cNvSpPr/>
            <p:nvPr/>
          </p:nvSpPr>
          <p:spPr>
            <a:xfrm rot="9386079">
              <a:off x="5844622" y="4345613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A3738491-E4C2-4D60-A9AD-73EAB71A5210}"/>
                </a:ext>
              </a:extLst>
            </p:cNvPr>
            <p:cNvSpPr/>
            <p:nvPr/>
          </p:nvSpPr>
          <p:spPr>
            <a:xfrm rot="11804875">
              <a:off x="5481474" y="4237556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>
              <a:extLst>
                <a:ext uri="{FF2B5EF4-FFF2-40B4-BE49-F238E27FC236}">
                  <a16:creationId xmlns:a16="http://schemas.microsoft.com/office/drawing/2014/main" id="{D0064E1C-B2B4-465B-A265-6354A1F12CF2}"/>
                </a:ext>
              </a:extLst>
            </p:cNvPr>
            <p:cNvSpPr/>
            <p:nvPr/>
          </p:nvSpPr>
          <p:spPr>
            <a:xfrm rot="14565347">
              <a:off x="5243392" y="4142745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46652" y="4428986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00801" y="4284744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46579" y="4432794"/>
              <a:ext cx="680673" cy="2577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29788" y="4294758"/>
              <a:ext cx="664304" cy="3434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3" name="Téglalap 192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198173" y="469150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8" name="Téglalap 197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210078" y="4170013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879786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7E5F10BD-4734-AEF3-B04F-4ECAF7AC682E}"/>
              </a:ext>
            </a:extLst>
          </p:cNvPr>
          <p:cNvGrpSpPr/>
          <p:nvPr/>
        </p:nvGrpSpPr>
        <p:grpSpPr>
          <a:xfrm>
            <a:off x="4334436" y="3604582"/>
            <a:ext cx="2747513" cy="2570264"/>
            <a:chOff x="4446579" y="2724688"/>
            <a:chExt cx="2747513" cy="2570264"/>
          </a:xfrm>
        </p:grpSpPr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Ív 186">
              <a:extLst>
                <a:ext uri="{FF2B5EF4-FFF2-40B4-BE49-F238E27FC236}">
                  <a16:creationId xmlns:a16="http://schemas.microsoft.com/office/drawing/2014/main" id="{C305B7A3-AE78-49A6-AAA2-E8056319C9E3}"/>
                </a:ext>
              </a:extLst>
            </p:cNvPr>
            <p:cNvSpPr/>
            <p:nvPr/>
          </p:nvSpPr>
          <p:spPr>
            <a:xfrm rot="2535118">
              <a:off x="5683782" y="4246501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Ív 185">
              <a:extLst>
                <a:ext uri="{FF2B5EF4-FFF2-40B4-BE49-F238E27FC236}">
                  <a16:creationId xmlns:a16="http://schemas.microsoft.com/office/drawing/2014/main" id="{BF88CBA0-E506-4EA3-BC11-172089543A36}"/>
                </a:ext>
              </a:extLst>
            </p:cNvPr>
            <p:cNvSpPr/>
            <p:nvPr/>
          </p:nvSpPr>
          <p:spPr>
            <a:xfrm rot="17303766">
              <a:off x="5626830" y="4130748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97208" y="4926733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6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69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72421" y="481511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46768" y="496306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09215" y="45934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459985" y="474627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83148" y="4857977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721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291581" y="507083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81292" y="5060914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586577" y="4987692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" name="Ív 3">
              <a:extLst>
                <a:ext uri="{FF2B5EF4-FFF2-40B4-BE49-F238E27FC236}">
                  <a16:creationId xmlns:a16="http://schemas.microsoft.com/office/drawing/2014/main" id="{14A1D545-4397-478F-8B44-AA17424C8DC1}"/>
                </a:ext>
              </a:extLst>
            </p:cNvPr>
            <p:cNvSpPr/>
            <p:nvPr/>
          </p:nvSpPr>
          <p:spPr>
            <a:xfrm rot="9126159">
              <a:off x="5394169" y="4347784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Ív 184">
              <a:extLst>
                <a:ext uri="{FF2B5EF4-FFF2-40B4-BE49-F238E27FC236}">
                  <a16:creationId xmlns:a16="http://schemas.microsoft.com/office/drawing/2014/main" id="{2082C8CA-BE5E-410A-8E3F-C20A3E29D03A}"/>
                </a:ext>
              </a:extLst>
            </p:cNvPr>
            <p:cNvSpPr/>
            <p:nvPr/>
          </p:nvSpPr>
          <p:spPr>
            <a:xfrm rot="13580165">
              <a:off x="5429198" y="4192832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Ív 187">
              <a:extLst>
                <a:ext uri="{FF2B5EF4-FFF2-40B4-BE49-F238E27FC236}">
                  <a16:creationId xmlns:a16="http://schemas.microsoft.com/office/drawing/2014/main" id="{A1086E8C-C41F-4DAA-BEDF-B2075CF9E044}"/>
                </a:ext>
              </a:extLst>
            </p:cNvPr>
            <p:cNvSpPr/>
            <p:nvPr/>
          </p:nvSpPr>
          <p:spPr>
            <a:xfrm rot="9386079">
              <a:off x="5844622" y="4345613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A3738491-E4C2-4D60-A9AD-73EAB71A5210}"/>
                </a:ext>
              </a:extLst>
            </p:cNvPr>
            <p:cNvSpPr/>
            <p:nvPr/>
          </p:nvSpPr>
          <p:spPr>
            <a:xfrm rot="11804875">
              <a:off x="5481474" y="4237556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>
              <a:extLst>
                <a:ext uri="{FF2B5EF4-FFF2-40B4-BE49-F238E27FC236}">
                  <a16:creationId xmlns:a16="http://schemas.microsoft.com/office/drawing/2014/main" id="{D0064E1C-B2B4-465B-A265-6354A1F12CF2}"/>
                </a:ext>
              </a:extLst>
            </p:cNvPr>
            <p:cNvSpPr/>
            <p:nvPr/>
          </p:nvSpPr>
          <p:spPr>
            <a:xfrm rot="14565347">
              <a:off x="5243392" y="4142745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46652" y="4428986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00801" y="4284744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46579" y="4432794"/>
              <a:ext cx="680673" cy="2577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29788" y="4294758"/>
              <a:ext cx="664304" cy="3434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Ív 200">
              <a:extLst>
                <a:ext uri="{FF2B5EF4-FFF2-40B4-BE49-F238E27FC236}">
                  <a16:creationId xmlns:a16="http://schemas.microsoft.com/office/drawing/2014/main" id="{977D3D44-ADEE-4081-8C51-D27C95992C0D}"/>
                </a:ext>
              </a:extLst>
            </p:cNvPr>
            <p:cNvSpPr/>
            <p:nvPr/>
          </p:nvSpPr>
          <p:spPr>
            <a:xfrm rot="12134526">
              <a:off x="5615150" y="3942782"/>
              <a:ext cx="438874" cy="109964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2" name="Téglalap 201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200428" y="413667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3" name="Téglalap 202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398198" y="411286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4" name="Téglalap 203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4948016" y="4508150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34033533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0873D8CA-7124-2E02-7E2A-41656EE6318B}"/>
              </a:ext>
            </a:extLst>
          </p:cNvPr>
          <p:cNvGrpSpPr/>
          <p:nvPr/>
        </p:nvGrpSpPr>
        <p:grpSpPr>
          <a:xfrm>
            <a:off x="4334438" y="3604583"/>
            <a:ext cx="2814691" cy="2570264"/>
            <a:chOff x="4446579" y="2724688"/>
            <a:chExt cx="2814691" cy="2570264"/>
          </a:xfrm>
        </p:grpSpPr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Ív 186">
              <a:extLst>
                <a:ext uri="{FF2B5EF4-FFF2-40B4-BE49-F238E27FC236}">
                  <a16:creationId xmlns:a16="http://schemas.microsoft.com/office/drawing/2014/main" id="{C305B7A3-AE78-49A6-AAA2-E8056319C9E3}"/>
                </a:ext>
              </a:extLst>
            </p:cNvPr>
            <p:cNvSpPr/>
            <p:nvPr/>
          </p:nvSpPr>
          <p:spPr>
            <a:xfrm rot="2535118">
              <a:off x="5683782" y="4246501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Ív 185">
              <a:extLst>
                <a:ext uri="{FF2B5EF4-FFF2-40B4-BE49-F238E27FC236}">
                  <a16:creationId xmlns:a16="http://schemas.microsoft.com/office/drawing/2014/main" id="{BF88CBA0-E506-4EA3-BC11-172089543A36}"/>
                </a:ext>
              </a:extLst>
            </p:cNvPr>
            <p:cNvSpPr/>
            <p:nvPr/>
          </p:nvSpPr>
          <p:spPr>
            <a:xfrm rot="17303766">
              <a:off x="5626830" y="4130748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23390" y="41885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6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69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24796" y="4522222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51531" y="4701130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261577" y="454819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419503" y="4429569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04580" y="489369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721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367781" y="488033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90817" y="4803740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727071" y="482338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" name="Ív 3">
              <a:extLst>
                <a:ext uri="{FF2B5EF4-FFF2-40B4-BE49-F238E27FC236}">
                  <a16:creationId xmlns:a16="http://schemas.microsoft.com/office/drawing/2014/main" id="{14A1D545-4397-478F-8B44-AA17424C8DC1}"/>
                </a:ext>
              </a:extLst>
            </p:cNvPr>
            <p:cNvSpPr/>
            <p:nvPr/>
          </p:nvSpPr>
          <p:spPr>
            <a:xfrm rot="9126159">
              <a:off x="5394169" y="4347784"/>
              <a:ext cx="645090" cy="89751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Ív 184">
              <a:extLst>
                <a:ext uri="{FF2B5EF4-FFF2-40B4-BE49-F238E27FC236}">
                  <a16:creationId xmlns:a16="http://schemas.microsoft.com/office/drawing/2014/main" id="{2082C8CA-BE5E-410A-8E3F-C20A3E29D03A}"/>
                </a:ext>
              </a:extLst>
            </p:cNvPr>
            <p:cNvSpPr/>
            <p:nvPr/>
          </p:nvSpPr>
          <p:spPr>
            <a:xfrm rot="13580165">
              <a:off x="5429198" y="4192832"/>
              <a:ext cx="645090" cy="89751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Ív 187">
              <a:extLst>
                <a:ext uri="{FF2B5EF4-FFF2-40B4-BE49-F238E27FC236}">
                  <a16:creationId xmlns:a16="http://schemas.microsoft.com/office/drawing/2014/main" id="{A1086E8C-C41F-4DAA-BEDF-B2075CF9E044}"/>
                </a:ext>
              </a:extLst>
            </p:cNvPr>
            <p:cNvSpPr/>
            <p:nvPr/>
          </p:nvSpPr>
          <p:spPr>
            <a:xfrm rot="9386079">
              <a:off x="5844622" y="4345613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A3738491-E4C2-4D60-A9AD-73EAB71A5210}"/>
                </a:ext>
              </a:extLst>
            </p:cNvPr>
            <p:cNvSpPr/>
            <p:nvPr/>
          </p:nvSpPr>
          <p:spPr>
            <a:xfrm rot="11804875">
              <a:off x="5481474" y="4237556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>
              <a:extLst>
                <a:ext uri="{FF2B5EF4-FFF2-40B4-BE49-F238E27FC236}">
                  <a16:creationId xmlns:a16="http://schemas.microsoft.com/office/drawing/2014/main" id="{D0064E1C-B2B4-465B-A265-6354A1F12CF2}"/>
                </a:ext>
              </a:extLst>
            </p:cNvPr>
            <p:cNvSpPr/>
            <p:nvPr/>
          </p:nvSpPr>
          <p:spPr>
            <a:xfrm rot="14565347">
              <a:off x="5243392" y="4142745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46652" y="4428986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00801" y="4284744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46579" y="4432794"/>
              <a:ext cx="680673" cy="2577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29788" y="4294758"/>
              <a:ext cx="664304" cy="3434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Ív 200">
              <a:extLst>
                <a:ext uri="{FF2B5EF4-FFF2-40B4-BE49-F238E27FC236}">
                  <a16:creationId xmlns:a16="http://schemas.microsoft.com/office/drawing/2014/main" id="{977D3D44-ADEE-4081-8C51-D27C95992C0D}"/>
                </a:ext>
              </a:extLst>
            </p:cNvPr>
            <p:cNvSpPr/>
            <p:nvPr/>
          </p:nvSpPr>
          <p:spPr>
            <a:xfrm rot="12134526">
              <a:off x="5559327" y="3945443"/>
              <a:ext cx="570310" cy="137732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Ív 205">
              <a:extLst>
                <a:ext uri="{FF2B5EF4-FFF2-40B4-BE49-F238E27FC236}">
                  <a16:creationId xmlns:a16="http://schemas.microsoft.com/office/drawing/2014/main" id="{802D53BA-7085-4432-8BCD-AAC07635A926}"/>
                </a:ext>
              </a:extLst>
            </p:cNvPr>
            <p:cNvSpPr/>
            <p:nvPr/>
          </p:nvSpPr>
          <p:spPr>
            <a:xfrm rot="13959500">
              <a:off x="5412779" y="3788438"/>
              <a:ext cx="480803" cy="170605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9" name="Ív 208">
              <a:extLst>
                <a:ext uri="{FF2B5EF4-FFF2-40B4-BE49-F238E27FC236}">
                  <a16:creationId xmlns:a16="http://schemas.microsoft.com/office/drawing/2014/main" id="{C44C5CD4-9054-40DC-841D-1FFD9CD34E5C}"/>
                </a:ext>
              </a:extLst>
            </p:cNvPr>
            <p:cNvSpPr/>
            <p:nvPr/>
          </p:nvSpPr>
          <p:spPr>
            <a:xfrm rot="1687023">
              <a:off x="5588625" y="3628862"/>
              <a:ext cx="542268" cy="186820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0" name="Ív 209">
              <a:extLst>
                <a:ext uri="{FF2B5EF4-FFF2-40B4-BE49-F238E27FC236}">
                  <a16:creationId xmlns:a16="http://schemas.microsoft.com/office/drawing/2014/main" id="{EAE63580-2901-4167-A6D4-9734C62A4C84}"/>
                </a:ext>
              </a:extLst>
            </p:cNvPr>
            <p:cNvSpPr/>
            <p:nvPr/>
          </p:nvSpPr>
          <p:spPr>
            <a:xfrm rot="11910470">
              <a:off x="5498743" y="3529098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1" name="Ív 210">
              <a:extLst>
                <a:ext uri="{FF2B5EF4-FFF2-40B4-BE49-F238E27FC236}">
                  <a16:creationId xmlns:a16="http://schemas.microsoft.com/office/drawing/2014/main" id="{D8D30928-E7D6-42AF-AB18-33CF34316485}"/>
                </a:ext>
              </a:extLst>
            </p:cNvPr>
            <p:cNvSpPr/>
            <p:nvPr/>
          </p:nvSpPr>
          <p:spPr>
            <a:xfrm rot="10191320">
              <a:off x="5818212" y="3663390"/>
              <a:ext cx="542268" cy="186820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702256" y="3331727"/>
              <a:ext cx="160674" cy="44640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131685"/>
              <a:ext cx="138762" cy="5118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Téglalap 20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352954" y="4105718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8" name="Téglalap 207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593460" y="5177281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Téglalap 211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457604" y="472960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Téglalap 212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140311" y="5153252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8799556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186615B6-9143-E21E-EA84-24B0E30C04E3}"/>
              </a:ext>
            </a:extLst>
          </p:cNvPr>
          <p:cNvGrpSpPr/>
          <p:nvPr/>
        </p:nvGrpSpPr>
        <p:grpSpPr>
          <a:xfrm>
            <a:off x="4334435" y="3349001"/>
            <a:ext cx="2814691" cy="2825845"/>
            <a:chOff x="4446579" y="2469107"/>
            <a:chExt cx="2814691" cy="2825845"/>
          </a:xfrm>
        </p:grpSpPr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Ív 186">
              <a:extLst>
                <a:ext uri="{FF2B5EF4-FFF2-40B4-BE49-F238E27FC236}">
                  <a16:creationId xmlns:a16="http://schemas.microsoft.com/office/drawing/2014/main" id="{C305B7A3-AE78-49A6-AAA2-E8056319C9E3}"/>
                </a:ext>
              </a:extLst>
            </p:cNvPr>
            <p:cNvSpPr/>
            <p:nvPr/>
          </p:nvSpPr>
          <p:spPr>
            <a:xfrm rot="2535118">
              <a:off x="5683782" y="4246501"/>
              <a:ext cx="505519" cy="16674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Ív 185">
              <a:extLst>
                <a:ext uri="{FF2B5EF4-FFF2-40B4-BE49-F238E27FC236}">
                  <a16:creationId xmlns:a16="http://schemas.microsoft.com/office/drawing/2014/main" id="{BF88CBA0-E506-4EA3-BC11-172089543A36}"/>
                </a:ext>
              </a:extLst>
            </p:cNvPr>
            <p:cNvSpPr/>
            <p:nvPr/>
          </p:nvSpPr>
          <p:spPr>
            <a:xfrm rot="17303766">
              <a:off x="5626830" y="4130748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90065" y="51124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6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69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58134" y="4296002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302058" y="3740953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367116" y="4258118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02198" y="49960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721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358255" y="40445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02723" y="3794089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660396" y="4585261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" name="Ív 3">
              <a:extLst>
                <a:ext uri="{FF2B5EF4-FFF2-40B4-BE49-F238E27FC236}">
                  <a16:creationId xmlns:a16="http://schemas.microsoft.com/office/drawing/2014/main" id="{14A1D545-4397-478F-8B44-AA17424C8DC1}"/>
                </a:ext>
              </a:extLst>
            </p:cNvPr>
            <p:cNvSpPr/>
            <p:nvPr/>
          </p:nvSpPr>
          <p:spPr>
            <a:xfrm rot="9126159">
              <a:off x="5394169" y="4347784"/>
              <a:ext cx="645090" cy="89751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Ív 184">
              <a:extLst>
                <a:ext uri="{FF2B5EF4-FFF2-40B4-BE49-F238E27FC236}">
                  <a16:creationId xmlns:a16="http://schemas.microsoft.com/office/drawing/2014/main" id="{2082C8CA-BE5E-410A-8E3F-C20A3E29D03A}"/>
                </a:ext>
              </a:extLst>
            </p:cNvPr>
            <p:cNvSpPr/>
            <p:nvPr/>
          </p:nvSpPr>
          <p:spPr>
            <a:xfrm rot="13580165">
              <a:off x="5429198" y="4192832"/>
              <a:ext cx="645090" cy="89751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Ív 187">
              <a:extLst>
                <a:ext uri="{FF2B5EF4-FFF2-40B4-BE49-F238E27FC236}">
                  <a16:creationId xmlns:a16="http://schemas.microsoft.com/office/drawing/2014/main" id="{A1086E8C-C41F-4DAA-BEDF-B2075CF9E044}"/>
                </a:ext>
              </a:extLst>
            </p:cNvPr>
            <p:cNvSpPr/>
            <p:nvPr/>
          </p:nvSpPr>
          <p:spPr>
            <a:xfrm rot="9386079">
              <a:off x="5844622" y="4345613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A3738491-E4C2-4D60-A9AD-73EAB71A5210}"/>
                </a:ext>
              </a:extLst>
            </p:cNvPr>
            <p:cNvSpPr/>
            <p:nvPr/>
          </p:nvSpPr>
          <p:spPr>
            <a:xfrm rot="11804875">
              <a:off x="5481474" y="4237556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>
              <a:extLst>
                <a:ext uri="{FF2B5EF4-FFF2-40B4-BE49-F238E27FC236}">
                  <a16:creationId xmlns:a16="http://schemas.microsoft.com/office/drawing/2014/main" id="{D0064E1C-B2B4-465B-A265-6354A1F12CF2}"/>
                </a:ext>
              </a:extLst>
            </p:cNvPr>
            <p:cNvSpPr/>
            <p:nvPr/>
          </p:nvSpPr>
          <p:spPr>
            <a:xfrm rot="14565347">
              <a:off x="5243392" y="4142745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46652" y="4428986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00801" y="4284744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46579" y="4432794"/>
              <a:ext cx="680673" cy="2577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29788" y="4294758"/>
              <a:ext cx="664304" cy="3434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Ív 206">
              <a:extLst>
                <a:ext uri="{FF2B5EF4-FFF2-40B4-BE49-F238E27FC236}">
                  <a16:creationId xmlns:a16="http://schemas.microsoft.com/office/drawing/2014/main" id="{B84841A7-D94E-4A00-98E4-8B56C766F85D}"/>
                </a:ext>
              </a:extLst>
            </p:cNvPr>
            <p:cNvSpPr/>
            <p:nvPr/>
          </p:nvSpPr>
          <p:spPr>
            <a:xfrm rot="11402550">
              <a:off x="5437903" y="3600968"/>
              <a:ext cx="857081" cy="46270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Ív 211">
              <a:extLst>
                <a:ext uri="{FF2B5EF4-FFF2-40B4-BE49-F238E27FC236}">
                  <a16:creationId xmlns:a16="http://schemas.microsoft.com/office/drawing/2014/main" id="{49BDA478-B019-4804-86E0-E12D28E85BA3}"/>
                </a:ext>
              </a:extLst>
            </p:cNvPr>
            <p:cNvSpPr/>
            <p:nvPr/>
          </p:nvSpPr>
          <p:spPr>
            <a:xfrm rot="8307295">
              <a:off x="5514549" y="3203793"/>
              <a:ext cx="857081" cy="46270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Téglalap 200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95068" y="4746059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18193" y="446538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8" name="Téglalap 207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281516" y="4527200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9" name="Téglalap 208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598097" y="46510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0" name="Téglalap 209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417247" y="3372293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1" name="Téglalap 210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569647" y="5020118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Csoportba foglalás 18">
            <a:extLst>
              <a:ext uri="{FF2B5EF4-FFF2-40B4-BE49-F238E27FC236}">
                <a16:creationId xmlns:a16="http://schemas.microsoft.com/office/drawing/2014/main" id="{70168A3D-F589-40A0-7700-78577C60130B}"/>
              </a:ext>
            </a:extLst>
          </p:cNvPr>
          <p:cNvGrpSpPr/>
          <p:nvPr/>
        </p:nvGrpSpPr>
        <p:grpSpPr>
          <a:xfrm>
            <a:off x="4334436" y="2626143"/>
            <a:ext cx="2814691" cy="3548702"/>
            <a:chOff x="4446579" y="1746250"/>
            <a:chExt cx="2814691" cy="3548702"/>
          </a:xfrm>
        </p:grpSpPr>
        <p:sp>
          <p:nvSpPr>
            <p:cNvPr id="218" name="Ív 217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20272208">
              <a:off x="5130072" y="2887816"/>
              <a:ext cx="857081" cy="46270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Ív 186">
              <a:extLst>
                <a:ext uri="{FF2B5EF4-FFF2-40B4-BE49-F238E27FC236}">
                  <a16:creationId xmlns:a16="http://schemas.microsoft.com/office/drawing/2014/main" id="{C305B7A3-AE78-49A6-AAA2-E8056319C9E3}"/>
                </a:ext>
              </a:extLst>
            </p:cNvPr>
            <p:cNvSpPr/>
            <p:nvPr/>
          </p:nvSpPr>
          <p:spPr>
            <a:xfrm rot="2535118">
              <a:off x="5683782" y="4246501"/>
              <a:ext cx="505519" cy="16674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Ív 185">
              <a:extLst>
                <a:ext uri="{FF2B5EF4-FFF2-40B4-BE49-F238E27FC236}">
                  <a16:creationId xmlns:a16="http://schemas.microsoft.com/office/drawing/2014/main" id="{BF88CBA0-E506-4EA3-BC11-172089543A36}"/>
                </a:ext>
              </a:extLst>
            </p:cNvPr>
            <p:cNvSpPr/>
            <p:nvPr/>
          </p:nvSpPr>
          <p:spPr>
            <a:xfrm rot="17303766">
              <a:off x="5626830" y="4130748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278965" y="41250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8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3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4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5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7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8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463665" y="36879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40418" y="4100261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232208" y="44791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199635" y="3708050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11723" y="431981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721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375718" y="4276291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32092" y="442115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720721" y="3985979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" name="Ív 3">
              <a:extLst>
                <a:ext uri="{FF2B5EF4-FFF2-40B4-BE49-F238E27FC236}">
                  <a16:creationId xmlns:a16="http://schemas.microsoft.com/office/drawing/2014/main" id="{14A1D545-4397-478F-8B44-AA17424C8DC1}"/>
                </a:ext>
              </a:extLst>
            </p:cNvPr>
            <p:cNvSpPr/>
            <p:nvPr/>
          </p:nvSpPr>
          <p:spPr>
            <a:xfrm rot="9126159">
              <a:off x="5394169" y="4347784"/>
              <a:ext cx="645090" cy="89751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Ív 184">
              <a:extLst>
                <a:ext uri="{FF2B5EF4-FFF2-40B4-BE49-F238E27FC236}">
                  <a16:creationId xmlns:a16="http://schemas.microsoft.com/office/drawing/2014/main" id="{2082C8CA-BE5E-410A-8E3F-C20A3E29D03A}"/>
                </a:ext>
              </a:extLst>
            </p:cNvPr>
            <p:cNvSpPr/>
            <p:nvPr/>
          </p:nvSpPr>
          <p:spPr>
            <a:xfrm rot="13580165">
              <a:off x="5429198" y="4192832"/>
              <a:ext cx="645090" cy="89751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Ív 187">
              <a:extLst>
                <a:ext uri="{FF2B5EF4-FFF2-40B4-BE49-F238E27FC236}">
                  <a16:creationId xmlns:a16="http://schemas.microsoft.com/office/drawing/2014/main" id="{A1086E8C-C41F-4DAA-BEDF-B2075CF9E044}"/>
                </a:ext>
              </a:extLst>
            </p:cNvPr>
            <p:cNvSpPr/>
            <p:nvPr/>
          </p:nvSpPr>
          <p:spPr>
            <a:xfrm rot="9386079">
              <a:off x="5844622" y="4345613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A3738491-E4C2-4D60-A9AD-73EAB71A5210}"/>
                </a:ext>
              </a:extLst>
            </p:cNvPr>
            <p:cNvSpPr/>
            <p:nvPr/>
          </p:nvSpPr>
          <p:spPr>
            <a:xfrm rot="11804875">
              <a:off x="5481474" y="4237556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>
              <a:extLst>
                <a:ext uri="{FF2B5EF4-FFF2-40B4-BE49-F238E27FC236}">
                  <a16:creationId xmlns:a16="http://schemas.microsoft.com/office/drawing/2014/main" id="{D0064E1C-B2B4-465B-A265-6354A1F12CF2}"/>
                </a:ext>
              </a:extLst>
            </p:cNvPr>
            <p:cNvSpPr/>
            <p:nvPr/>
          </p:nvSpPr>
          <p:spPr>
            <a:xfrm rot="14565347">
              <a:off x="5243392" y="4142745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46652" y="4428986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00801" y="4284744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46579" y="4432794"/>
              <a:ext cx="680673" cy="2577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29788" y="4294758"/>
              <a:ext cx="664304" cy="3434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Ív 206">
              <a:extLst>
                <a:ext uri="{FF2B5EF4-FFF2-40B4-BE49-F238E27FC236}">
                  <a16:creationId xmlns:a16="http://schemas.microsoft.com/office/drawing/2014/main" id="{B84841A7-D94E-4A00-98E4-8B56C766F85D}"/>
                </a:ext>
              </a:extLst>
            </p:cNvPr>
            <p:cNvSpPr/>
            <p:nvPr/>
          </p:nvSpPr>
          <p:spPr>
            <a:xfrm rot="11402550">
              <a:off x="5437903" y="3600968"/>
              <a:ext cx="857081" cy="46270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Ív 211">
              <a:extLst>
                <a:ext uri="{FF2B5EF4-FFF2-40B4-BE49-F238E27FC236}">
                  <a16:creationId xmlns:a16="http://schemas.microsoft.com/office/drawing/2014/main" id="{49BDA478-B019-4804-86E0-E12D28E85BA3}"/>
                </a:ext>
              </a:extLst>
            </p:cNvPr>
            <p:cNvSpPr/>
            <p:nvPr/>
          </p:nvSpPr>
          <p:spPr>
            <a:xfrm rot="8307295">
              <a:off x="5514549" y="3203793"/>
              <a:ext cx="857081" cy="46270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402166" y="3245293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132166" y="5102668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703666" y="4651818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735541" y="5039168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0" name="Téglalap 229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4854258" y="47839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1" name="Téglalap 230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511608" y="51458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Csoportba foglalás 18">
            <a:extLst>
              <a:ext uri="{FF2B5EF4-FFF2-40B4-BE49-F238E27FC236}">
                <a16:creationId xmlns:a16="http://schemas.microsoft.com/office/drawing/2014/main" id="{BEC055DB-B168-2FDA-522B-50E586B7461A}"/>
              </a:ext>
            </a:extLst>
          </p:cNvPr>
          <p:cNvGrpSpPr/>
          <p:nvPr/>
        </p:nvGrpSpPr>
        <p:grpSpPr>
          <a:xfrm>
            <a:off x="4334437" y="2626144"/>
            <a:ext cx="2814691" cy="3581047"/>
            <a:chOff x="4446579" y="1746250"/>
            <a:chExt cx="2814691" cy="3581047"/>
          </a:xfrm>
        </p:grpSpPr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Ív 186">
              <a:extLst>
                <a:ext uri="{FF2B5EF4-FFF2-40B4-BE49-F238E27FC236}">
                  <a16:creationId xmlns:a16="http://schemas.microsoft.com/office/drawing/2014/main" id="{C305B7A3-AE78-49A6-AAA2-E8056319C9E3}"/>
                </a:ext>
              </a:extLst>
            </p:cNvPr>
            <p:cNvSpPr/>
            <p:nvPr/>
          </p:nvSpPr>
          <p:spPr>
            <a:xfrm rot="2535118">
              <a:off x="5683782" y="4246501"/>
              <a:ext cx="505519" cy="16674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Ív 185">
              <a:extLst>
                <a:ext uri="{FF2B5EF4-FFF2-40B4-BE49-F238E27FC236}">
                  <a16:creationId xmlns:a16="http://schemas.microsoft.com/office/drawing/2014/main" id="{BF88CBA0-E506-4EA3-BC11-172089543A36}"/>
                </a:ext>
              </a:extLst>
            </p:cNvPr>
            <p:cNvSpPr/>
            <p:nvPr/>
          </p:nvSpPr>
          <p:spPr>
            <a:xfrm rot="17303766">
              <a:off x="5626830" y="4130748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386915" y="38710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8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3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4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5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7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8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555740" y="34847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279833" y="41044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91685" y="320957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05373" y="373561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721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172518" y="47430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019367" y="431955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603246" y="44400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" name="Ív 3">
              <a:extLst>
                <a:ext uri="{FF2B5EF4-FFF2-40B4-BE49-F238E27FC236}">
                  <a16:creationId xmlns:a16="http://schemas.microsoft.com/office/drawing/2014/main" id="{14A1D545-4397-478F-8B44-AA17424C8DC1}"/>
                </a:ext>
              </a:extLst>
            </p:cNvPr>
            <p:cNvSpPr/>
            <p:nvPr/>
          </p:nvSpPr>
          <p:spPr>
            <a:xfrm rot="9126159">
              <a:off x="5394169" y="4347784"/>
              <a:ext cx="645090" cy="89751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Ív 184">
              <a:extLst>
                <a:ext uri="{FF2B5EF4-FFF2-40B4-BE49-F238E27FC236}">
                  <a16:creationId xmlns:a16="http://schemas.microsoft.com/office/drawing/2014/main" id="{2082C8CA-BE5E-410A-8E3F-C20A3E29D03A}"/>
                </a:ext>
              </a:extLst>
            </p:cNvPr>
            <p:cNvSpPr/>
            <p:nvPr/>
          </p:nvSpPr>
          <p:spPr>
            <a:xfrm rot="13580165">
              <a:off x="5429198" y="4192832"/>
              <a:ext cx="645090" cy="89751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Ív 187">
              <a:extLst>
                <a:ext uri="{FF2B5EF4-FFF2-40B4-BE49-F238E27FC236}">
                  <a16:creationId xmlns:a16="http://schemas.microsoft.com/office/drawing/2014/main" id="{A1086E8C-C41F-4DAA-BEDF-B2075CF9E044}"/>
                </a:ext>
              </a:extLst>
            </p:cNvPr>
            <p:cNvSpPr/>
            <p:nvPr/>
          </p:nvSpPr>
          <p:spPr>
            <a:xfrm rot="9386079">
              <a:off x="5844622" y="4345613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A3738491-E4C2-4D60-A9AD-73EAB71A5210}"/>
                </a:ext>
              </a:extLst>
            </p:cNvPr>
            <p:cNvSpPr/>
            <p:nvPr/>
          </p:nvSpPr>
          <p:spPr>
            <a:xfrm rot="11804875">
              <a:off x="5481474" y="4237556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>
              <a:extLst>
                <a:ext uri="{FF2B5EF4-FFF2-40B4-BE49-F238E27FC236}">
                  <a16:creationId xmlns:a16="http://schemas.microsoft.com/office/drawing/2014/main" id="{D0064E1C-B2B4-465B-A265-6354A1F12CF2}"/>
                </a:ext>
              </a:extLst>
            </p:cNvPr>
            <p:cNvSpPr/>
            <p:nvPr/>
          </p:nvSpPr>
          <p:spPr>
            <a:xfrm rot="14565347">
              <a:off x="5243392" y="4142745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46652" y="4428986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00801" y="4284744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46579" y="4432794"/>
              <a:ext cx="680673" cy="2577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29788" y="4294758"/>
              <a:ext cx="664304" cy="3434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Ív 206">
              <a:extLst>
                <a:ext uri="{FF2B5EF4-FFF2-40B4-BE49-F238E27FC236}">
                  <a16:creationId xmlns:a16="http://schemas.microsoft.com/office/drawing/2014/main" id="{B84841A7-D94E-4A00-98E4-8B56C766F85D}"/>
                </a:ext>
              </a:extLst>
            </p:cNvPr>
            <p:cNvSpPr/>
            <p:nvPr/>
          </p:nvSpPr>
          <p:spPr>
            <a:xfrm rot="11402550">
              <a:off x="5437903" y="3600968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Ív 211">
              <a:extLst>
                <a:ext uri="{FF2B5EF4-FFF2-40B4-BE49-F238E27FC236}">
                  <a16:creationId xmlns:a16="http://schemas.microsoft.com/office/drawing/2014/main" id="{49BDA478-B019-4804-86E0-E12D28E85BA3}"/>
                </a:ext>
              </a:extLst>
            </p:cNvPr>
            <p:cNvSpPr/>
            <p:nvPr/>
          </p:nvSpPr>
          <p:spPr>
            <a:xfrm rot="8307295">
              <a:off x="5514549" y="3203793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4068" y="3731961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1" name="Téglalap 200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673533" y="519351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6" name="Téglalap 20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4863783" y="52125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9" name="Téglalap 208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78117" y="482755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0" name="Téglalap 209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70192" y="44656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1" name="Téglalap 210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3492" y="43354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8" name="Téglalap 21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692592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67142" y="36305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406842" y="2874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746442" y="26336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743267" y="52815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C93B3BAF-D365-B7D6-C0B1-BB104906C74D}"/>
              </a:ext>
            </a:extLst>
          </p:cNvPr>
          <p:cNvGrpSpPr/>
          <p:nvPr/>
        </p:nvGrpSpPr>
        <p:grpSpPr>
          <a:xfrm>
            <a:off x="4313805" y="2626144"/>
            <a:ext cx="2835320" cy="3548702"/>
            <a:chOff x="4425950" y="1746250"/>
            <a:chExt cx="2835320" cy="3548702"/>
          </a:xfrm>
        </p:grpSpPr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Ív 186">
              <a:extLst>
                <a:ext uri="{FF2B5EF4-FFF2-40B4-BE49-F238E27FC236}">
                  <a16:creationId xmlns:a16="http://schemas.microsoft.com/office/drawing/2014/main" id="{C305B7A3-AE78-49A6-AAA2-E8056319C9E3}"/>
                </a:ext>
              </a:extLst>
            </p:cNvPr>
            <p:cNvSpPr/>
            <p:nvPr/>
          </p:nvSpPr>
          <p:spPr>
            <a:xfrm rot="2535118">
              <a:off x="5683782" y="4246501"/>
              <a:ext cx="505519" cy="16674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Ív 185">
              <a:extLst>
                <a:ext uri="{FF2B5EF4-FFF2-40B4-BE49-F238E27FC236}">
                  <a16:creationId xmlns:a16="http://schemas.microsoft.com/office/drawing/2014/main" id="{BF88CBA0-E506-4EA3-BC11-172089543A36}"/>
                </a:ext>
              </a:extLst>
            </p:cNvPr>
            <p:cNvSpPr/>
            <p:nvPr/>
          </p:nvSpPr>
          <p:spPr>
            <a:xfrm rot="17303766">
              <a:off x="5626830" y="4130748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8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3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4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5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7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8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Ív 184">
              <a:extLst>
                <a:ext uri="{FF2B5EF4-FFF2-40B4-BE49-F238E27FC236}">
                  <a16:creationId xmlns:a16="http://schemas.microsoft.com/office/drawing/2014/main" id="{2082C8CA-BE5E-410A-8E3F-C20A3E29D03A}"/>
                </a:ext>
              </a:extLst>
            </p:cNvPr>
            <p:cNvSpPr/>
            <p:nvPr/>
          </p:nvSpPr>
          <p:spPr>
            <a:xfrm rot="13580165">
              <a:off x="5429198" y="4192832"/>
              <a:ext cx="645090" cy="89751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Ív 187">
              <a:extLst>
                <a:ext uri="{FF2B5EF4-FFF2-40B4-BE49-F238E27FC236}">
                  <a16:creationId xmlns:a16="http://schemas.microsoft.com/office/drawing/2014/main" id="{A1086E8C-C41F-4DAA-BEDF-B2075CF9E044}"/>
                </a:ext>
              </a:extLst>
            </p:cNvPr>
            <p:cNvSpPr/>
            <p:nvPr/>
          </p:nvSpPr>
          <p:spPr>
            <a:xfrm rot="9386079">
              <a:off x="5844622" y="4345613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A3738491-E4C2-4D60-A9AD-73EAB71A5210}"/>
                </a:ext>
              </a:extLst>
            </p:cNvPr>
            <p:cNvSpPr/>
            <p:nvPr/>
          </p:nvSpPr>
          <p:spPr>
            <a:xfrm rot="11804875">
              <a:off x="5481474" y="4237556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>
              <a:extLst>
                <a:ext uri="{FF2B5EF4-FFF2-40B4-BE49-F238E27FC236}">
                  <a16:creationId xmlns:a16="http://schemas.microsoft.com/office/drawing/2014/main" id="{D0064E1C-B2B4-465B-A265-6354A1F12CF2}"/>
                </a:ext>
              </a:extLst>
            </p:cNvPr>
            <p:cNvSpPr/>
            <p:nvPr/>
          </p:nvSpPr>
          <p:spPr>
            <a:xfrm rot="14565347">
              <a:off x="5243392" y="4142745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Ív 206">
              <a:extLst>
                <a:ext uri="{FF2B5EF4-FFF2-40B4-BE49-F238E27FC236}">
                  <a16:creationId xmlns:a16="http://schemas.microsoft.com/office/drawing/2014/main" id="{B84841A7-D94E-4A00-98E4-8B56C766F85D}"/>
                </a:ext>
              </a:extLst>
            </p:cNvPr>
            <p:cNvSpPr/>
            <p:nvPr/>
          </p:nvSpPr>
          <p:spPr>
            <a:xfrm rot="11402550">
              <a:off x="5437903" y="3600968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Ív 211">
              <a:extLst>
                <a:ext uri="{FF2B5EF4-FFF2-40B4-BE49-F238E27FC236}">
                  <a16:creationId xmlns:a16="http://schemas.microsoft.com/office/drawing/2014/main" id="{49BDA478-B019-4804-86E0-E12D28E85BA3}"/>
                </a:ext>
              </a:extLst>
            </p:cNvPr>
            <p:cNvSpPr/>
            <p:nvPr/>
          </p:nvSpPr>
          <p:spPr>
            <a:xfrm rot="8307295">
              <a:off x="5514549" y="3203793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5705475" y="5137150"/>
              <a:ext cx="158750" cy="1460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C2A07EE7-B5EB-81AA-0317-BFDBADD2F058}"/>
              </a:ext>
            </a:extLst>
          </p:cNvPr>
          <p:cNvGrpSpPr/>
          <p:nvPr/>
        </p:nvGrpSpPr>
        <p:grpSpPr>
          <a:xfrm>
            <a:off x="4313806" y="2626142"/>
            <a:ext cx="2835320" cy="3549650"/>
            <a:chOff x="4425950" y="1746250"/>
            <a:chExt cx="2835320" cy="3549650"/>
          </a:xfrm>
        </p:grpSpPr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Ív 186">
              <a:extLst>
                <a:ext uri="{FF2B5EF4-FFF2-40B4-BE49-F238E27FC236}">
                  <a16:creationId xmlns:a16="http://schemas.microsoft.com/office/drawing/2014/main" id="{C305B7A3-AE78-49A6-AAA2-E8056319C9E3}"/>
                </a:ext>
              </a:extLst>
            </p:cNvPr>
            <p:cNvSpPr/>
            <p:nvPr/>
          </p:nvSpPr>
          <p:spPr>
            <a:xfrm rot="2535118">
              <a:off x="5683782" y="4246501"/>
              <a:ext cx="505519" cy="16674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Ív 185">
              <a:extLst>
                <a:ext uri="{FF2B5EF4-FFF2-40B4-BE49-F238E27FC236}">
                  <a16:creationId xmlns:a16="http://schemas.microsoft.com/office/drawing/2014/main" id="{BF88CBA0-E506-4EA3-BC11-172089543A36}"/>
                </a:ext>
              </a:extLst>
            </p:cNvPr>
            <p:cNvSpPr/>
            <p:nvPr/>
          </p:nvSpPr>
          <p:spPr>
            <a:xfrm rot="17303766">
              <a:off x="5626830" y="4130748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Ív 187">
              <a:extLst>
                <a:ext uri="{FF2B5EF4-FFF2-40B4-BE49-F238E27FC236}">
                  <a16:creationId xmlns:a16="http://schemas.microsoft.com/office/drawing/2014/main" id="{A1086E8C-C41F-4DAA-BEDF-B2075CF9E044}"/>
                </a:ext>
              </a:extLst>
            </p:cNvPr>
            <p:cNvSpPr/>
            <p:nvPr/>
          </p:nvSpPr>
          <p:spPr>
            <a:xfrm rot="9386079">
              <a:off x="5844622" y="4345613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A3738491-E4C2-4D60-A9AD-73EAB71A5210}"/>
                </a:ext>
              </a:extLst>
            </p:cNvPr>
            <p:cNvSpPr/>
            <p:nvPr/>
          </p:nvSpPr>
          <p:spPr>
            <a:xfrm rot="11804875">
              <a:off x="5481474" y="4237556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>
              <a:extLst>
                <a:ext uri="{FF2B5EF4-FFF2-40B4-BE49-F238E27FC236}">
                  <a16:creationId xmlns:a16="http://schemas.microsoft.com/office/drawing/2014/main" id="{D0064E1C-B2B4-465B-A265-6354A1F12CF2}"/>
                </a:ext>
              </a:extLst>
            </p:cNvPr>
            <p:cNvSpPr/>
            <p:nvPr/>
          </p:nvSpPr>
          <p:spPr>
            <a:xfrm rot="14565347">
              <a:off x="5243392" y="4142745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Ív 206">
              <a:extLst>
                <a:ext uri="{FF2B5EF4-FFF2-40B4-BE49-F238E27FC236}">
                  <a16:creationId xmlns:a16="http://schemas.microsoft.com/office/drawing/2014/main" id="{B84841A7-D94E-4A00-98E4-8B56C766F85D}"/>
                </a:ext>
              </a:extLst>
            </p:cNvPr>
            <p:cNvSpPr/>
            <p:nvPr/>
          </p:nvSpPr>
          <p:spPr>
            <a:xfrm rot="11402550">
              <a:off x="5437903" y="3600968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Ív 211">
              <a:extLst>
                <a:ext uri="{FF2B5EF4-FFF2-40B4-BE49-F238E27FC236}">
                  <a16:creationId xmlns:a16="http://schemas.microsoft.com/office/drawing/2014/main" id="{49BDA478-B019-4804-86E0-E12D28E85BA3}"/>
                </a:ext>
              </a:extLst>
            </p:cNvPr>
            <p:cNvSpPr/>
            <p:nvPr/>
          </p:nvSpPr>
          <p:spPr>
            <a:xfrm rot="8307295">
              <a:off x="5514549" y="3203793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5644460" y="5060950"/>
              <a:ext cx="255380" cy="2349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7981FBE8-CEC0-95CD-B62C-F014A28F2F03}"/>
              </a:ext>
            </a:extLst>
          </p:cNvPr>
          <p:cNvGrpSpPr/>
          <p:nvPr/>
        </p:nvGrpSpPr>
        <p:grpSpPr>
          <a:xfrm>
            <a:off x="4313805" y="2626142"/>
            <a:ext cx="2835320" cy="3556000"/>
            <a:chOff x="4425950" y="1746250"/>
            <a:chExt cx="2835320" cy="3556000"/>
          </a:xfrm>
        </p:grpSpPr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Ív 186">
              <a:extLst>
                <a:ext uri="{FF2B5EF4-FFF2-40B4-BE49-F238E27FC236}">
                  <a16:creationId xmlns:a16="http://schemas.microsoft.com/office/drawing/2014/main" id="{C305B7A3-AE78-49A6-AAA2-E8056319C9E3}"/>
                </a:ext>
              </a:extLst>
            </p:cNvPr>
            <p:cNvSpPr/>
            <p:nvPr/>
          </p:nvSpPr>
          <p:spPr>
            <a:xfrm rot="2535118">
              <a:off x="5683782" y="4246501"/>
              <a:ext cx="505519" cy="16674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Ív 185">
              <a:extLst>
                <a:ext uri="{FF2B5EF4-FFF2-40B4-BE49-F238E27FC236}">
                  <a16:creationId xmlns:a16="http://schemas.microsoft.com/office/drawing/2014/main" id="{BF88CBA0-E506-4EA3-BC11-172089543A36}"/>
                </a:ext>
              </a:extLst>
            </p:cNvPr>
            <p:cNvSpPr/>
            <p:nvPr/>
          </p:nvSpPr>
          <p:spPr>
            <a:xfrm rot="17303766">
              <a:off x="5626830" y="4130748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Ív 187">
              <a:extLst>
                <a:ext uri="{FF2B5EF4-FFF2-40B4-BE49-F238E27FC236}">
                  <a16:creationId xmlns:a16="http://schemas.microsoft.com/office/drawing/2014/main" id="{A1086E8C-C41F-4DAA-BEDF-B2075CF9E044}"/>
                </a:ext>
              </a:extLst>
            </p:cNvPr>
            <p:cNvSpPr/>
            <p:nvPr/>
          </p:nvSpPr>
          <p:spPr>
            <a:xfrm rot="9386079">
              <a:off x="5844622" y="4345613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A3738491-E4C2-4D60-A9AD-73EAB71A5210}"/>
                </a:ext>
              </a:extLst>
            </p:cNvPr>
            <p:cNvSpPr/>
            <p:nvPr/>
          </p:nvSpPr>
          <p:spPr>
            <a:xfrm rot="11804875">
              <a:off x="5481474" y="4237556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>
              <a:extLst>
                <a:ext uri="{FF2B5EF4-FFF2-40B4-BE49-F238E27FC236}">
                  <a16:creationId xmlns:a16="http://schemas.microsoft.com/office/drawing/2014/main" id="{D0064E1C-B2B4-465B-A265-6354A1F12CF2}"/>
                </a:ext>
              </a:extLst>
            </p:cNvPr>
            <p:cNvSpPr/>
            <p:nvPr/>
          </p:nvSpPr>
          <p:spPr>
            <a:xfrm rot="14565347">
              <a:off x="5243392" y="4142745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Ív 206">
              <a:extLst>
                <a:ext uri="{FF2B5EF4-FFF2-40B4-BE49-F238E27FC236}">
                  <a16:creationId xmlns:a16="http://schemas.microsoft.com/office/drawing/2014/main" id="{B84841A7-D94E-4A00-98E4-8B56C766F85D}"/>
                </a:ext>
              </a:extLst>
            </p:cNvPr>
            <p:cNvSpPr/>
            <p:nvPr/>
          </p:nvSpPr>
          <p:spPr>
            <a:xfrm rot="11402550">
              <a:off x="5437903" y="3600968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Ív 211">
              <a:extLst>
                <a:ext uri="{FF2B5EF4-FFF2-40B4-BE49-F238E27FC236}">
                  <a16:creationId xmlns:a16="http://schemas.microsoft.com/office/drawing/2014/main" id="{49BDA478-B019-4804-86E0-E12D28E85BA3}"/>
                </a:ext>
              </a:extLst>
            </p:cNvPr>
            <p:cNvSpPr/>
            <p:nvPr/>
          </p:nvSpPr>
          <p:spPr>
            <a:xfrm rot="8307295">
              <a:off x="5514549" y="3203793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5608845" y="4978400"/>
              <a:ext cx="352010" cy="3238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2EEDD29F-CB67-77CA-0FAD-98BA34A53B20}"/>
              </a:ext>
            </a:extLst>
          </p:cNvPr>
          <p:cNvGrpSpPr/>
          <p:nvPr/>
        </p:nvGrpSpPr>
        <p:grpSpPr>
          <a:xfrm>
            <a:off x="4313805" y="2626146"/>
            <a:ext cx="2835320" cy="3548702"/>
            <a:chOff x="4425950" y="1746250"/>
            <a:chExt cx="2835320" cy="3548702"/>
          </a:xfrm>
        </p:grpSpPr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A3738491-E4C2-4D60-A9AD-73EAB71A5210}"/>
                </a:ext>
              </a:extLst>
            </p:cNvPr>
            <p:cNvSpPr/>
            <p:nvPr/>
          </p:nvSpPr>
          <p:spPr>
            <a:xfrm rot="11804875">
              <a:off x="5481474" y="4237556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>
              <a:extLst>
                <a:ext uri="{FF2B5EF4-FFF2-40B4-BE49-F238E27FC236}">
                  <a16:creationId xmlns:a16="http://schemas.microsoft.com/office/drawing/2014/main" id="{D0064E1C-B2B4-465B-A265-6354A1F12CF2}"/>
                </a:ext>
              </a:extLst>
            </p:cNvPr>
            <p:cNvSpPr/>
            <p:nvPr/>
          </p:nvSpPr>
          <p:spPr>
            <a:xfrm rot="14565347">
              <a:off x="5243392" y="4142745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Ív 206">
              <a:extLst>
                <a:ext uri="{FF2B5EF4-FFF2-40B4-BE49-F238E27FC236}">
                  <a16:creationId xmlns:a16="http://schemas.microsoft.com/office/drawing/2014/main" id="{B84841A7-D94E-4A00-98E4-8B56C766F85D}"/>
                </a:ext>
              </a:extLst>
            </p:cNvPr>
            <p:cNvSpPr/>
            <p:nvPr/>
          </p:nvSpPr>
          <p:spPr>
            <a:xfrm rot="11402550">
              <a:off x="5437903" y="3600968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Ív 211">
              <a:extLst>
                <a:ext uri="{FF2B5EF4-FFF2-40B4-BE49-F238E27FC236}">
                  <a16:creationId xmlns:a16="http://schemas.microsoft.com/office/drawing/2014/main" id="{49BDA478-B019-4804-86E0-E12D28E85BA3}"/>
                </a:ext>
              </a:extLst>
            </p:cNvPr>
            <p:cNvSpPr/>
            <p:nvPr/>
          </p:nvSpPr>
          <p:spPr>
            <a:xfrm rot="8307295">
              <a:off x="5514549" y="3203793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5539271" y="4819650"/>
              <a:ext cx="503858" cy="4635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5729CB46-1599-F369-F96C-671D63758633}"/>
              </a:ext>
            </a:extLst>
          </p:cNvPr>
          <p:cNvGrpSpPr/>
          <p:nvPr/>
        </p:nvGrpSpPr>
        <p:grpSpPr>
          <a:xfrm>
            <a:off x="4313805" y="2626146"/>
            <a:ext cx="2835320" cy="3549650"/>
            <a:chOff x="4425950" y="1746250"/>
            <a:chExt cx="2835320" cy="3549650"/>
          </a:xfrm>
        </p:grpSpPr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61490" y="41218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73508" y="30376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82160" y="341277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82093" y="429216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403221" y="406535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Ív 206">
              <a:extLst>
                <a:ext uri="{FF2B5EF4-FFF2-40B4-BE49-F238E27FC236}">
                  <a16:creationId xmlns:a16="http://schemas.microsoft.com/office/drawing/2014/main" id="{B84841A7-D94E-4A00-98E4-8B56C766F85D}"/>
                </a:ext>
              </a:extLst>
            </p:cNvPr>
            <p:cNvSpPr/>
            <p:nvPr/>
          </p:nvSpPr>
          <p:spPr>
            <a:xfrm rot="11402550">
              <a:off x="5437903" y="3600968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Ív 211">
              <a:extLst>
                <a:ext uri="{FF2B5EF4-FFF2-40B4-BE49-F238E27FC236}">
                  <a16:creationId xmlns:a16="http://schemas.microsoft.com/office/drawing/2014/main" id="{49BDA478-B019-4804-86E0-E12D28E85BA3}"/>
                </a:ext>
              </a:extLst>
            </p:cNvPr>
            <p:cNvSpPr/>
            <p:nvPr/>
          </p:nvSpPr>
          <p:spPr>
            <a:xfrm rot="8307295">
              <a:off x="5514549" y="3203793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5469145" y="4679950"/>
              <a:ext cx="669510" cy="6159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13042" y="28241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067117" y="268125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54267" y="36877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72740" y="442349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6A314AEC-0FD1-4DB1-4763-E0CB689242BA}"/>
              </a:ext>
            </a:extLst>
          </p:cNvPr>
          <p:cNvGrpSpPr/>
          <p:nvPr/>
        </p:nvGrpSpPr>
        <p:grpSpPr>
          <a:xfrm>
            <a:off x="4313806" y="2626145"/>
            <a:ext cx="2835320" cy="3548702"/>
            <a:chOff x="4425950" y="1746250"/>
            <a:chExt cx="2835320" cy="3548702"/>
          </a:xfrm>
        </p:grpSpPr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224990" y="41726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88443" y="40191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070167" y="4398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409571" y="409075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Ív 206">
              <a:extLst>
                <a:ext uri="{FF2B5EF4-FFF2-40B4-BE49-F238E27FC236}">
                  <a16:creationId xmlns:a16="http://schemas.microsoft.com/office/drawing/2014/main" id="{B84841A7-D94E-4A00-98E4-8B56C766F85D}"/>
                </a:ext>
              </a:extLst>
            </p:cNvPr>
            <p:cNvSpPr/>
            <p:nvPr/>
          </p:nvSpPr>
          <p:spPr>
            <a:xfrm rot="11402550">
              <a:off x="5437903" y="3600968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Ív 211">
              <a:extLst>
                <a:ext uri="{FF2B5EF4-FFF2-40B4-BE49-F238E27FC236}">
                  <a16:creationId xmlns:a16="http://schemas.microsoft.com/office/drawing/2014/main" id="{49BDA478-B019-4804-86E0-E12D28E85BA3}"/>
                </a:ext>
              </a:extLst>
            </p:cNvPr>
            <p:cNvSpPr/>
            <p:nvPr/>
          </p:nvSpPr>
          <p:spPr>
            <a:xfrm rot="8307295">
              <a:off x="5514549" y="3203793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5393221" y="4508500"/>
              <a:ext cx="821358" cy="7556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46517" y="37385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393390" y="44552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A9D8B81E-169B-F8D6-4D8F-F69A072A4668}"/>
              </a:ext>
            </a:extLst>
          </p:cNvPr>
          <p:cNvGrpSpPr/>
          <p:nvPr/>
        </p:nvGrpSpPr>
        <p:grpSpPr>
          <a:xfrm>
            <a:off x="4313805" y="2626144"/>
            <a:ext cx="2835320" cy="3548702"/>
            <a:chOff x="4425950" y="1746250"/>
            <a:chExt cx="2835320" cy="3548702"/>
          </a:xfrm>
        </p:grpSpPr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Ív 206">
              <a:extLst>
                <a:ext uri="{FF2B5EF4-FFF2-40B4-BE49-F238E27FC236}">
                  <a16:creationId xmlns:a16="http://schemas.microsoft.com/office/drawing/2014/main" id="{B84841A7-D94E-4A00-98E4-8B56C766F85D}"/>
                </a:ext>
              </a:extLst>
            </p:cNvPr>
            <p:cNvSpPr/>
            <p:nvPr/>
          </p:nvSpPr>
          <p:spPr>
            <a:xfrm rot="11402550">
              <a:off x="5437903" y="3600968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Ív 211">
              <a:extLst>
                <a:ext uri="{FF2B5EF4-FFF2-40B4-BE49-F238E27FC236}">
                  <a16:creationId xmlns:a16="http://schemas.microsoft.com/office/drawing/2014/main" id="{49BDA478-B019-4804-86E0-E12D28E85BA3}"/>
                </a:ext>
              </a:extLst>
            </p:cNvPr>
            <p:cNvSpPr/>
            <p:nvPr/>
          </p:nvSpPr>
          <p:spPr>
            <a:xfrm rot="8307295">
              <a:off x="5514549" y="3203793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5289688" y="4318000"/>
              <a:ext cx="1028424" cy="9461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84B8026A-7732-FCB4-553A-89EC1CB143AB}"/>
              </a:ext>
            </a:extLst>
          </p:cNvPr>
          <p:cNvGrpSpPr/>
          <p:nvPr/>
        </p:nvGrpSpPr>
        <p:grpSpPr>
          <a:xfrm>
            <a:off x="4313805" y="2626146"/>
            <a:ext cx="2835320" cy="3548702"/>
            <a:chOff x="4425950" y="1746250"/>
            <a:chExt cx="2835320" cy="3548702"/>
          </a:xfrm>
        </p:grpSpPr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95440" y="36689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505258" y="31138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44060" y="340007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95848" y="44023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31293" y="43874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5151645" y="4032250"/>
              <a:ext cx="1304510" cy="12001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3027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83017" y="308765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962217" y="39099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8417" y="38274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10A19BC6-EBC7-4E7F-F7C8-EBA7BC86CE43}"/>
              </a:ext>
            </a:extLst>
          </p:cNvPr>
          <p:cNvGrpSpPr/>
          <p:nvPr/>
        </p:nvGrpSpPr>
        <p:grpSpPr>
          <a:xfrm>
            <a:off x="4313809" y="2626144"/>
            <a:ext cx="2835320" cy="3548702"/>
            <a:chOff x="4425950" y="1746250"/>
            <a:chExt cx="2835320" cy="3548702"/>
          </a:xfrm>
        </p:grpSpPr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5013602" y="3810000"/>
              <a:ext cx="1580596" cy="14541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ABF56447-92C8-FE4E-FA71-B4641342C0E7}"/>
              </a:ext>
            </a:extLst>
          </p:cNvPr>
          <p:cNvGrpSpPr/>
          <p:nvPr/>
        </p:nvGrpSpPr>
        <p:grpSpPr>
          <a:xfrm>
            <a:off x="4313809" y="2626144"/>
            <a:ext cx="2835320" cy="3548702"/>
            <a:chOff x="4425950" y="1746250"/>
            <a:chExt cx="2835320" cy="3548702"/>
          </a:xfrm>
        </p:grpSpPr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854852" y="3505200"/>
              <a:ext cx="1898096" cy="17462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1548C4C3-9756-841F-FD28-D97029875D0D}"/>
              </a:ext>
            </a:extLst>
          </p:cNvPr>
          <p:cNvGrpSpPr/>
          <p:nvPr/>
        </p:nvGrpSpPr>
        <p:grpSpPr>
          <a:xfrm>
            <a:off x="4313802" y="2626146"/>
            <a:ext cx="2835320" cy="3548702"/>
            <a:chOff x="4425950" y="1746250"/>
            <a:chExt cx="2835320" cy="3548702"/>
          </a:xfrm>
        </p:grpSpPr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302058" y="31011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667941" y="3155950"/>
              <a:ext cx="2284618" cy="21018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32092" y="29765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403667" y="29416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E578E838-013A-DBFF-EF0C-1E789501DEDB}"/>
              </a:ext>
            </a:extLst>
          </p:cNvPr>
          <p:cNvGrpSpPr/>
          <p:nvPr/>
        </p:nvGrpSpPr>
        <p:grpSpPr>
          <a:xfrm>
            <a:off x="4313808" y="2634775"/>
            <a:ext cx="2835320" cy="3548702"/>
            <a:chOff x="4425950" y="1746250"/>
            <a:chExt cx="2835320" cy="3548702"/>
          </a:xfrm>
        </p:grpSpPr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565650" y="2679700"/>
              <a:ext cx="2501900" cy="25717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0CAE0136-8271-6655-6ECE-9869A84255C9}"/>
              </a:ext>
            </a:extLst>
          </p:cNvPr>
          <p:cNvGrpSpPr/>
          <p:nvPr/>
        </p:nvGrpSpPr>
        <p:grpSpPr>
          <a:xfrm>
            <a:off x="4268006" y="2634770"/>
            <a:ext cx="2881118" cy="3548702"/>
            <a:chOff x="4380152" y="1746250"/>
            <a:chExt cx="2881118" cy="3548702"/>
          </a:xfrm>
        </p:grpSpPr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380152" y="2317750"/>
              <a:ext cx="2860196" cy="29400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C0980115-ACBA-41CC-7C95-2C6BEE0545E2}"/>
              </a:ext>
            </a:extLst>
          </p:cNvPr>
          <p:cNvGrpSpPr/>
          <p:nvPr/>
        </p:nvGrpSpPr>
        <p:grpSpPr>
          <a:xfrm>
            <a:off x="4305179" y="2617518"/>
            <a:ext cx="2835320" cy="3548702"/>
            <a:chOff x="4425950" y="1746250"/>
            <a:chExt cx="2835320" cy="3548702"/>
          </a:xfrm>
        </p:grpSpPr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552950" y="1841500"/>
              <a:ext cx="2514600" cy="34353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583EC5D3-0FAF-3E19-AA9B-F7F699628189}"/>
              </a:ext>
            </a:extLst>
          </p:cNvPr>
          <p:cNvGrpSpPr/>
          <p:nvPr/>
        </p:nvGrpSpPr>
        <p:grpSpPr>
          <a:xfrm>
            <a:off x="4305178" y="2077768"/>
            <a:ext cx="2835320" cy="4088452"/>
            <a:chOff x="4425950" y="1206500"/>
            <a:chExt cx="2835320" cy="4088452"/>
          </a:xfrm>
        </p:grpSpPr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45048" y="44912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686300" y="1206500"/>
              <a:ext cx="2222500" cy="40703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F8AACDF2-7DF3-6C7B-27B1-F0B67DFEBBAF}"/>
              </a:ext>
            </a:extLst>
          </p:cNvPr>
          <p:cNvGrpSpPr/>
          <p:nvPr/>
        </p:nvGrpSpPr>
        <p:grpSpPr>
          <a:xfrm>
            <a:off x="4106445" y="1747568"/>
            <a:ext cx="3058258" cy="4418652"/>
            <a:chOff x="4227214" y="876300"/>
            <a:chExt cx="3058258" cy="4418652"/>
          </a:xfrm>
        </p:grpSpPr>
        <p:sp>
          <p:nvSpPr>
            <p:cNvPr id="169" name="Ellipszis 168"/>
            <p:cNvSpPr/>
            <p:nvPr/>
          </p:nvSpPr>
          <p:spPr>
            <a:xfrm rot="2340824">
              <a:off x="4227214" y="3357868"/>
              <a:ext cx="2118206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949517" y="38591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40298" y="43515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55093" y="44001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838700" y="876300"/>
              <a:ext cx="1943100" cy="44005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Ellipszis 184"/>
            <p:cNvSpPr/>
            <p:nvPr/>
          </p:nvSpPr>
          <p:spPr>
            <a:xfrm rot="19159597">
              <a:off x="5479659" y="3283770"/>
              <a:ext cx="1805813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Ellipszis 185"/>
            <p:cNvSpPr/>
            <p:nvPr/>
          </p:nvSpPr>
          <p:spPr>
            <a:xfrm rot="19159597">
              <a:off x="5333609" y="2623369"/>
              <a:ext cx="1805813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Ellipszis 186"/>
            <p:cNvSpPr/>
            <p:nvPr/>
          </p:nvSpPr>
          <p:spPr>
            <a:xfrm rot="13745677">
              <a:off x="4343010" y="2591619"/>
              <a:ext cx="1805813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519302D9-9C41-0248-E1C2-8BC3564A1C3C}"/>
              </a:ext>
            </a:extLst>
          </p:cNvPr>
          <p:cNvGrpSpPr/>
          <p:nvPr/>
        </p:nvGrpSpPr>
        <p:grpSpPr>
          <a:xfrm>
            <a:off x="3957867" y="1747568"/>
            <a:ext cx="3298552" cy="4418652"/>
            <a:chOff x="4078636" y="876300"/>
            <a:chExt cx="3298552" cy="4418652"/>
          </a:xfrm>
        </p:grpSpPr>
        <p:sp>
          <p:nvSpPr>
            <p:cNvPr id="169" name="Ellipszis 168"/>
            <p:cNvSpPr/>
            <p:nvPr/>
          </p:nvSpPr>
          <p:spPr>
            <a:xfrm rot="1588630">
              <a:off x="4078636" y="3264257"/>
              <a:ext cx="2309586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949517" y="38591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40298" y="43515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55093" y="44001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838700" y="876300"/>
              <a:ext cx="1943100" cy="44005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Ellipszis 184"/>
            <p:cNvSpPr/>
            <p:nvPr/>
          </p:nvSpPr>
          <p:spPr>
            <a:xfrm rot="19887296">
              <a:off x="5473724" y="3260438"/>
              <a:ext cx="1903464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Ellipszis 185"/>
            <p:cNvSpPr/>
            <p:nvPr/>
          </p:nvSpPr>
          <p:spPr>
            <a:xfrm rot="19159597">
              <a:off x="5302535" y="2539529"/>
              <a:ext cx="2063091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Ellipszis 186"/>
            <p:cNvSpPr/>
            <p:nvPr/>
          </p:nvSpPr>
          <p:spPr>
            <a:xfrm rot="13745677">
              <a:off x="4203294" y="2516207"/>
              <a:ext cx="2005369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" name="Csoportba foglalás 65">
            <a:extLst>
              <a:ext uri="{FF2B5EF4-FFF2-40B4-BE49-F238E27FC236}">
                <a16:creationId xmlns:a16="http://schemas.microsoft.com/office/drawing/2014/main" id="{E8F297C8-FE24-F1B2-EA72-B69908F0F368}"/>
              </a:ext>
            </a:extLst>
          </p:cNvPr>
          <p:cNvGrpSpPr/>
          <p:nvPr/>
        </p:nvGrpSpPr>
        <p:grpSpPr>
          <a:xfrm>
            <a:off x="3600056" y="1407746"/>
            <a:ext cx="4164540" cy="4784352"/>
            <a:chOff x="3479288" y="510600"/>
            <a:chExt cx="4164540" cy="4784352"/>
          </a:xfrm>
        </p:grpSpPr>
        <p:sp>
          <p:nvSpPr>
            <p:cNvPr id="169" name="Ellipszis 168"/>
            <p:cNvSpPr/>
            <p:nvPr/>
          </p:nvSpPr>
          <p:spPr>
            <a:xfrm rot="1588630">
              <a:off x="3479288" y="3123255"/>
              <a:ext cx="2895131" cy="883613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44144" y="2877478"/>
              <a:ext cx="59068" cy="49519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63319" y="2912403"/>
              <a:ext cx="59068" cy="49519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936169" y="3855378"/>
              <a:ext cx="59068" cy="49519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88719" y="3918878"/>
              <a:ext cx="59068" cy="49519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78442" y="4718146"/>
              <a:ext cx="59068" cy="49519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73542" y="4397471"/>
              <a:ext cx="59068" cy="49519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33943" y="3281457"/>
              <a:ext cx="45719" cy="26601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05297" y="3235164"/>
              <a:ext cx="45719" cy="26034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057157" y="3128465"/>
              <a:ext cx="684726" cy="478104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765450" y="3535496"/>
              <a:ext cx="1" cy="7249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61553" y="4730880"/>
              <a:ext cx="6864" cy="27757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00740" y="5136461"/>
              <a:ext cx="100962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1607" y="5088291"/>
              <a:ext cx="12516" cy="89475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>
              <a:off x="5708729" y="4420766"/>
              <a:ext cx="89215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403995" y="3152308"/>
              <a:ext cx="603874" cy="48805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007211" y="2633858"/>
              <a:ext cx="1367609" cy="894696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78664" y="3779156"/>
              <a:ext cx="156855" cy="590903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062305" y="2833505"/>
              <a:ext cx="684726" cy="478104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4943659" y="3125514"/>
              <a:ext cx="684726" cy="478104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32405" y="3345456"/>
              <a:ext cx="45719" cy="26601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03759" y="3299163"/>
              <a:ext cx="45719" cy="26034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39581" y="3415386"/>
              <a:ext cx="59065" cy="90623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492673" y="3436248"/>
              <a:ext cx="77837" cy="90623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34062" y="3776613"/>
              <a:ext cx="131500" cy="704841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69392" y="3576241"/>
              <a:ext cx="59068" cy="49519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23895" y="5147387"/>
              <a:ext cx="59068" cy="49519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72860" y="3268841"/>
              <a:ext cx="59068" cy="49519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56112" y="3555026"/>
              <a:ext cx="59068" cy="49519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26950" y="4347766"/>
              <a:ext cx="59068" cy="49519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41745" y="4396317"/>
              <a:ext cx="59068" cy="49519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45719" y="4547528"/>
              <a:ext cx="59068" cy="49519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42223" y="4131405"/>
              <a:ext cx="59068" cy="49519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00803" y="4349748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29788" y="4333873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791201" y="1746249"/>
              <a:ext cx="450851" cy="106680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46701" y="1746251"/>
              <a:ext cx="444501" cy="10604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271420" y="510600"/>
              <a:ext cx="2510380" cy="47662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Ellipszis 184"/>
            <p:cNvSpPr/>
            <p:nvPr/>
          </p:nvSpPr>
          <p:spPr>
            <a:xfrm rot="19887296">
              <a:off x="4851944" y="3296261"/>
              <a:ext cx="2791884" cy="74077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Ellipszis 185"/>
            <p:cNvSpPr/>
            <p:nvPr/>
          </p:nvSpPr>
          <p:spPr>
            <a:xfrm rot="19159597">
              <a:off x="4682304" y="2641731"/>
              <a:ext cx="2912334" cy="74077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Ellipszis 186"/>
            <p:cNvSpPr/>
            <p:nvPr/>
          </p:nvSpPr>
          <p:spPr>
            <a:xfrm rot="13745677">
              <a:off x="3786645" y="2325914"/>
              <a:ext cx="2417735" cy="88361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940B28EC-424C-0F7F-D942-A960EA21AB67}"/>
              </a:ext>
            </a:extLst>
          </p:cNvPr>
          <p:cNvGrpSpPr/>
          <p:nvPr/>
        </p:nvGrpSpPr>
        <p:grpSpPr>
          <a:xfrm>
            <a:off x="3322719" y="1764820"/>
            <a:ext cx="4316135" cy="4418652"/>
            <a:chOff x="3477994" y="876300"/>
            <a:chExt cx="4316135" cy="4418652"/>
          </a:xfrm>
        </p:grpSpPr>
        <p:sp>
          <p:nvSpPr>
            <p:cNvPr id="169" name="Ellipszis 168"/>
            <p:cNvSpPr/>
            <p:nvPr/>
          </p:nvSpPr>
          <p:spPr>
            <a:xfrm rot="1588630">
              <a:off x="3477994" y="3122951"/>
              <a:ext cx="2943472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949517" y="38591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40298" y="43515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55093" y="44001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838700" y="876300"/>
              <a:ext cx="1943100" cy="44005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Ellipszis 184"/>
            <p:cNvSpPr/>
            <p:nvPr/>
          </p:nvSpPr>
          <p:spPr>
            <a:xfrm rot="19887296">
              <a:off x="5446742" y="3154375"/>
              <a:ext cx="2347387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Ellipszis 185"/>
            <p:cNvSpPr/>
            <p:nvPr/>
          </p:nvSpPr>
          <p:spPr>
            <a:xfrm rot="19159597">
              <a:off x="5248820" y="2394606"/>
              <a:ext cx="2507814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Ellipszis 186"/>
            <p:cNvSpPr/>
            <p:nvPr/>
          </p:nvSpPr>
          <p:spPr>
            <a:xfrm rot="13745677">
              <a:off x="3831344" y="2346329"/>
              <a:ext cx="2454907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06FE69A6-A4E8-7B57-C4FA-BF32E7CBC450}"/>
              </a:ext>
            </a:extLst>
          </p:cNvPr>
          <p:cNvGrpSpPr/>
          <p:nvPr/>
        </p:nvGrpSpPr>
        <p:grpSpPr>
          <a:xfrm>
            <a:off x="3579010" y="1764820"/>
            <a:ext cx="3884777" cy="4418652"/>
            <a:chOff x="3734285" y="876300"/>
            <a:chExt cx="3884777" cy="4418652"/>
          </a:xfrm>
        </p:grpSpPr>
        <p:sp>
          <p:nvSpPr>
            <p:cNvPr id="169" name="Ellipszis 168"/>
            <p:cNvSpPr/>
            <p:nvPr/>
          </p:nvSpPr>
          <p:spPr>
            <a:xfrm rot="1588630">
              <a:off x="3734285" y="3183246"/>
              <a:ext cx="2672996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949517" y="38591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40298" y="43515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55093" y="44001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838700" y="876300"/>
              <a:ext cx="1943100" cy="44005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Ellipszis 184"/>
            <p:cNvSpPr/>
            <p:nvPr/>
          </p:nvSpPr>
          <p:spPr>
            <a:xfrm rot="19887296">
              <a:off x="5458071" y="3198909"/>
              <a:ext cx="2160991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Ellipszis 185"/>
            <p:cNvSpPr/>
            <p:nvPr/>
          </p:nvSpPr>
          <p:spPr>
            <a:xfrm rot="19159597">
              <a:off x="5279449" y="2477244"/>
              <a:ext cx="2254223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Ellipszis 186"/>
            <p:cNvSpPr/>
            <p:nvPr/>
          </p:nvSpPr>
          <p:spPr>
            <a:xfrm rot="13745677">
              <a:off x="4015590" y="2430478"/>
              <a:ext cx="2232229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57B3FC95-EFE3-631C-B997-AB6D856F47FC}"/>
              </a:ext>
            </a:extLst>
          </p:cNvPr>
          <p:cNvGrpSpPr/>
          <p:nvPr/>
        </p:nvGrpSpPr>
        <p:grpSpPr>
          <a:xfrm>
            <a:off x="3923359" y="1764822"/>
            <a:ext cx="3298552" cy="4418652"/>
            <a:chOff x="4078636" y="876300"/>
            <a:chExt cx="3298552" cy="4418652"/>
          </a:xfrm>
        </p:grpSpPr>
        <p:sp>
          <p:nvSpPr>
            <p:cNvPr id="169" name="Ellipszis 168"/>
            <p:cNvSpPr/>
            <p:nvPr/>
          </p:nvSpPr>
          <p:spPr>
            <a:xfrm rot="1588630">
              <a:off x="4078636" y="3264257"/>
              <a:ext cx="2309586" cy="68394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949517" y="38591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40298" y="43515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55093" y="44001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838700" y="876300"/>
              <a:ext cx="1943100" cy="440055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Ellipszis 184"/>
            <p:cNvSpPr/>
            <p:nvPr/>
          </p:nvSpPr>
          <p:spPr>
            <a:xfrm rot="19887296">
              <a:off x="5473724" y="3260438"/>
              <a:ext cx="1903464" cy="68394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Ellipszis 185"/>
            <p:cNvSpPr/>
            <p:nvPr/>
          </p:nvSpPr>
          <p:spPr>
            <a:xfrm rot="19159597">
              <a:off x="5302535" y="2539529"/>
              <a:ext cx="2063091" cy="68394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Ellipszis 186"/>
            <p:cNvSpPr/>
            <p:nvPr/>
          </p:nvSpPr>
          <p:spPr>
            <a:xfrm rot="13745677">
              <a:off x="4203294" y="2516207"/>
              <a:ext cx="2005369" cy="68394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41E1E286-41CC-49A6-6BD6-20938105C214}"/>
              </a:ext>
            </a:extLst>
          </p:cNvPr>
          <p:cNvGrpSpPr/>
          <p:nvPr/>
        </p:nvGrpSpPr>
        <p:grpSpPr>
          <a:xfrm>
            <a:off x="4071939" y="1764822"/>
            <a:ext cx="3058258" cy="4418652"/>
            <a:chOff x="4227214" y="876300"/>
            <a:chExt cx="3058258" cy="4418652"/>
          </a:xfrm>
        </p:grpSpPr>
        <p:sp>
          <p:nvSpPr>
            <p:cNvPr id="169" name="Ellipszis 168"/>
            <p:cNvSpPr/>
            <p:nvPr/>
          </p:nvSpPr>
          <p:spPr>
            <a:xfrm rot="2340824">
              <a:off x="4227214" y="3357868"/>
              <a:ext cx="2118206" cy="68394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949517" y="38591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40298" y="43515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55093" y="44001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838700" y="876300"/>
              <a:ext cx="1943100" cy="440055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Ellipszis 184"/>
            <p:cNvSpPr/>
            <p:nvPr/>
          </p:nvSpPr>
          <p:spPr>
            <a:xfrm rot="19159597">
              <a:off x="5479659" y="3283770"/>
              <a:ext cx="1805813" cy="68394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Ellipszis 185"/>
            <p:cNvSpPr/>
            <p:nvPr/>
          </p:nvSpPr>
          <p:spPr>
            <a:xfrm rot="19159597">
              <a:off x="5333609" y="2623369"/>
              <a:ext cx="1805813" cy="68394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Ellipszis 186"/>
            <p:cNvSpPr/>
            <p:nvPr/>
          </p:nvSpPr>
          <p:spPr>
            <a:xfrm rot="13745677">
              <a:off x="4343010" y="2591619"/>
              <a:ext cx="1805813" cy="68394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3BCD31AD-20FF-C916-68D9-F53ACA2AA5FF}"/>
              </a:ext>
            </a:extLst>
          </p:cNvPr>
          <p:cNvGrpSpPr/>
          <p:nvPr/>
        </p:nvGrpSpPr>
        <p:grpSpPr>
          <a:xfrm>
            <a:off x="4268335" y="2095021"/>
            <a:ext cx="2950110" cy="4106020"/>
            <a:chOff x="4423611" y="1206500"/>
            <a:chExt cx="2950110" cy="4106020"/>
          </a:xfrm>
        </p:grpSpPr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45048" y="44912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9" name="Csoportba foglalás 168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20000"/>
                <a:lumOff val="80000"/>
                <a:alpha val="40000"/>
              </a:schemeClr>
            </a:solidFill>
          </p:grpSpPr>
          <p:sp>
            <p:nvSpPr>
              <p:cNvPr id="185" name="Ellipszis 184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6" name="Ellipszis 185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7" name="Ellipszis 18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8" name="Ellipszis 187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9" name="Ellipszis 188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0" name="Ellipszis 189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1" name="Ellipszis 190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2" name="Ellipszis 1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6" name="Ellipszis 205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7" name="Ellipszis 206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9" name="Ellipszis 20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0" name="Ellipszis 209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1" name="Ellipszis 210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2" name="Ellipszis 211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3" name="Ellipszis 212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7" name="Ellipszis 216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8" name="Ellipszis 217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0" name="Ellipszis 22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1" name="Ellipszis 230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2" name="Ellipszis 231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3" name="Ellipszis 232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4" name="Ellipszis 233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5" name="Ellipszis 234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6" name="Ellipszis 235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7" name="Ellipszis 236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8" name="Ellipszis 237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9" name="Ellipszis 23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0" name="Ellipszis 23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1" name="Ellipszis 240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2" name="Ellipszis 241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3" name="Ellipszis 242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4" name="Ellipszis 243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5" name="Ellipszis 244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6" name="Ellipszis 245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7" name="Ellipszis 246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8" name="Ellipszis 247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9" name="Ellipszis 248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50" name="Ellipszis 249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51" name="Egyenes összekötő 250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Egyenes összekötő 251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Egyenes összekötő 252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Egyenes összekötő 253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Egyenes összekötő 254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Egyenes összekötő 255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Egyenes összekötő 256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Egyenes összekötő 257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Egyenes összekötő 258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Egyenes összekötő 259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Egyenes összekötő 260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Egyenes összekötő 261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Egyenes összekötő 262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Egyenes összekötő 263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Egyenes összekötő 264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Egyenes összekötő 265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Egyenes összekötő 266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Egyenes összekötő 26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Egyenes összekötő 26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Egyenes összekötő 270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Egyenes összekötő 271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Egyenes összekötő 272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Egyenes összekötő 273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Egyenes összekötő 274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Egyenes összekötő 275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Egyenes összekötő 276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Egyenes összekötő 277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Egyenes összekötő 278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0" name="Egyenes összekötő 279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1" name="Egyenes összekötő 280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2" name="Egyenes összekötő 281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Egyenes összekötő 282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Egyenes összekötő 28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5" name="Ellipszis 284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01" name="Ellipszis 200"/>
            <p:cNvSpPr/>
            <p:nvPr/>
          </p:nvSpPr>
          <p:spPr>
            <a:xfrm>
              <a:off x="4686300" y="1206500"/>
              <a:ext cx="2222500" cy="407035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9F24C0D8-DAF2-E79B-A4F2-3B37B6A68419}"/>
              </a:ext>
            </a:extLst>
          </p:cNvPr>
          <p:cNvGrpSpPr/>
          <p:nvPr/>
        </p:nvGrpSpPr>
        <p:grpSpPr>
          <a:xfrm>
            <a:off x="4268339" y="2634771"/>
            <a:ext cx="2950110" cy="3566270"/>
            <a:chOff x="4423611" y="1746250"/>
            <a:chExt cx="2950110" cy="3566270"/>
          </a:xfrm>
        </p:grpSpPr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9" name="Csoportba foglalás 168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40000"/>
                <a:lumOff val="60000"/>
                <a:alpha val="40000"/>
              </a:schemeClr>
            </a:solidFill>
          </p:grpSpPr>
          <p:sp>
            <p:nvSpPr>
              <p:cNvPr id="185" name="Ellipszis 184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6" name="Ellipszis 185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7" name="Ellipszis 18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8" name="Ellipszis 187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9" name="Ellipszis 188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0" name="Ellipszis 189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1" name="Ellipszis 190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2" name="Ellipszis 1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6" name="Ellipszis 205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7" name="Ellipszis 206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9" name="Ellipszis 20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0" name="Ellipszis 209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1" name="Ellipszis 210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2" name="Ellipszis 211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3" name="Ellipszis 212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7" name="Ellipszis 216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8" name="Ellipszis 217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0" name="Ellipszis 22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1" name="Ellipszis 230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2" name="Ellipszis 231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3" name="Ellipszis 232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4" name="Ellipszis 233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5" name="Ellipszis 234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6" name="Ellipszis 235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7" name="Ellipszis 236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8" name="Ellipszis 237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9" name="Ellipszis 23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0" name="Ellipszis 23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1" name="Ellipszis 240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2" name="Ellipszis 241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3" name="Ellipszis 242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4" name="Ellipszis 243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5" name="Ellipszis 244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6" name="Ellipszis 245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7" name="Ellipszis 246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8" name="Ellipszis 247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9" name="Ellipszis 248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50" name="Ellipszis 249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51" name="Egyenes összekötő 250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Egyenes összekötő 251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Egyenes összekötő 252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Egyenes összekötő 253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Egyenes összekötő 254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Egyenes összekötő 255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Egyenes összekötő 256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Egyenes összekötő 257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Egyenes összekötő 258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Egyenes összekötő 259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Egyenes összekötő 260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Egyenes összekötő 261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Egyenes összekötő 262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Egyenes összekötő 263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Egyenes összekötő 264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Egyenes összekötő 265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Egyenes összekötő 266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Egyenes összekötő 26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Egyenes összekötő 26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Egyenes összekötő 270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Egyenes összekötő 271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Egyenes összekötő 272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Egyenes összekötő 273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Egyenes összekötő 274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Egyenes összekötő 275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Egyenes összekötő 276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Egyenes összekötő 277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Egyenes összekötő 278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0" name="Egyenes összekötő 279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1" name="Egyenes összekötő 280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2" name="Egyenes összekötő 281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Egyenes összekötő 282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Egyenes összekötő 28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5" name="Ellipszis 284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01" name="Ellipszis 200"/>
            <p:cNvSpPr/>
            <p:nvPr/>
          </p:nvSpPr>
          <p:spPr>
            <a:xfrm>
              <a:off x="4552950" y="1841500"/>
              <a:ext cx="2514600" cy="343535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BD19F04D-82D8-AF9B-70E5-60E6EFFBB226}"/>
              </a:ext>
            </a:extLst>
          </p:cNvPr>
          <p:cNvGrpSpPr/>
          <p:nvPr/>
        </p:nvGrpSpPr>
        <p:grpSpPr>
          <a:xfrm>
            <a:off x="4224877" y="2634772"/>
            <a:ext cx="2993569" cy="3566270"/>
            <a:chOff x="4380152" y="1746250"/>
            <a:chExt cx="2993569" cy="3566270"/>
          </a:xfrm>
        </p:grpSpPr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9" name="Csoportba foglalás 168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185" name="Ellipszis 184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6" name="Ellipszis 185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7" name="Ellipszis 18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8" name="Ellipszis 187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9" name="Ellipszis 188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0" name="Ellipszis 189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1" name="Ellipszis 190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2" name="Ellipszis 1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6" name="Ellipszis 205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7" name="Ellipszis 206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9" name="Ellipszis 20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0" name="Ellipszis 209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1" name="Ellipszis 210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2" name="Ellipszis 211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3" name="Ellipszis 212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7" name="Ellipszis 216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8" name="Ellipszis 217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0" name="Ellipszis 22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1" name="Ellipszis 230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2" name="Ellipszis 231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3" name="Ellipszis 232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4" name="Ellipszis 233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5" name="Ellipszis 234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6" name="Ellipszis 235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7" name="Ellipszis 236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8" name="Ellipszis 237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9" name="Ellipszis 23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0" name="Ellipszis 23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1" name="Ellipszis 240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2" name="Ellipszis 241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3" name="Ellipszis 242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4" name="Ellipszis 243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5" name="Ellipszis 244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6" name="Ellipszis 245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7" name="Ellipszis 246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8" name="Ellipszis 247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9" name="Ellipszis 248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50" name="Ellipszis 249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51" name="Egyenes összekötő 250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Egyenes összekötő 251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Egyenes összekötő 252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Egyenes összekötő 253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Egyenes összekötő 254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Egyenes összekötő 255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Egyenes összekötő 256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Egyenes összekötő 257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Egyenes összekötő 258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Egyenes összekötő 259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Egyenes összekötő 260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Egyenes összekötő 261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Egyenes összekötő 262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Egyenes összekötő 263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Egyenes összekötő 264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Egyenes összekötő 265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Egyenes összekötő 266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Egyenes összekötő 26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Egyenes összekötő 26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Egyenes összekötő 270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Egyenes összekötő 271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Egyenes összekötő 272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Egyenes összekötő 273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Egyenes összekötő 274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Egyenes összekötő 275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Egyenes összekötő 276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Egyenes összekötő 277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Egyenes összekötő 278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0" name="Egyenes összekötő 279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1" name="Egyenes összekötő 280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2" name="Egyenes összekötő 281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Egyenes összekötő 282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Egyenes összekötő 28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5" name="Ellipszis 284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01" name="Ellipszis 200"/>
            <p:cNvSpPr/>
            <p:nvPr/>
          </p:nvSpPr>
          <p:spPr>
            <a:xfrm>
              <a:off x="4380152" y="2317750"/>
              <a:ext cx="2860196" cy="294005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826F49DB-B9DD-5FB5-1EE0-940DD30DA7FF}"/>
              </a:ext>
            </a:extLst>
          </p:cNvPr>
          <p:cNvGrpSpPr/>
          <p:nvPr/>
        </p:nvGrpSpPr>
        <p:grpSpPr>
          <a:xfrm>
            <a:off x="4285588" y="2660651"/>
            <a:ext cx="2950110" cy="3566272"/>
            <a:chOff x="4423610" y="1746250"/>
            <a:chExt cx="2950110" cy="3566272"/>
          </a:xfrm>
        </p:grpSpPr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9" name="Csoportba foglalás 168"/>
            <p:cNvGrpSpPr/>
            <p:nvPr/>
          </p:nvGrpSpPr>
          <p:grpSpPr>
            <a:xfrm>
              <a:off x="4423610" y="1746252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185" name="Ellipszis 184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6" name="Ellipszis 185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7" name="Ellipszis 18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8" name="Ellipszis 187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9" name="Ellipszis 188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0" name="Ellipszis 189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1" name="Ellipszis 190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2" name="Ellipszis 1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6" name="Ellipszis 205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7" name="Ellipszis 206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9" name="Ellipszis 20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0" name="Ellipszis 209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1" name="Ellipszis 210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2" name="Ellipszis 211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3" name="Ellipszis 212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7" name="Ellipszis 216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8" name="Ellipszis 217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0" name="Ellipszis 22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1" name="Ellipszis 230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2" name="Ellipszis 231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3" name="Ellipszis 232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4" name="Ellipszis 233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5" name="Ellipszis 234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6" name="Ellipszis 235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7" name="Ellipszis 236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8" name="Ellipszis 237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9" name="Ellipszis 23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0" name="Ellipszis 23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1" name="Ellipszis 240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2" name="Ellipszis 241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3" name="Ellipszis 242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4" name="Ellipszis 243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5" name="Ellipszis 244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6" name="Ellipszis 245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7" name="Ellipszis 246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8" name="Ellipszis 247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9" name="Ellipszis 248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50" name="Ellipszis 249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51" name="Egyenes összekötő 250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Egyenes összekötő 251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Egyenes összekötő 252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Egyenes összekötő 253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Egyenes összekötő 254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Egyenes összekötő 255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Egyenes összekötő 256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Egyenes összekötő 257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Egyenes összekötő 258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Egyenes összekötő 259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Egyenes összekötő 260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Egyenes összekötő 261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Egyenes összekötő 262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Egyenes összekötő 263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Egyenes összekötő 264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Egyenes összekötő 265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Egyenes összekötő 266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Egyenes összekötő 26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Egyenes összekötő 26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Egyenes összekötő 270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Egyenes összekötő 271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Egyenes összekötő 272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Egyenes összekötő 273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Egyenes összekötő 274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Egyenes összekötő 275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Egyenes összekötő 276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Egyenes összekötő 277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Egyenes összekötő 278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0" name="Egyenes összekötő 279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1" name="Egyenes összekötő 280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2" name="Egyenes összekötő 281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Egyenes összekötő 282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Egyenes összekötő 28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5" name="Ellipszis 284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01" name="Ellipszis 200"/>
            <p:cNvSpPr/>
            <p:nvPr/>
          </p:nvSpPr>
          <p:spPr>
            <a:xfrm>
              <a:off x="4565650" y="2679700"/>
              <a:ext cx="2501900" cy="257175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BD96C59B-D588-1C00-C714-F4EC5E184C5A}"/>
              </a:ext>
            </a:extLst>
          </p:cNvPr>
          <p:cNvGrpSpPr/>
          <p:nvPr/>
        </p:nvGrpSpPr>
        <p:grpSpPr>
          <a:xfrm>
            <a:off x="4285586" y="2660650"/>
            <a:ext cx="2950110" cy="3566270"/>
            <a:chOff x="4423611" y="1746250"/>
            <a:chExt cx="2950110" cy="3566270"/>
          </a:xfrm>
        </p:grpSpPr>
        <p:grpSp>
          <p:nvGrpSpPr>
            <p:cNvPr id="40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423" name="Csoportba foglalás 422"/>
            <p:cNvGrpSpPr/>
            <p:nvPr/>
          </p:nvGrpSpPr>
          <p:grpSpPr>
            <a:xfrm>
              <a:off x="4895542" y="3151152"/>
              <a:ext cx="1754496" cy="1850492"/>
              <a:chOff x="2352367" y="2084352"/>
              <a:chExt cx="1754496" cy="1850492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52367" y="30336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787467" y="30654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72290" y="354402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87458" y="22439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4860" y="2701575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85998" y="364671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61143" y="361906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44467" y="36940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40971" y="327795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17492" y="21192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9067" y="2084352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5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288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28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273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259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23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88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89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9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209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2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1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4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 dirty="0"/>
                    </a:p>
                  </p:txBody>
                </p:sp>
              </p:grpSp>
              <p:grpSp>
                <p:nvGrpSpPr>
                  <p:cNvPr id="23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2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5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8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4688896" y="3186430"/>
              <a:ext cx="2284618" cy="2101850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33E1CC9D-D1D1-63C6-19F7-B4750BD89043}"/>
              </a:ext>
            </a:extLst>
          </p:cNvPr>
          <p:cNvGrpSpPr/>
          <p:nvPr/>
        </p:nvGrpSpPr>
        <p:grpSpPr>
          <a:xfrm>
            <a:off x="4285589" y="2660647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895542" y="3151152"/>
              <a:ext cx="1754496" cy="1850492"/>
              <a:chOff x="2352367" y="2084352"/>
              <a:chExt cx="1754496" cy="1850492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52367" y="30336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787467" y="30654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72290" y="354402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87458" y="22439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4860" y="2701575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85998" y="364671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61143" y="361906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44467" y="36940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40971" y="327795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17492" y="21192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9067" y="2084352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4842510" y="3509416"/>
              <a:ext cx="1946910" cy="1791158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54D8F081-4FB7-0D92-E5C3-E49350921EB5}"/>
              </a:ext>
            </a:extLst>
          </p:cNvPr>
          <p:cNvGrpSpPr/>
          <p:nvPr/>
        </p:nvGrpSpPr>
        <p:grpSpPr>
          <a:xfrm>
            <a:off x="4285588" y="2660652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895542" y="3151152"/>
              <a:ext cx="1754496" cy="1850492"/>
              <a:chOff x="2352367" y="2084352"/>
              <a:chExt cx="1754496" cy="1850492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52367" y="30336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787467" y="30654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72290" y="354402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87458" y="22439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4860" y="2701575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85998" y="364671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61143" y="361906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44467" y="36940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40971" y="327795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17492" y="21192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9067" y="2084352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4941570" y="3684371"/>
              <a:ext cx="1748790" cy="1608888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712CEC34-C14B-4115-1344-52083CC0BB29}"/>
              </a:ext>
            </a:extLst>
          </p:cNvPr>
          <p:cNvGrpSpPr/>
          <p:nvPr/>
        </p:nvGrpSpPr>
        <p:grpSpPr>
          <a:xfrm>
            <a:off x="4285590" y="2660649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895542" y="3151152"/>
              <a:ext cx="1754496" cy="1850492"/>
              <a:chOff x="2352367" y="2084352"/>
              <a:chExt cx="1754496" cy="1850492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52367" y="30336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787467" y="30654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72290" y="354402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87458" y="22439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4860" y="2701575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85998" y="364671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61143" y="361906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44467" y="36940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40971" y="327795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17492" y="21192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9067" y="2084352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5017770" y="3852316"/>
              <a:ext cx="1565910" cy="1440638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3C5B1994-12CA-AA34-78E1-8224284AAAB1}"/>
              </a:ext>
            </a:extLst>
          </p:cNvPr>
          <p:cNvGrpSpPr/>
          <p:nvPr/>
        </p:nvGrpSpPr>
        <p:grpSpPr>
          <a:xfrm>
            <a:off x="4285585" y="2660650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895542" y="3151152"/>
              <a:ext cx="1754496" cy="1850492"/>
              <a:chOff x="2352367" y="2084352"/>
              <a:chExt cx="1754496" cy="1850492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52367" y="30336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787467" y="30654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72290" y="354402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87458" y="22439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4860" y="2701575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85998" y="364671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61143" y="361906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44467" y="36940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40971" y="327795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17492" y="21192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9067" y="2084352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5063490" y="4006240"/>
              <a:ext cx="1413510" cy="1300430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CE438317-73E7-42B6-A913-C1FEE3937AD5}"/>
              </a:ext>
            </a:extLst>
          </p:cNvPr>
          <p:cNvGrpSpPr/>
          <p:nvPr/>
        </p:nvGrpSpPr>
        <p:grpSpPr>
          <a:xfrm>
            <a:off x="4285586" y="2660652"/>
            <a:ext cx="2950110" cy="3579622"/>
            <a:chOff x="4423611" y="1746250"/>
            <a:chExt cx="2950110" cy="3579622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895542" y="3151152"/>
              <a:ext cx="1754496" cy="1850492"/>
              <a:chOff x="2352367" y="2084352"/>
              <a:chExt cx="1754496" cy="1850492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52367" y="30336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787467" y="30654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72290" y="354402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87458" y="22439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4860" y="2701575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85998" y="364671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61143" y="361906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44467" y="36940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40971" y="327795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17492" y="21192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9067" y="2084352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5200650" y="4291838"/>
              <a:ext cx="1123950" cy="1034034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80746A6B-F6FF-9695-B04B-D30D023C134F}"/>
              </a:ext>
            </a:extLst>
          </p:cNvPr>
          <p:cNvGrpSpPr/>
          <p:nvPr/>
        </p:nvGrpSpPr>
        <p:grpSpPr>
          <a:xfrm>
            <a:off x="4285588" y="2660649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895542" y="3151152"/>
              <a:ext cx="1754496" cy="1850492"/>
              <a:chOff x="2352367" y="2084352"/>
              <a:chExt cx="1754496" cy="1850492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52367" y="30336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787467" y="30654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72290" y="354402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87458" y="22439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4860" y="2701575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85998" y="364671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61143" y="361906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44467" y="36940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40971" y="327795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17492" y="21192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9067" y="2084352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5307330" y="4429912"/>
              <a:ext cx="956310" cy="879806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9458974A-2BF0-AB87-698F-2C910A1E0AEA}"/>
              </a:ext>
            </a:extLst>
          </p:cNvPr>
          <p:cNvGrpSpPr/>
          <p:nvPr/>
        </p:nvGrpSpPr>
        <p:grpSpPr>
          <a:xfrm>
            <a:off x="4285588" y="2660652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895542" y="3151152"/>
              <a:ext cx="1754496" cy="1850492"/>
              <a:chOff x="2352367" y="2084352"/>
              <a:chExt cx="1754496" cy="1850492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52367" y="30336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787467" y="30654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72290" y="354402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87458" y="22439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4860" y="2701575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85998" y="364671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61143" y="361906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44467" y="36940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40971" y="327795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17492" y="21192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9067" y="2084352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5391150" y="4583226"/>
              <a:ext cx="788670" cy="725578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F29F158C-2C69-D007-47B7-F687BC4C24D4}"/>
              </a:ext>
            </a:extLst>
          </p:cNvPr>
          <p:cNvGrpSpPr/>
          <p:nvPr/>
        </p:nvGrpSpPr>
        <p:grpSpPr>
          <a:xfrm>
            <a:off x="4285589" y="2660648"/>
            <a:ext cx="2950110" cy="3581147"/>
            <a:chOff x="4423611" y="1746250"/>
            <a:chExt cx="2950110" cy="3581147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895542" y="3151152"/>
              <a:ext cx="1754496" cy="1850492"/>
              <a:chOff x="2352367" y="2084352"/>
              <a:chExt cx="1754496" cy="1850492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52367" y="30336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787467" y="30654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72290" y="354402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87458" y="22439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4860" y="2701575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85998" y="364671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61143" y="361906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44467" y="36940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40971" y="327795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17492" y="21192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9067" y="2084352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5520690" y="4854193"/>
              <a:ext cx="514350" cy="473204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DC1CCCF5-9C27-9A8B-952D-F16F6EA2EA1C}"/>
              </a:ext>
            </a:extLst>
          </p:cNvPr>
          <p:cNvGrpSpPr/>
          <p:nvPr/>
        </p:nvGrpSpPr>
        <p:grpSpPr>
          <a:xfrm>
            <a:off x="4285588" y="2669274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895542" y="3151152"/>
              <a:ext cx="1754496" cy="1850492"/>
              <a:chOff x="2352367" y="2084352"/>
              <a:chExt cx="1754496" cy="1850492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52367" y="30336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787467" y="30654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72290" y="354402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87458" y="22439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4860" y="2701575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85998" y="364671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61143" y="361906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44467" y="36940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40971" y="327795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17492" y="21192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9067" y="2084352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5634990" y="5028539"/>
              <a:ext cx="300990" cy="276912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87156804-D95F-F940-700F-6714E6F04A15}"/>
              </a:ext>
            </a:extLst>
          </p:cNvPr>
          <p:cNvGrpSpPr/>
          <p:nvPr/>
        </p:nvGrpSpPr>
        <p:grpSpPr>
          <a:xfrm>
            <a:off x="4285589" y="2669276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907449" y="3720270"/>
              <a:ext cx="1752114" cy="1538548"/>
              <a:chOff x="2349986" y="2396296"/>
              <a:chExt cx="1752114" cy="1538548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49986" y="3326571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18423" y="32749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46096" y="371547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56502" y="2722571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0097" y="300399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93141" y="3813403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56380" y="380718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65899" y="3877433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26684" y="3570847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69867" y="2612196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917642" y="2396296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A42BD789-844F-9B57-964E-43E2C2CC974E}"/>
              </a:ext>
            </a:extLst>
          </p:cNvPr>
          <p:cNvGrpSpPr/>
          <p:nvPr/>
        </p:nvGrpSpPr>
        <p:grpSpPr>
          <a:xfrm>
            <a:off x="4285591" y="2669277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936024" y="4237001"/>
              <a:ext cx="1723539" cy="1025009"/>
              <a:chOff x="2378561" y="2913027"/>
              <a:chExt cx="1723539" cy="1025009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78561" y="3667089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58904" y="3572633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46096" y="371547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20783" y="3136909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62003" y="3375469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97903" y="38848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56380" y="380718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65899" y="3877433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19540" y="389231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55592" y="3228940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953361" y="29130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57FB4F5F-8BBC-900A-F9E1-8C4C766BD787}"/>
              </a:ext>
            </a:extLst>
          </p:cNvPr>
          <p:cNvGrpSpPr/>
          <p:nvPr/>
        </p:nvGrpSpPr>
        <p:grpSpPr>
          <a:xfrm>
            <a:off x="4285589" y="2669276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947930" y="4639432"/>
              <a:ext cx="1572896" cy="622578"/>
              <a:chOff x="2390467" y="3315458"/>
              <a:chExt cx="1572896" cy="622578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90467" y="384806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7479" y="3772659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60384" y="382977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637439" y="354648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38191" y="3711226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19540" y="389231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96073" y="3507546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917643" y="3315458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73531" y="3846735"/>
              <a:ext cx="121410" cy="575221"/>
              <a:chOff x="10878692" y="4092956"/>
              <a:chExt cx="146962" cy="759804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420834"/>
                <a:chOff x="5352922" y="3149862"/>
                <a:chExt cx="119682" cy="420834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364508" y="3502495"/>
                  <a:ext cx="87167" cy="49236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61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19405082">
              <a:off x="5821181" y="3841974"/>
              <a:ext cx="121410" cy="575221"/>
              <a:chOff x="10878692" y="4092956"/>
              <a:chExt cx="146962" cy="759804"/>
            </a:xfrm>
          </p:grpSpPr>
          <p:cxnSp>
            <p:nvCxnSpPr>
              <p:cNvPr id="262" name="Egyenes összekötő 261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3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420834"/>
                <a:chOff x="5352922" y="3149862"/>
                <a:chExt cx="119682" cy="420834"/>
              </a:xfrm>
            </p:grpSpPr>
            <p:cxnSp>
              <p:nvCxnSpPr>
                <p:cNvPr id="264" name="Egyenes összekötő 263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65" name="Egyenes összekötő 264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66" name="Egyenes összekötő 265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364508" y="3502495"/>
                  <a:ext cx="87167" cy="49236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17C378F8-52DC-E7D0-AE7E-BA88EFFF5777}"/>
              </a:ext>
            </a:extLst>
          </p:cNvPr>
          <p:cNvGrpSpPr/>
          <p:nvPr/>
        </p:nvGrpSpPr>
        <p:grpSpPr>
          <a:xfrm>
            <a:off x="4285588" y="2669278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5105179" y="5087107"/>
              <a:ext cx="1401359" cy="171928"/>
              <a:chOff x="2545335" y="3646451"/>
              <a:chExt cx="1401359" cy="171928"/>
            </a:xfrm>
          </p:grpSpPr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7479" y="3772659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620771" y="3694122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45335" y="3735039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93692" y="3705190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900974" y="3646451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62593" y="3841584"/>
              <a:ext cx="116774" cy="613397"/>
              <a:chOff x="10884304" y="4092956"/>
              <a:chExt cx="141350" cy="810229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84304" y="4431926"/>
                <a:ext cx="114070" cy="471259"/>
                <a:chOff x="5358534" y="3149862"/>
                <a:chExt cx="114070" cy="471259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2994918" flipH="1">
                  <a:off x="5358534" y="3510763"/>
                  <a:ext cx="77884" cy="42324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357037" y="3571135"/>
                  <a:ext cx="65149" cy="3482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13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19405082">
              <a:off x="5836437" y="3839202"/>
              <a:ext cx="116774" cy="613397"/>
              <a:chOff x="10884304" y="4092956"/>
              <a:chExt cx="141350" cy="810229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84304" y="4431926"/>
                <a:ext cx="114070" cy="471259"/>
                <a:chOff x="5358534" y="3149862"/>
                <a:chExt cx="114070" cy="471259"/>
              </a:xfrm>
            </p:grpSpPr>
            <p:cxnSp>
              <p:nvCxnSpPr>
                <p:cNvPr id="231" name="Egyenes összekötő 230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Egyenes összekötő 233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2994918" flipH="1">
                  <a:off x="5358534" y="3510763"/>
                  <a:ext cx="77884" cy="42324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7" name="Egyenes összekötő 236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357037" y="3571135"/>
                  <a:ext cx="65149" cy="3482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1EC95E95-0878-6F8A-6DE9-9099ED5DAB26}"/>
              </a:ext>
            </a:extLst>
          </p:cNvPr>
          <p:cNvGrpSpPr/>
          <p:nvPr/>
        </p:nvGrpSpPr>
        <p:grpSpPr>
          <a:xfrm>
            <a:off x="4285589" y="2669278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41678" y="3824242"/>
              <a:ext cx="112843" cy="595153"/>
              <a:chOff x="10889059" y="4092956"/>
              <a:chExt cx="136595" cy="786130"/>
            </a:xfrm>
          </p:grpSpPr>
          <p:cxnSp>
            <p:nvCxnSpPr>
              <p:cNvPr id="212" name="Egyenes összekötő 211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13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89059" y="4431926"/>
                <a:ext cx="109315" cy="447160"/>
                <a:chOff x="5363289" y="3149862"/>
                <a:chExt cx="109315" cy="447160"/>
              </a:xfrm>
            </p:grpSpPr>
            <p:cxnSp>
              <p:nvCxnSpPr>
                <p:cNvPr id="216" name="Egyenes összekötő 215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63289" y="3435973"/>
                  <a:ext cx="12617" cy="1610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034918" flipH="1">
                  <a:off x="5344192" y="3513216"/>
                  <a:ext cx="47552" cy="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29" name="Csoportba foglalás 139">
              <a:extLst>
                <a:ext uri="{FF2B5EF4-FFF2-40B4-BE49-F238E27FC236}">
                  <a16:creationId xmlns:a16="http://schemas.microsoft.com/office/drawing/2014/main" id="{C8738E6E-D503-44C7-9158-5AA355C1F95F}"/>
                </a:ext>
              </a:extLst>
            </p:cNvPr>
            <p:cNvGrpSpPr/>
            <p:nvPr/>
          </p:nvGrpSpPr>
          <p:grpSpPr>
            <a:xfrm rot="2194918" flipH="1">
              <a:off x="5574438" y="3831292"/>
              <a:ext cx="112843" cy="595153"/>
              <a:chOff x="10889059" y="4092956"/>
              <a:chExt cx="136595" cy="786130"/>
            </a:xfrm>
          </p:grpSpPr>
          <p:cxnSp>
            <p:nvCxnSpPr>
              <p:cNvPr id="231" name="Egyenes összekötő 230">
                <a:extLst>
                  <a:ext uri="{FF2B5EF4-FFF2-40B4-BE49-F238E27FC236}">
                    <a16:creationId xmlns:a16="http://schemas.microsoft.com/office/drawing/2014/main" id="{5B8A0433-6964-4D1A-B27D-EB59DCF16E3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34" name="Csoportba foglalás 107">
                <a:extLst>
                  <a:ext uri="{FF2B5EF4-FFF2-40B4-BE49-F238E27FC236}">
                    <a16:creationId xmlns:a16="http://schemas.microsoft.com/office/drawing/2014/main" id="{14C45059-60B7-4F25-9DB2-262E05CFE379}"/>
                  </a:ext>
                </a:extLst>
              </p:cNvPr>
              <p:cNvGrpSpPr/>
              <p:nvPr/>
            </p:nvGrpSpPr>
            <p:grpSpPr>
              <a:xfrm>
                <a:off x="10889059" y="4431926"/>
                <a:ext cx="109315" cy="447160"/>
                <a:chOff x="5363289" y="3149862"/>
                <a:chExt cx="109315" cy="447160"/>
              </a:xfrm>
            </p:grpSpPr>
            <p:cxnSp>
              <p:nvCxnSpPr>
                <p:cNvPr id="237" name="Egyenes összekötő 236">
                  <a:extLst>
                    <a:ext uri="{FF2B5EF4-FFF2-40B4-BE49-F238E27FC236}">
                      <a16:creationId xmlns:a16="http://schemas.microsoft.com/office/drawing/2014/main" id="{E71C3077-A18D-4491-BA0B-B32D842122E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63289" y="3435973"/>
                  <a:ext cx="12617" cy="1610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65597038-E2CD-47CB-949B-37D10E2A94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034918" flipH="1">
                  <a:off x="5344192" y="3513216"/>
                  <a:ext cx="47552" cy="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52EF16AD-1862-4569-9695-B2ABB7E7F9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25339085-F576-DDB3-8D79-416296D1B381}"/>
              </a:ext>
            </a:extLst>
          </p:cNvPr>
          <p:cNvGrpSpPr/>
          <p:nvPr/>
        </p:nvGrpSpPr>
        <p:grpSpPr>
          <a:xfrm>
            <a:off x="4285587" y="2669277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01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35022" y="3882503"/>
              <a:ext cx="227341" cy="591496"/>
              <a:chOff x="10750462" y="4092956"/>
              <a:chExt cx="275192" cy="781300"/>
            </a:xfrm>
          </p:grpSpPr>
          <p:cxnSp>
            <p:nvCxnSpPr>
              <p:cNvPr id="209" name="Egyenes összekötő 208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13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42330"/>
                <a:chOff x="5224692" y="3149862"/>
                <a:chExt cx="247912" cy="442330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95186" y="3534093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8" name="Egyenes összekötő 22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2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565757" y="3865110"/>
              <a:ext cx="227341" cy="590840"/>
              <a:chOff x="10750462" y="4092956"/>
              <a:chExt cx="275192" cy="78043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2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41463"/>
                <a:chOff x="5224692" y="3149862"/>
                <a:chExt cx="247912" cy="441463"/>
              </a:xfrm>
            </p:grpSpPr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Egyenes összekötő 247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300564" y="3533226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Egyenes összekötő 250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CED8D4A4-BE24-65B7-D496-FB45836CDA3B}"/>
              </a:ext>
            </a:extLst>
          </p:cNvPr>
          <p:cNvGrpSpPr/>
          <p:nvPr/>
        </p:nvGrpSpPr>
        <p:grpSpPr>
          <a:xfrm>
            <a:off x="4285587" y="2669273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35022" y="3882503"/>
              <a:ext cx="227341" cy="591496"/>
              <a:chOff x="10750462" y="4092956"/>
              <a:chExt cx="275192" cy="781300"/>
            </a:xfrm>
          </p:grpSpPr>
          <p:cxnSp>
            <p:nvCxnSpPr>
              <p:cNvPr id="209" name="Egyenes összekötő 208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42330"/>
                <a:chOff x="5224692" y="3149862"/>
                <a:chExt cx="247912" cy="442330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95186" y="3534093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8" name="Egyenes összekötő 22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565757" y="3865110"/>
              <a:ext cx="227341" cy="590840"/>
              <a:chOff x="10750462" y="4092956"/>
              <a:chExt cx="275192" cy="78043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41463"/>
                <a:chOff x="5224692" y="3149862"/>
                <a:chExt cx="247912" cy="441463"/>
              </a:xfrm>
            </p:grpSpPr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Egyenes összekötő 247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300564" y="3533226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Egyenes összekötő 250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61DD9BC4-C827-0674-9B46-7D8CEE855C38}"/>
              </a:ext>
            </a:extLst>
          </p:cNvPr>
          <p:cNvGrpSpPr/>
          <p:nvPr/>
        </p:nvGrpSpPr>
        <p:grpSpPr>
          <a:xfrm>
            <a:off x="4285590" y="2669277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21392" y="3887008"/>
              <a:ext cx="227341" cy="545756"/>
              <a:chOff x="10750462" y="4092956"/>
              <a:chExt cx="275192" cy="781300"/>
            </a:xfrm>
          </p:grpSpPr>
          <p:cxnSp>
            <p:nvCxnSpPr>
              <p:cNvPr id="209" name="Egyenes összekötő 208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42330"/>
                <a:chOff x="5224692" y="3149862"/>
                <a:chExt cx="247912" cy="442330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95186" y="3534093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8" name="Egyenes összekötő 22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577627" y="3869034"/>
              <a:ext cx="227341" cy="551001"/>
              <a:chOff x="10750462" y="4092956"/>
              <a:chExt cx="275192" cy="78043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41463"/>
                <a:chOff x="5224692" y="3149862"/>
                <a:chExt cx="247912" cy="441463"/>
              </a:xfrm>
            </p:grpSpPr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Egyenes összekötő 247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300564" y="3533226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Egyenes összekötő 250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699B04DC-71BD-CA7B-3AC4-DB0985495F35}"/>
              </a:ext>
            </a:extLst>
          </p:cNvPr>
          <p:cNvGrpSpPr/>
          <p:nvPr/>
        </p:nvGrpSpPr>
        <p:grpSpPr>
          <a:xfrm>
            <a:off x="4285587" y="2669277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402044" flipH="1">
              <a:off x="5600220" y="3878874"/>
              <a:ext cx="227341" cy="427407"/>
              <a:chOff x="10750462" y="4092956"/>
              <a:chExt cx="275192" cy="776087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37117"/>
                <a:chOff x="5224692" y="3149862"/>
                <a:chExt cx="247912" cy="437117"/>
              </a:xfrm>
            </p:grpSpPr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Egyenes összekötő 247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802044">
                  <a:off x="5302397" y="3538217"/>
                  <a:ext cx="97373" cy="151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Egyenes összekötő 250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12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197956">
              <a:off x="5688327" y="3878877"/>
              <a:ext cx="227341" cy="427407"/>
              <a:chOff x="10750462" y="4092956"/>
              <a:chExt cx="275192" cy="776087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1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37117"/>
                <a:chOff x="5224692" y="3149862"/>
                <a:chExt cx="247912" cy="437117"/>
              </a:xfrm>
            </p:grpSpPr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802044">
                  <a:off x="5302397" y="3538217"/>
                  <a:ext cx="97373" cy="151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14086F88-493E-BA55-5C3F-31763A1F0A42}"/>
              </a:ext>
            </a:extLst>
          </p:cNvPr>
          <p:cNvGrpSpPr/>
          <p:nvPr/>
        </p:nvGrpSpPr>
        <p:grpSpPr>
          <a:xfrm>
            <a:off x="4285589" y="2669276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28402" y="3871936"/>
              <a:ext cx="152138" cy="277842"/>
              <a:chOff x="10750462" y="4092956"/>
              <a:chExt cx="275192" cy="766858"/>
            </a:xfrm>
          </p:grpSpPr>
          <p:cxnSp>
            <p:nvCxnSpPr>
              <p:cNvPr id="209" name="Egyenes összekötő 208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27888"/>
                <a:chOff x="5224692" y="3149862"/>
                <a:chExt cx="247912" cy="427888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31218" y="3520024"/>
                  <a:ext cx="72098" cy="494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8" name="Egyenes összekötő 22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22661" y="3862675"/>
              <a:ext cx="144175" cy="299492"/>
              <a:chOff x="10750462" y="4092956"/>
              <a:chExt cx="275192" cy="766858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27888"/>
                <a:chOff x="5224692" y="3149862"/>
                <a:chExt cx="247912" cy="427888"/>
              </a:xfrm>
            </p:grpSpPr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Egyenes összekötő 247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332023" y="3518084"/>
                  <a:ext cx="52650" cy="743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Egyenes összekötő 250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40CB8861-99C2-6029-1729-2F92778E2A44}"/>
              </a:ext>
            </a:extLst>
          </p:cNvPr>
          <p:cNvGrpSpPr/>
          <p:nvPr/>
        </p:nvGrpSpPr>
        <p:grpSpPr>
          <a:xfrm>
            <a:off x="4285589" y="2669276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212547" flipH="1">
              <a:off x="5605737" y="3812549"/>
              <a:ext cx="114294" cy="246063"/>
              <a:chOff x="10904700" y="4092956"/>
              <a:chExt cx="120954" cy="779755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04700" y="4382470"/>
                <a:ext cx="55808" cy="490241"/>
                <a:chOff x="5378930" y="3100406"/>
                <a:chExt cx="55808" cy="490241"/>
              </a:xfrm>
            </p:grpSpPr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216461" y="3420858"/>
                  <a:ext cx="332258" cy="731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Egyenes összekötő 247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360988" y="3381619"/>
                  <a:ext cx="67862" cy="21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Egyenes összekötő 250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284782" y="3249604"/>
                  <a:ext cx="299153" cy="7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3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8394715">
              <a:off x="5798618" y="3817310"/>
              <a:ext cx="114294" cy="246063"/>
              <a:chOff x="10904700" y="4092956"/>
              <a:chExt cx="120954" cy="779755"/>
            </a:xfrm>
          </p:grpSpPr>
          <p:cxnSp>
            <p:nvCxnSpPr>
              <p:cNvPr id="242" name="Egyenes összekötő 241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5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04700" y="4382470"/>
                <a:ext cx="55808" cy="490241"/>
                <a:chOff x="5378930" y="3100406"/>
                <a:chExt cx="55808" cy="490241"/>
              </a:xfrm>
            </p:grpSpPr>
            <p:cxnSp>
              <p:nvCxnSpPr>
                <p:cNvPr id="257" name="Egyenes összekötő 25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216461" y="3420858"/>
                  <a:ext cx="332258" cy="731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8" name="Egyenes összekötő 257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360988" y="3381619"/>
                  <a:ext cx="67862" cy="21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9" name="Egyenes összekötő 258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284782" y="3249604"/>
                  <a:ext cx="299153" cy="7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10BE8462-8455-A883-4442-A107F30555E4}"/>
              </a:ext>
            </a:extLst>
          </p:cNvPr>
          <p:cNvGrpSpPr/>
          <p:nvPr/>
        </p:nvGrpSpPr>
        <p:grpSpPr>
          <a:xfrm>
            <a:off x="4285587" y="2669276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49317" y="3845755"/>
              <a:ext cx="87744" cy="172093"/>
              <a:chOff x="10889548" y="4092956"/>
              <a:chExt cx="136106" cy="916267"/>
            </a:xfrm>
          </p:grpSpPr>
          <p:cxnSp>
            <p:nvCxnSpPr>
              <p:cNvPr id="242" name="Egyenes összekötő 241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5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89548" y="4377247"/>
                <a:ext cx="80126" cy="631976"/>
                <a:chOff x="5363778" y="3095183"/>
                <a:chExt cx="80126" cy="631976"/>
              </a:xfrm>
            </p:grpSpPr>
            <p:cxnSp>
              <p:nvCxnSpPr>
                <p:cNvPr id="259" name="Egyenes összekötő 258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12043" y="3220228"/>
                  <a:ext cx="256906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8" name="Egyenes összekötő 257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365137" y="3342443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Egyenes összekötő 25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57465" y="3515653"/>
                  <a:ext cx="417819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62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75525" y="3850518"/>
              <a:ext cx="87744" cy="172093"/>
              <a:chOff x="10889548" y="4092956"/>
              <a:chExt cx="136106" cy="916267"/>
            </a:xfrm>
          </p:grpSpPr>
          <p:cxnSp>
            <p:nvCxnSpPr>
              <p:cNvPr id="263" name="Egyenes összekötő 26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89548" y="4377247"/>
                <a:ext cx="80126" cy="631976"/>
                <a:chOff x="5363778" y="3095183"/>
                <a:chExt cx="80126" cy="631976"/>
              </a:xfrm>
            </p:grpSpPr>
            <p:cxnSp>
              <p:nvCxnSpPr>
                <p:cNvPr id="265" name="Egyenes összekötő 264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12043" y="3220228"/>
                  <a:ext cx="256906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66" name="Egyenes összekötő 26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365137" y="3342443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68" name="Egyenes összekötő 26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57465" y="3515653"/>
                  <a:ext cx="417819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9674B04A-476E-0B29-FC3E-FEF10923896A}"/>
              </a:ext>
            </a:extLst>
          </p:cNvPr>
          <p:cNvGrpSpPr/>
          <p:nvPr/>
        </p:nvGrpSpPr>
        <p:grpSpPr>
          <a:xfrm>
            <a:off x="4271418" y="2669275"/>
            <a:ext cx="2964281" cy="3566270"/>
            <a:chOff x="4409440" y="1746250"/>
            <a:chExt cx="2964281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12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84681" y="3846943"/>
              <a:ext cx="64174" cy="136261"/>
              <a:chOff x="10926111" y="4092956"/>
              <a:chExt cx="99543" cy="725490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1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31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58492" y="3839803"/>
              <a:ext cx="64147" cy="136262"/>
              <a:chOff x="10926111" y="4092953"/>
              <a:chExt cx="99501" cy="72549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37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1" name="Ellipszis 250"/>
            <p:cNvSpPr/>
            <p:nvPr/>
          </p:nvSpPr>
          <p:spPr>
            <a:xfrm>
              <a:off x="4409440" y="249015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4" name="Ellipszis 253"/>
            <p:cNvSpPr/>
            <p:nvPr/>
          </p:nvSpPr>
          <p:spPr>
            <a:xfrm>
              <a:off x="4717415" y="20551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0" name="Ellipszis 259"/>
            <p:cNvSpPr/>
            <p:nvPr/>
          </p:nvSpPr>
          <p:spPr>
            <a:xfrm>
              <a:off x="6851015" y="23028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1" name="Ellipszis 260"/>
            <p:cNvSpPr/>
            <p:nvPr/>
          </p:nvSpPr>
          <p:spPr>
            <a:xfrm>
              <a:off x="4561840" y="264255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2" name="Ellipszis 261"/>
            <p:cNvSpPr/>
            <p:nvPr/>
          </p:nvSpPr>
          <p:spPr>
            <a:xfrm>
              <a:off x="7222490" y="2217101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F23E7DE0-3D07-B55E-632A-139EF0181828}"/>
              </a:ext>
            </a:extLst>
          </p:cNvPr>
          <p:cNvGrpSpPr/>
          <p:nvPr/>
        </p:nvGrpSpPr>
        <p:grpSpPr>
          <a:xfrm>
            <a:off x="3674516" y="2285154"/>
            <a:ext cx="3561181" cy="4789328"/>
            <a:chOff x="3812540" y="1353502"/>
            <a:chExt cx="3561181" cy="4789328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0685191">
              <a:off x="5744201" y="3849323"/>
              <a:ext cx="64174" cy="136261"/>
              <a:chOff x="10926111" y="4092956"/>
              <a:chExt cx="99543" cy="725490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280213" flipH="1">
              <a:off x="5656112" y="3835040"/>
              <a:ext cx="64147" cy="136262"/>
              <a:chOff x="10926111" y="4092953"/>
              <a:chExt cx="99501" cy="72549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4828540" y="325977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9" name="Ellipszis 208"/>
            <p:cNvSpPr/>
            <p:nvPr/>
          </p:nvSpPr>
          <p:spPr>
            <a:xfrm>
              <a:off x="5136515" y="273335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Ellipszis 211"/>
            <p:cNvSpPr/>
            <p:nvPr/>
          </p:nvSpPr>
          <p:spPr>
            <a:xfrm>
              <a:off x="6424295" y="288956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Ellipszis 215"/>
            <p:cNvSpPr/>
            <p:nvPr/>
          </p:nvSpPr>
          <p:spPr>
            <a:xfrm>
              <a:off x="4706620" y="289401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Ellipszis 222"/>
            <p:cNvSpPr/>
            <p:nvPr/>
          </p:nvSpPr>
          <p:spPr>
            <a:xfrm>
              <a:off x="6772910" y="2986721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Ellipszis 225"/>
            <p:cNvSpPr/>
            <p:nvPr/>
          </p:nvSpPr>
          <p:spPr>
            <a:xfrm>
              <a:off x="3812540" y="17884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Ellipszis 227"/>
            <p:cNvSpPr/>
            <p:nvPr/>
          </p:nvSpPr>
          <p:spPr>
            <a:xfrm>
              <a:off x="4120515" y="13535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1" name="Ellipszis 230"/>
            <p:cNvSpPr/>
            <p:nvPr/>
          </p:nvSpPr>
          <p:spPr>
            <a:xfrm>
              <a:off x="6838950" y="14646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7" name="Ellipszis 236"/>
            <p:cNvSpPr/>
            <p:nvPr/>
          </p:nvSpPr>
          <p:spPr>
            <a:xfrm>
              <a:off x="3964940" y="19408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2" name="Ellipszis 241"/>
            <p:cNvSpPr/>
            <p:nvPr/>
          </p:nvSpPr>
          <p:spPr>
            <a:xfrm>
              <a:off x="3947635" y="5943757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8" name="Ellipszis 247"/>
            <p:cNvSpPr/>
            <p:nvPr/>
          </p:nvSpPr>
          <p:spPr>
            <a:xfrm>
              <a:off x="6991350" y="16170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1" name="Ellipszis 250"/>
            <p:cNvSpPr/>
            <p:nvPr/>
          </p:nvSpPr>
          <p:spPr>
            <a:xfrm>
              <a:off x="4100035" y="6096157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76AD5552-73EC-B9A2-F4CE-853C397C6378}"/>
              </a:ext>
            </a:extLst>
          </p:cNvPr>
          <p:cNvGrpSpPr/>
          <p:nvPr/>
        </p:nvGrpSpPr>
        <p:grpSpPr>
          <a:xfrm>
            <a:off x="2236242" y="2285152"/>
            <a:ext cx="4999456" cy="5347970"/>
            <a:chOff x="2374265" y="1353502"/>
            <a:chExt cx="4999456" cy="53479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280213" flipH="1">
              <a:off x="5641771" y="3823998"/>
              <a:ext cx="57121" cy="175041"/>
              <a:chOff x="10937051" y="4092956"/>
              <a:chExt cx="88603" cy="931958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37051" y="4454969"/>
                <a:ext cx="69344" cy="569945"/>
                <a:chOff x="5411281" y="3172905"/>
                <a:chExt cx="69344" cy="569945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480213" flipH="1">
                  <a:off x="5423879" y="3172905"/>
                  <a:ext cx="56746" cy="11803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480213" flipV="1">
                  <a:off x="5437108" y="3306203"/>
                  <a:ext cx="32759" cy="43914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204969" y="3531344"/>
                  <a:ext cx="417818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16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09439">
              <a:off x="5691339" y="3849874"/>
              <a:ext cx="93595" cy="145191"/>
              <a:chOff x="10880476" y="4092956"/>
              <a:chExt cx="145178" cy="773031"/>
            </a:xfrm>
          </p:grpSpPr>
          <p:cxnSp>
            <p:nvCxnSpPr>
              <p:cNvPr id="223" name="Egyenes összekötő 22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80476" y="4454969"/>
                <a:ext cx="125919" cy="411018"/>
                <a:chOff x="5354706" y="3172905"/>
                <a:chExt cx="125919" cy="411018"/>
              </a:xfrm>
            </p:grpSpPr>
            <p:cxnSp>
              <p:nvCxnSpPr>
                <p:cNvPr id="228" name="Egyenes összekötő 22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480213" flipH="1">
                  <a:off x="5423879" y="3172905"/>
                  <a:ext cx="56746" cy="11803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1" name="Egyenes összekötő 230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480213" flipV="1">
                  <a:off x="5437108" y="3306203"/>
                  <a:ext cx="32759" cy="43914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7" name="Egyenes összekötő 23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480213" flipH="1">
                  <a:off x="5354706" y="3473589"/>
                  <a:ext cx="123554" cy="110334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1" name="Ellipszis 250"/>
            <p:cNvSpPr/>
            <p:nvPr/>
          </p:nvSpPr>
          <p:spPr>
            <a:xfrm>
              <a:off x="5463540" y="378364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4" name="Ellipszis 253"/>
            <p:cNvSpPr/>
            <p:nvPr/>
          </p:nvSpPr>
          <p:spPr>
            <a:xfrm>
              <a:off x="5539740" y="335248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7" name="Ellipszis 256"/>
            <p:cNvSpPr/>
            <p:nvPr/>
          </p:nvSpPr>
          <p:spPr>
            <a:xfrm>
              <a:off x="6075045" y="333724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8" name="Ellipszis 257"/>
            <p:cNvSpPr/>
            <p:nvPr/>
          </p:nvSpPr>
          <p:spPr>
            <a:xfrm>
              <a:off x="5662295" y="391636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9" name="Ellipszis 258"/>
            <p:cNvSpPr/>
            <p:nvPr/>
          </p:nvSpPr>
          <p:spPr>
            <a:xfrm>
              <a:off x="5912485" y="3726496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0" name="Ellipszis 259"/>
            <p:cNvSpPr/>
            <p:nvPr/>
          </p:nvSpPr>
          <p:spPr>
            <a:xfrm>
              <a:off x="4949190" y="24171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1" name="Ellipszis 260"/>
            <p:cNvSpPr/>
            <p:nvPr/>
          </p:nvSpPr>
          <p:spPr>
            <a:xfrm>
              <a:off x="4120515" y="13535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2" name="Ellipszis 261"/>
            <p:cNvSpPr/>
            <p:nvPr/>
          </p:nvSpPr>
          <p:spPr>
            <a:xfrm>
              <a:off x="6572250" y="233330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3" name="Ellipszis 262"/>
            <p:cNvSpPr/>
            <p:nvPr/>
          </p:nvSpPr>
          <p:spPr>
            <a:xfrm>
              <a:off x="4396740" y="25631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4" name="Ellipszis 263"/>
            <p:cNvSpPr/>
            <p:nvPr/>
          </p:nvSpPr>
          <p:spPr>
            <a:xfrm>
              <a:off x="4481035" y="5423057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5" name="Ellipszis 264"/>
            <p:cNvSpPr/>
            <p:nvPr/>
          </p:nvSpPr>
          <p:spPr>
            <a:xfrm>
              <a:off x="6511290" y="288956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6" name="Ellipszis 265"/>
            <p:cNvSpPr/>
            <p:nvPr/>
          </p:nvSpPr>
          <p:spPr>
            <a:xfrm>
              <a:off x="4823935" y="5353207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8" name="Ellipszis 267"/>
            <p:cNvSpPr/>
            <p:nvPr/>
          </p:nvSpPr>
          <p:spPr>
            <a:xfrm>
              <a:off x="5474652" y="650335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9" name="Ellipszis 268"/>
            <p:cNvSpPr/>
            <p:nvPr/>
          </p:nvSpPr>
          <p:spPr>
            <a:xfrm>
              <a:off x="5782627" y="60683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0" name="Ellipszis 269"/>
            <p:cNvSpPr/>
            <p:nvPr/>
          </p:nvSpPr>
          <p:spPr>
            <a:xfrm>
              <a:off x="5627052" y="665575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3" name="Ellipszis 272"/>
            <p:cNvSpPr/>
            <p:nvPr/>
          </p:nvSpPr>
          <p:spPr>
            <a:xfrm>
              <a:off x="3202940" y="486505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4" name="Ellipszis 273"/>
            <p:cNvSpPr/>
            <p:nvPr/>
          </p:nvSpPr>
          <p:spPr>
            <a:xfrm>
              <a:off x="2374265" y="38014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7" name="Ellipszis 276"/>
            <p:cNvSpPr/>
            <p:nvPr/>
          </p:nvSpPr>
          <p:spPr>
            <a:xfrm>
              <a:off x="2650490" y="50111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BAEE2549-7D16-50B4-1D03-4D8A8665C192}"/>
              </a:ext>
            </a:extLst>
          </p:cNvPr>
          <p:cNvGrpSpPr/>
          <p:nvPr/>
        </p:nvGrpSpPr>
        <p:grpSpPr>
          <a:xfrm>
            <a:off x="4285588" y="2660649"/>
            <a:ext cx="2950110" cy="3631247"/>
            <a:chOff x="4423611" y="1746250"/>
            <a:chExt cx="2950110" cy="3631247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43062" y="3831602"/>
              <a:ext cx="65059" cy="212363"/>
              <a:chOff x="10935292" y="4089496"/>
              <a:chExt cx="87569" cy="1104006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6878" y="4262365"/>
                <a:ext cx="378851" cy="33114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35292" y="4411624"/>
                <a:ext cx="57985" cy="781878"/>
                <a:chOff x="5409522" y="3129560"/>
                <a:chExt cx="57985" cy="781878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297823" y="3267563"/>
                  <a:ext cx="307688" cy="31681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3040" y="3480286"/>
                  <a:ext cx="101395" cy="11306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211891" y="3678573"/>
                  <a:ext cx="430496" cy="35234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31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755606">
              <a:off x="5721346" y="3872678"/>
              <a:ext cx="80008" cy="198453"/>
              <a:chOff x="10935424" y="4090528"/>
              <a:chExt cx="88353" cy="1102986"/>
            </a:xfrm>
          </p:grpSpPr>
          <p:cxnSp>
            <p:nvCxnSpPr>
              <p:cNvPr id="237" name="Egyenes összekötő 236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16" y="4262706"/>
                <a:ext cx="378440" cy="34083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2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35424" y="4411624"/>
                <a:ext cx="57853" cy="781890"/>
                <a:chOff x="5409654" y="3129560"/>
                <a:chExt cx="57853" cy="781890"/>
              </a:xfrm>
            </p:grpSpPr>
            <p:cxnSp>
              <p:nvCxnSpPr>
                <p:cNvPr id="248" name="Egyenes összekötő 24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297823" y="3267563"/>
                  <a:ext cx="307688" cy="31681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Egyenes összekötő 250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3104" y="3480285"/>
                  <a:ext cx="101395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4" name="Egyenes összekötő 253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212021" y="3678583"/>
                  <a:ext cx="430500" cy="35234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77" name="Ellipszis 276"/>
            <p:cNvSpPr/>
            <p:nvPr/>
          </p:nvSpPr>
          <p:spPr>
            <a:xfrm>
              <a:off x="5539740" y="3709670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8" name="Ellipszis 277"/>
            <p:cNvSpPr/>
            <p:nvPr/>
          </p:nvSpPr>
          <p:spPr>
            <a:xfrm>
              <a:off x="5913120" y="3675379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87" name="Ellipszis 286"/>
            <p:cNvSpPr/>
            <p:nvPr/>
          </p:nvSpPr>
          <p:spPr>
            <a:xfrm>
              <a:off x="5636895" y="3945731"/>
              <a:ext cx="106044" cy="106044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9" name="Ellipszis 298"/>
            <p:cNvSpPr/>
            <p:nvPr/>
          </p:nvSpPr>
          <p:spPr>
            <a:xfrm>
              <a:off x="5163503" y="30267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0" name="Ellipszis 299"/>
            <p:cNvSpPr/>
            <p:nvPr/>
          </p:nvSpPr>
          <p:spPr>
            <a:xfrm>
              <a:off x="6267450" y="2795269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1" name="Ellipszis 300"/>
            <p:cNvSpPr/>
            <p:nvPr/>
          </p:nvSpPr>
          <p:spPr>
            <a:xfrm>
              <a:off x="5115877" y="358711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2" name="Ellipszis 301"/>
            <p:cNvSpPr/>
            <p:nvPr/>
          </p:nvSpPr>
          <p:spPr>
            <a:xfrm>
              <a:off x="5312885" y="4140357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3" name="Ellipszis 302"/>
            <p:cNvSpPr/>
            <p:nvPr/>
          </p:nvSpPr>
          <p:spPr>
            <a:xfrm>
              <a:off x="6277928" y="346106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4" name="Ellipszis 303"/>
            <p:cNvSpPr/>
            <p:nvPr/>
          </p:nvSpPr>
          <p:spPr>
            <a:xfrm>
              <a:off x="5331935" y="4457857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5" name="Ellipszis 304"/>
            <p:cNvSpPr/>
            <p:nvPr/>
          </p:nvSpPr>
          <p:spPr>
            <a:xfrm>
              <a:off x="5709602" y="50873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6" name="Ellipszis 305"/>
            <p:cNvSpPr/>
            <p:nvPr/>
          </p:nvSpPr>
          <p:spPr>
            <a:xfrm>
              <a:off x="5896927" y="53317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7" name="Ellipszis 306"/>
            <p:cNvSpPr/>
            <p:nvPr/>
          </p:nvSpPr>
          <p:spPr>
            <a:xfrm>
              <a:off x="6096952" y="46555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" name="Ellipszis 273"/>
          <p:cNvSpPr/>
          <p:nvPr/>
        </p:nvSpPr>
        <p:spPr>
          <a:xfrm>
            <a:off x="2887027" y="121935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AC7805CD-3781-4C0C-16FE-DD72D9007B55}"/>
              </a:ext>
            </a:extLst>
          </p:cNvPr>
          <p:cNvGrpSpPr/>
          <p:nvPr/>
        </p:nvGrpSpPr>
        <p:grpSpPr>
          <a:xfrm>
            <a:off x="4146799" y="2658803"/>
            <a:ext cx="3088899" cy="3566270"/>
            <a:chOff x="4284822" y="1746250"/>
            <a:chExt cx="3088899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755606">
              <a:off x="5693525" y="3885995"/>
              <a:ext cx="87407" cy="211611"/>
              <a:chOff x="10927253" y="4090528"/>
              <a:chExt cx="96524" cy="1176116"/>
            </a:xfrm>
          </p:grpSpPr>
          <p:cxnSp>
            <p:nvCxnSpPr>
              <p:cNvPr id="237" name="Egyenes összekötő 236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16" y="4262706"/>
                <a:ext cx="378440" cy="34083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7253" y="4417554"/>
                <a:ext cx="66088" cy="849090"/>
                <a:chOff x="5401483" y="3135490"/>
                <a:chExt cx="66088" cy="849090"/>
              </a:xfrm>
            </p:grpSpPr>
            <p:cxnSp>
              <p:nvCxnSpPr>
                <p:cNvPr id="248" name="Egyenes összekötő 24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644394">
                  <a:off x="5216640" y="3334400"/>
                  <a:ext cx="449841" cy="52021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Egyenes összekötő 250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74054" y="3596676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4" name="Egyenes összekötő 253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644394">
                  <a:off x="5263022" y="3814904"/>
                  <a:ext cx="308137" cy="312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1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954018" flipH="1">
              <a:off x="5615800" y="3862974"/>
              <a:ext cx="88598" cy="197922"/>
              <a:chOff x="10925939" y="4090526"/>
              <a:chExt cx="97830" cy="110004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17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5939" y="4495860"/>
                <a:ext cx="85979" cy="694706"/>
                <a:chOff x="5400169" y="3213796"/>
                <a:chExt cx="85979" cy="694706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02905" y="3213796"/>
                  <a:ext cx="83243" cy="29154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82312" y="3629669"/>
                  <a:ext cx="101394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00169" y="3729131"/>
                  <a:ext cx="52777" cy="179371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9" name="Ellipszis 258"/>
            <p:cNvSpPr/>
            <p:nvPr/>
          </p:nvSpPr>
          <p:spPr>
            <a:xfrm>
              <a:off x="5580539" y="3981450"/>
              <a:ext cx="136206" cy="136206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0" name="Ellipszis 259"/>
            <p:cNvSpPr/>
            <p:nvPr/>
          </p:nvSpPr>
          <p:spPr>
            <a:xfrm>
              <a:off x="5220653" y="32553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1" name="Ellipszis 260"/>
            <p:cNvSpPr/>
            <p:nvPr/>
          </p:nvSpPr>
          <p:spPr>
            <a:xfrm>
              <a:off x="6267450" y="2795269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2" name="Ellipszis 261"/>
            <p:cNvSpPr/>
            <p:nvPr/>
          </p:nvSpPr>
          <p:spPr>
            <a:xfrm>
              <a:off x="4712652" y="3260089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4" name="Ellipszis 263"/>
            <p:cNvSpPr/>
            <p:nvPr/>
          </p:nvSpPr>
          <p:spPr>
            <a:xfrm>
              <a:off x="6379528" y="345789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5" name="Ellipszis 264"/>
            <p:cNvSpPr/>
            <p:nvPr/>
          </p:nvSpPr>
          <p:spPr>
            <a:xfrm>
              <a:off x="5084285" y="4746782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6" name="Ellipszis 265"/>
            <p:cNvSpPr/>
            <p:nvPr/>
          </p:nvSpPr>
          <p:spPr>
            <a:xfrm>
              <a:off x="5614352" y="46555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8" name="Ellipszis 267"/>
            <p:cNvSpPr/>
            <p:nvPr/>
          </p:nvSpPr>
          <p:spPr>
            <a:xfrm>
              <a:off x="5865177" y="51539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9" name="Ellipszis 268"/>
            <p:cNvSpPr/>
            <p:nvPr/>
          </p:nvSpPr>
          <p:spPr>
            <a:xfrm>
              <a:off x="6017577" y="439515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3" name="Ellipszis 272"/>
            <p:cNvSpPr/>
            <p:nvPr/>
          </p:nvSpPr>
          <p:spPr>
            <a:xfrm>
              <a:off x="4518184" y="26838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7" name="Ellipszis 276"/>
            <p:cNvSpPr/>
            <p:nvPr/>
          </p:nvSpPr>
          <p:spPr>
            <a:xfrm>
              <a:off x="4792028" y="256238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8" name="Ellipszis 277"/>
            <p:cNvSpPr/>
            <p:nvPr/>
          </p:nvSpPr>
          <p:spPr>
            <a:xfrm>
              <a:off x="4284822" y="2790983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287" name="Ellipszis 286"/>
          <p:cNvSpPr/>
          <p:nvPr/>
        </p:nvSpPr>
        <p:spPr>
          <a:xfrm>
            <a:off x="2665571" y="1036003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88" name="Ellipszis 287"/>
          <p:cNvSpPr/>
          <p:nvPr/>
        </p:nvSpPr>
        <p:spPr>
          <a:xfrm>
            <a:off x="2769552" y="168925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99" name="Ellipszis 298"/>
          <p:cNvSpPr/>
          <p:nvPr/>
        </p:nvSpPr>
        <p:spPr>
          <a:xfrm>
            <a:off x="2548096" y="1505903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2" name="Ellipszis 301"/>
          <p:cNvSpPr/>
          <p:nvPr/>
        </p:nvSpPr>
        <p:spPr>
          <a:xfrm>
            <a:off x="2906077" y="3329940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3" name="Ellipszis 302"/>
          <p:cNvSpPr/>
          <p:nvPr/>
        </p:nvSpPr>
        <p:spPr>
          <a:xfrm>
            <a:off x="2684621" y="314658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4" name="Ellipszis 303"/>
          <p:cNvSpPr/>
          <p:nvPr/>
        </p:nvSpPr>
        <p:spPr>
          <a:xfrm>
            <a:off x="2236152" y="360695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5" name="Ellipszis 304"/>
          <p:cNvSpPr/>
          <p:nvPr/>
        </p:nvSpPr>
        <p:spPr>
          <a:xfrm>
            <a:off x="2014696" y="3423603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6" name="Ellipszis 305"/>
          <p:cNvSpPr/>
          <p:nvPr/>
        </p:nvSpPr>
        <p:spPr>
          <a:xfrm>
            <a:off x="2013109" y="292512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7" name="Ellipszis 306"/>
          <p:cNvSpPr/>
          <p:nvPr/>
        </p:nvSpPr>
        <p:spPr>
          <a:xfrm>
            <a:off x="1791653" y="27417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8" name="Ellipszis 307"/>
          <p:cNvSpPr/>
          <p:nvPr/>
        </p:nvSpPr>
        <p:spPr>
          <a:xfrm>
            <a:off x="9317989" y="91852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9" name="Ellipszis 308"/>
          <p:cNvSpPr/>
          <p:nvPr/>
        </p:nvSpPr>
        <p:spPr>
          <a:xfrm>
            <a:off x="9096533" y="7351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14" name="Ellipszis 313"/>
          <p:cNvSpPr/>
          <p:nvPr/>
        </p:nvSpPr>
        <p:spPr>
          <a:xfrm>
            <a:off x="9200514" y="138842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15" name="Ellipszis 314"/>
          <p:cNvSpPr/>
          <p:nvPr/>
        </p:nvSpPr>
        <p:spPr>
          <a:xfrm>
            <a:off x="8979058" y="12050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16" name="Ellipszis 315"/>
          <p:cNvSpPr/>
          <p:nvPr/>
        </p:nvSpPr>
        <p:spPr>
          <a:xfrm>
            <a:off x="9337039" y="302910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17" name="Ellipszis 316"/>
          <p:cNvSpPr/>
          <p:nvPr/>
        </p:nvSpPr>
        <p:spPr>
          <a:xfrm>
            <a:off x="9115583" y="284575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18" name="Ellipszis 317"/>
          <p:cNvSpPr/>
          <p:nvPr/>
        </p:nvSpPr>
        <p:spPr>
          <a:xfrm>
            <a:off x="8667114" y="330612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19" name="Ellipszis 318"/>
          <p:cNvSpPr/>
          <p:nvPr/>
        </p:nvSpPr>
        <p:spPr>
          <a:xfrm>
            <a:off x="8445658" y="31227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0" name="Ellipszis 319"/>
          <p:cNvSpPr/>
          <p:nvPr/>
        </p:nvSpPr>
        <p:spPr>
          <a:xfrm>
            <a:off x="8444071" y="2624295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1" name="Ellipszis 320"/>
          <p:cNvSpPr/>
          <p:nvPr/>
        </p:nvSpPr>
        <p:spPr>
          <a:xfrm>
            <a:off x="8222615" y="244093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2" name="Ellipszis 321"/>
          <p:cNvSpPr/>
          <p:nvPr/>
        </p:nvSpPr>
        <p:spPr>
          <a:xfrm>
            <a:off x="9270364" y="548655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3" name="Ellipszis 322"/>
          <p:cNvSpPr/>
          <p:nvPr/>
        </p:nvSpPr>
        <p:spPr>
          <a:xfrm>
            <a:off x="9048908" y="530320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4" name="Ellipszis 323"/>
          <p:cNvSpPr/>
          <p:nvPr/>
        </p:nvSpPr>
        <p:spPr>
          <a:xfrm>
            <a:off x="8377396" y="5081745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8" name="Ellipszis 327"/>
          <p:cNvSpPr/>
          <p:nvPr/>
        </p:nvSpPr>
        <p:spPr>
          <a:xfrm>
            <a:off x="8155940" y="489838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9" name="Ellipszis 328"/>
          <p:cNvSpPr/>
          <p:nvPr/>
        </p:nvSpPr>
        <p:spPr>
          <a:xfrm>
            <a:off x="4661852" y="6304915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30" name="Ellipszis 329"/>
          <p:cNvSpPr/>
          <p:nvPr/>
        </p:nvSpPr>
        <p:spPr>
          <a:xfrm>
            <a:off x="4440396" y="612155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3" name="Ellipszis 352"/>
          <p:cNvSpPr/>
          <p:nvPr/>
        </p:nvSpPr>
        <p:spPr>
          <a:xfrm>
            <a:off x="3991927" y="658193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4" name="Ellipszis 353"/>
          <p:cNvSpPr/>
          <p:nvPr/>
        </p:nvSpPr>
        <p:spPr>
          <a:xfrm>
            <a:off x="3770471" y="639857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6" name="Ellipszis 355"/>
          <p:cNvSpPr/>
          <p:nvPr/>
        </p:nvSpPr>
        <p:spPr>
          <a:xfrm>
            <a:off x="3768884" y="590010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7" name="Ellipszis 356"/>
          <p:cNvSpPr/>
          <p:nvPr/>
        </p:nvSpPr>
        <p:spPr>
          <a:xfrm>
            <a:off x="3547428" y="5716746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" name="Ellipszis 244"/>
          <p:cNvSpPr/>
          <p:nvPr/>
        </p:nvSpPr>
        <p:spPr>
          <a:xfrm>
            <a:off x="3826827" y="208930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7" name="Ellipszis 256"/>
          <p:cNvSpPr/>
          <p:nvPr/>
        </p:nvSpPr>
        <p:spPr>
          <a:xfrm>
            <a:off x="3938746" y="477297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8" name="Ellipszis 257"/>
          <p:cNvSpPr/>
          <p:nvPr/>
        </p:nvSpPr>
        <p:spPr>
          <a:xfrm>
            <a:off x="4020502" y="3453765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9" name="Ellipszis 258"/>
          <p:cNvSpPr/>
          <p:nvPr/>
        </p:nvSpPr>
        <p:spPr>
          <a:xfrm>
            <a:off x="3522821" y="308943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0" name="Ellipszis 259"/>
          <p:cNvSpPr/>
          <p:nvPr/>
        </p:nvSpPr>
        <p:spPr>
          <a:xfrm>
            <a:off x="3703002" y="420703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1" name="Ellipszis 260"/>
          <p:cNvSpPr/>
          <p:nvPr/>
        </p:nvSpPr>
        <p:spPr>
          <a:xfrm>
            <a:off x="2719546" y="369982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4" name="Ellipszis 263"/>
          <p:cNvSpPr/>
          <p:nvPr/>
        </p:nvSpPr>
        <p:spPr>
          <a:xfrm>
            <a:off x="8032114" y="155670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5" name="Ellipszis 264"/>
          <p:cNvSpPr/>
          <p:nvPr/>
        </p:nvSpPr>
        <p:spPr>
          <a:xfrm>
            <a:off x="9096533" y="7351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6" name="Ellipszis 265"/>
          <p:cNvSpPr/>
          <p:nvPr/>
        </p:nvSpPr>
        <p:spPr>
          <a:xfrm>
            <a:off x="8514714" y="201707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8" name="Ellipszis 267"/>
          <p:cNvSpPr/>
          <p:nvPr/>
        </p:nvSpPr>
        <p:spPr>
          <a:xfrm>
            <a:off x="8979058" y="12050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9" name="Ellipszis 268"/>
          <p:cNvSpPr/>
          <p:nvPr/>
        </p:nvSpPr>
        <p:spPr>
          <a:xfrm>
            <a:off x="8394064" y="3972083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0" name="Ellipszis 269"/>
          <p:cNvSpPr/>
          <p:nvPr/>
        </p:nvSpPr>
        <p:spPr>
          <a:xfrm>
            <a:off x="7944008" y="286480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4" name="Ellipszis 273"/>
          <p:cNvSpPr/>
          <p:nvPr/>
        </p:nvSpPr>
        <p:spPr>
          <a:xfrm>
            <a:off x="8198008" y="32751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8" name="Ellipszis 277"/>
          <p:cNvSpPr/>
          <p:nvPr/>
        </p:nvSpPr>
        <p:spPr>
          <a:xfrm>
            <a:off x="8222615" y="244093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0" name="Ellipszis 299"/>
          <p:cNvSpPr/>
          <p:nvPr/>
        </p:nvSpPr>
        <p:spPr>
          <a:xfrm>
            <a:off x="8155940" y="489838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6934D0D4-0AA5-8E4D-7D5C-1495FDDEBE94}"/>
              </a:ext>
            </a:extLst>
          </p:cNvPr>
          <p:cNvGrpSpPr/>
          <p:nvPr/>
        </p:nvGrpSpPr>
        <p:grpSpPr>
          <a:xfrm>
            <a:off x="4282499" y="2634487"/>
            <a:ext cx="2950110" cy="4047014"/>
            <a:chOff x="4423611" y="1722596"/>
            <a:chExt cx="2950110" cy="4047014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193247" flipH="1">
              <a:off x="5613734" y="3873580"/>
              <a:ext cx="96779" cy="228647"/>
              <a:chOff x="10922541" y="4090526"/>
              <a:chExt cx="106864" cy="1270811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2541" y="4547075"/>
                <a:ext cx="106864" cy="814262"/>
                <a:chOff x="5396771" y="3265011"/>
                <a:chExt cx="106864" cy="814262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396771" y="3265011"/>
                  <a:ext cx="106864" cy="43732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1300" y="3783154"/>
                  <a:ext cx="101394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05114" y="3899901"/>
                  <a:ext cx="52777" cy="179372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34" name="Ellipszis 233"/>
            <p:cNvSpPr/>
            <p:nvPr/>
          </p:nvSpPr>
          <p:spPr>
            <a:xfrm>
              <a:off x="5499577" y="3948113"/>
              <a:ext cx="240980" cy="24098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8" name="Ellipszis 237"/>
            <p:cNvSpPr/>
            <p:nvPr/>
          </p:nvSpPr>
          <p:spPr>
            <a:xfrm>
              <a:off x="7068502" y="185753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9" name="Ellipszis 238"/>
            <p:cNvSpPr/>
            <p:nvPr/>
          </p:nvSpPr>
          <p:spPr>
            <a:xfrm>
              <a:off x="4608672" y="302910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2" name="Ellipszis 241"/>
            <p:cNvSpPr/>
            <p:nvPr/>
          </p:nvSpPr>
          <p:spPr>
            <a:xfrm>
              <a:off x="4503896" y="190277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2" name="Ellipszis 261"/>
            <p:cNvSpPr/>
            <p:nvPr/>
          </p:nvSpPr>
          <p:spPr>
            <a:xfrm>
              <a:off x="4708684" y="24298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3" name="Ellipszis 262"/>
            <p:cNvSpPr/>
            <p:nvPr/>
          </p:nvSpPr>
          <p:spPr>
            <a:xfrm>
              <a:off x="5239703" y="1722596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3" name="Ellipszis 272"/>
            <p:cNvSpPr/>
            <p:nvPr/>
          </p:nvSpPr>
          <p:spPr>
            <a:xfrm>
              <a:off x="6390639" y="31727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7" name="Ellipszis 276"/>
            <p:cNvSpPr/>
            <p:nvPr/>
          </p:nvSpPr>
          <p:spPr>
            <a:xfrm>
              <a:off x="7139146" y="3186270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87" name="Ellipszis 286"/>
            <p:cNvSpPr/>
            <p:nvPr/>
          </p:nvSpPr>
          <p:spPr>
            <a:xfrm>
              <a:off x="6955789" y="405780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88" name="Ellipszis 287"/>
            <p:cNvSpPr/>
            <p:nvPr/>
          </p:nvSpPr>
          <p:spPr>
            <a:xfrm>
              <a:off x="7058183" y="44650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9" name="Ellipszis 298"/>
            <p:cNvSpPr/>
            <p:nvPr/>
          </p:nvSpPr>
          <p:spPr>
            <a:xfrm>
              <a:off x="6862921" y="5196045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1" name="Ellipszis 300"/>
            <p:cNvSpPr/>
            <p:nvPr/>
          </p:nvSpPr>
          <p:spPr>
            <a:xfrm>
              <a:off x="5547677" y="5723890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2" name="Ellipszis 301"/>
            <p:cNvSpPr/>
            <p:nvPr/>
          </p:nvSpPr>
          <p:spPr>
            <a:xfrm>
              <a:off x="5202396" y="5302409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3" name="Ellipszis 302"/>
            <p:cNvSpPr/>
            <p:nvPr/>
          </p:nvSpPr>
          <p:spPr>
            <a:xfrm>
              <a:off x="6085046" y="561752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4" name="Ellipszis 303"/>
            <p:cNvSpPr/>
            <p:nvPr/>
          </p:nvSpPr>
          <p:spPr>
            <a:xfrm>
              <a:off x="4778534" y="52524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5" name="Ellipszis 304"/>
            <p:cNvSpPr/>
            <p:nvPr/>
          </p:nvSpPr>
          <p:spPr>
            <a:xfrm>
              <a:off x="5071428" y="4411821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12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414827" flipH="1">
              <a:off x="5670883" y="3909298"/>
              <a:ext cx="96779" cy="228647"/>
              <a:chOff x="10922541" y="4090526"/>
              <a:chExt cx="106864" cy="1270811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17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2541" y="4547075"/>
                <a:ext cx="106864" cy="814262"/>
                <a:chOff x="5396771" y="3265011"/>
                <a:chExt cx="106864" cy="814262"/>
              </a:xfrm>
            </p:grpSpPr>
            <p:cxnSp>
              <p:nvCxnSpPr>
                <p:cNvPr id="228" name="Egyenes összekötő 22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396771" y="3265011"/>
                  <a:ext cx="106864" cy="43732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1300" y="3783154"/>
                  <a:ext cx="101394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1" name="Egyenes összekötő 230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05114" y="3899901"/>
                  <a:ext cx="52777" cy="179372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Ellipszis 261"/>
          <p:cNvSpPr/>
          <p:nvPr/>
        </p:nvSpPr>
        <p:spPr>
          <a:xfrm>
            <a:off x="3826827" y="208930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3" name="Ellipszis 262"/>
          <p:cNvSpPr/>
          <p:nvPr/>
        </p:nvSpPr>
        <p:spPr>
          <a:xfrm>
            <a:off x="3938746" y="477297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4" name="Ellipszis 263"/>
          <p:cNvSpPr/>
          <p:nvPr/>
        </p:nvSpPr>
        <p:spPr>
          <a:xfrm>
            <a:off x="4020502" y="3453765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5" name="Ellipszis 264"/>
          <p:cNvSpPr/>
          <p:nvPr/>
        </p:nvSpPr>
        <p:spPr>
          <a:xfrm>
            <a:off x="3522821" y="308943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6" name="Ellipszis 265"/>
          <p:cNvSpPr/>
          <p:nvPr/>
        </p:nvSpPr>
        <p:spPr>
          <a:xfrm>
            <a:off x="3703002" y="420703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8" name="Ellipszis 267"/>
          <p:cNvSpPr/>
          <p:nvPr/>
        </p:nvSpPr>
        <p:spPr>
          <a:xfrm>
            <a:off x="2719546" y="369982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0" name="Ellipszis 269"/>
          <p:cNvSpPr/>
          <p:nvPr/>
        </p:nvSpPr>
        <p:spPr>
          <a:xfrm>
            <a:off x="8032114" y="155670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3" name="Ellipszis 272"/>
          <p:cNvSpPr/>
          <p:nvPr/>
        </p:nvSpPr>
        <p:spPr>
          <a:xfrm>
            <a:off x="9096533" y="7351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4" name="Ellipszis 273"/>
          <p:cNvSpPr/>
          <p:nvPr/>
        </p:nvSpPr>
        <p:spPr>
          <a:xfrm>
            <a:off x="8514714" y="201707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7" name="Ellipszis 276"/>
          <p:cNvSpPr/>
          <p:nvPr/>
        </p:nvSpPr>
        <p:spPr>
          <a:xfrm>
            <a:off x="8979058" y="12050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8" name="Ellipszis 277"/>
          <p:cNvSpPr/>
          <p:nvPr/>
        </p:nvSpPr>
        <p:spPr>
          <a:xfrm>
            <a:off x="8394064" y="3972083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87" name="Ellipszis 286"/>
          <p:cNvSpPr/>
          <p:nvPr/>
        </p:nvSpPr>
        <p:spPr>
          <a:xfrm>
            <a:off x="7944008" y="286480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88" name="Ellipszis 287"/>
          <p:cNvSpPr/>
          <p:nvPr/>
        </p:nvSpPr>
        <p:spPr>
          <a:xfrm>
            <a:off x="8198008" y="32751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0" name="Ellipszis 299"/>
          <p:cNvSpPr/>
          <p:nvPr/>
        </p:nvSpPr>
        <p:spPr>
          <a:xfrm>
            <a:off x="8222615" y="244093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4" name="Ellipszis 303"/>
          <p:cNvSpPr/>
          <p:nvPr/>
        </p:nvSpPr>
        <p:spPr>
          <a:xfrm>
            <a:off x="8155940" y="489838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E9C30A90-FABD-4E6A-5D5D-386DEB6287FA}"/>
              </a:ext>
            </a:extLst>
          </p:cNvPr>
          <p:cNvGrpSpPr/>
          <p:nvPr/>
        </p:nvGrpSpPr>
        <p:grpSpPr>
          <a:xfrm>
            <a:off x="4285592" y="2660651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01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459169" flipH="1">
              <a:off x="5602319" y="3831317"/>
              <a:ext cx="90285" cy="271037"/>
              <a:chOff x="10934298" y="4090526"/>
              <a:chExt cx="99693" cy="1506414"/>
            </a:xfrm>
          </p:grpSpPr>
          <p:cxnSp>
            <p:nvCxnSpPr>
              <p:cNvPr id="209" name="Egyenes összekötő 208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12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34298" y="4547290"/>
                <a:ext cx="99693" cy="1049650"/>
                <a:chOff x="5408528" y="3265226"/>
                <a:chExt cx="99693" cy="1049650"/>
              </a:xfrm>
            </p:grpSpPr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4259169" flipH="1" flipV="1">
                  <a:off x="5181823" y="3491931"/>
                  <a:ext cx="553104" cy="996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Egyenes összekötő 233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3971" y="3971116"/>
                  <a:ext cx="101394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7" name="Egyenes összekötő 23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12903" y="4103457"/>
                  <a:ext cx="52659" cy="21141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8" name="Ellipszis 257"/>
            <p:cNvSpPr/>
            <p:nvPr/>
          </p:nvSpPr>
          <p:spPr>
            <a:xfrm>
              <a:off x="5384007" y="3930174"/>
              <a:ext cx="295908" cy="295908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9" name="Ellipszis 258"/>
            <p:cNvSpPr/>
            <p:nvPr/>
          </p:nvSpPr>
          <p:spPr>
            <a:xfrm>
              <a:off x="7068502" y="185753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0" name="Ellipszis 259"/>
            <p:cNvSpPr/>
            <p:nvPr/>
          </p:nvSpPr>
          <p:spPr>
            <a:xfrm>
              <a:off x="4608672" y="302910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1" name="Ellipszis 260"/>
            <p:cNvSpPr/>
            <p:nvPr/>
          </p:nvSpPr>
          <p:spPr>
            <a:xfrm>
              <a:off x="4503896" y="190277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9" name="Ellipszis 268"/>
            <p:cNvSpPr/>
            <p:nvPr/>
          </p:nvSpPr>
          <p:spPr>
            <a:xfrm>
              <a:off x="4708684" y="24298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9" name="Ellipszis 298"/>
            <p:cNvSpPr/>
            <p:nvPr/>
          </p:nvSpPr>
          <p:spPr>
            <a:xfrm>
              <a:off x="7139146" y="3186270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1" name="Ellipszis 300"/>
            <p:cNvSpPr/>
            <p:nvPr/>
          </p:nvSpPr>
          <p:spPr>
            <a:xfrm>
              <a:off x="6955789" y="405780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2" name="Ellipszis 301"/>
            <p:cNvSpPr/>
            <p:nvPr/>
          </p:nvSpPr>
          <p:spPr>
            <a:xfrm>
              <a:off x="7058183" y="44650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3" name="Ellipszis 302"/>
            <p:cNvSpPr/>
            <p:nvPr/>
          </p:nvSpPr>
          <p:spPr>
            <a:xfrm>
              <a:off x="6862921" y="5196045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5" name="Ellipszis 304"/>
            <p:cNvSpPr/>
            <p:nvPr/>
          </p:nvSpPr>
          <p:spPr>
            <a:xfrm>
              <a:off x="4778534" y="52524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38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075487">
              <a:off x="5666760" y="3881555"/>
              <a:ext cx="89550" cy="251998"/>
              <a:chOff x="10936682" y="4090526"/>
              <a:chExt cx="98880" cy="1400589"/>
            </a:xfrm>
          </p:grpSpPr>
          <p:cxnSp>
            <p:nvCxnSpPr>
              <p:cNvPr id="239" name="Egyenes összekötő 238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2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36682" y="4544639"/>
                <a:ext cx="98880" cy="946476"/>
                <a:chOff x="5410912" y="3262575"/>
                <a:chExt cx="98880" cy="946476"/>
              </a:xfrm>
            </p:grpSpPr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3324513">
                  <a:off x="5193677" y="3483407"/>
                  <a:ext cx="536947" cy="9528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Egyenes összekötő 247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00522" y="3904889"/>
                  <a:ext cx="101394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Egyenes összekötő 250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10912" y="3997633"/>
                  <a:ext cx="52659" cy="21141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" name="Ellipszis 317"/>
          <p:cNvSpPr/>
          <p:nvPr/>
        </p:nvSpPr>
        <p:spPr>
          <a:xfrm>
            <a:off x="3837146" y="354742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0" name="Ellipszis 319"/>
          <p:cNvSpPr/>
          <p:nvPr/>
        </p:nvSpPr>
        <p:spPr>
          <a:xfrm>
            <a:off x="3542664" y="496030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3" name="Ellipszis 322"/>
          <p:cNvSpPr/>
          <p:nvPr/>
        </p:nvSpPr>
        <p:spPr>
          <a:xfrm>
            <a:off x="8159908" y="243062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4" name="Ellipszis 323"/>
          <p:cNvSpPr/>
          <p:nvPr/>
        </p:nvSpPr>
        <p:spPr>
          <a:xfrm>
            <a:off x="7270114" y="5902483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9" name="Ellipszis 328"/>
          <p:cNvSpPr/>
          <p:nvPr/>
        </p:nvSpPr>
        <p:spPr>
          <a:xfrm>
            <a:off x="4927758" y="58913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3" name="Ellipszis 352"/>
          <p:cNvSpPr/>
          <p:nvPr/>
        </p:nvSpPr>
        <p:spPr>
          <a:xfrm>
            <a:off x="3847465" y="211073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D8D92665-BDE3-A49F-2899-9F914C233C8A}"/>
              </a:ext>
            </a:extLst>
          </p:cNvPr>
          <p:cNvGrpSpPr/>
          <p:nvPr/>
        </p:nvGrpSpPr>
        <p:grpSpPr>
          <a:xfrm>
            <a:off x="4306545" y="2542377"/>
            <a:ext cx="3561657" cy="3632786"/>
            <a:chOff x="4401502" y="1679734"/>
            <a:chExt cx="3561657" cy="3632786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24708" y="4960420"/>
              <a:ext cx="301935" cy="707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20953" y="4994671"/>
              <a:ext cx="323347" cy="4098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1968" y="5145570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899986" y="5156653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440151" flipH="1">
              <a:off x="5581511" y="3804277"/>
              <a:ext cx="57758" cy="318564"/>
              <a:chOff x="10959993" y="4090526"/>
              <a:chExt cx="63776" cy="15654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59993" y="4503531"/>
                <a:ext cx="56561" cy="1152455"/>
                <a:chOff x="5434223" y="3221467"/>
                <a:chExt cx="56561" cy="1152455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075698" y="3579992"/>
                  <a:ext cx="773611" cy="56561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07088" y="405009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7707" y="41625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6719" y="364329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305" name="Ellipszis 304"/>
            <p:cNvSpPr/>
            <p:nvPr/>
          </p:nvSpPr>
          <p:spPr>
            <a:xfrm>
              <a:off x="5294789" y="3892550"/>
              <a:ext cx="314006" cy="314006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6" name="Ellipszis 305"/>
            <p:cNvSpPr/>
            <p:nvPr/>
          </p:nvSpPr>
          <p:spPr>
            <a:xfrm>
              <a:off x="4757102" y="167973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7" name="Ellipszis 306"/>
            <p:cNvSpPr/>
            <p:nvPr/>
          </p:nvSpPr>
          <p:spPr>
            <a:xfrm>
              <a:off x="5040472" y="363870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8" name="Ellipszis 307"/>
            <p:cNvSpPr/>
            <p:nvPr/>
          </p:nvSpPr>
          <p:spPr>
            <a:xfrm>
              <a:off x="5538946" y="225202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9" name="Ellipszis 308"/>
            <p:cNvSpPr/>
            <p:nvPr/>
          </p:nvSpPr>
          <p:spPr>
            <a:xfrm>
              <a:off x="4493577" y="3003709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4" name="Ellipszis 313"/>
            <p:cNvSpPr/>
            <p:nvPr/>
          </p:nvSpPr>
          <p:spPr>
            <a:xfrm>
              <a:off x="4802346" y="463327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5" name="Ellipszis 314"/>
            <p:cNvSpPr/>
            <p:nvPr/>
          </p:nvSpPr>
          <p:spPr>
            <a:xfrm>
              <a:off x="4401502" y="3714115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6" name="Ellipszis 315"/>
            <p:cNvSpPr/>
            <p:nvPr/>
          </p:nvSpPr>
          <p:spPr>
            <a:xfrm>
              <a:off x="4424521" y="392128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7" name="Ellipszis 316"/>
            <p:cNvSpPr/>
            <p:nvPr/>
          </p:nvSpPr>
          <p:spPr>
            <a:xfrm>
              <a:off x="4915852" y="437848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9" name="Ellipszis 318"/>
            <p:cNvSpPr/>
            <p:nvPr/>
          </p:nvSpPr>
          <p:spPr>
            <a:xfrm>
              <a:off x="5038884" y="28362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1" name="Ellipszis 320"/>
            <p:cNvSpPr/>
            <p:nvPr/>
          </p:nvSpPr>
          <p:spPr>
            <a:xfrm>
              <a:off x="7917439" y="3129456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2" name="Ellipszis 321"/>
            <p:cNvSpPr/>
            <p:nvPr/>
          </p:nvSpPr>
          <p:spPr>
            <a:xfrm>
              <a:off x="7073264" y="21821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8" name="Ellipszis 327"/>
            <p:cNvSpPr/>
            <p:nvPr/>
          </p:nvSpPr>
          <p:spPr>
            <a:xfrm>
              <a:off x="7658258" y="39570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0" name="Ellipszis 329"/>
            <p:cNvSpPr/>
            <p:nvPr/>
          </p:nvSpPr>
          <p:spPr>
            <a:xfrm>
              <a:off x="7139146" y="3186270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4" name="Ellipszis 353"/>
            <p:cNvSpPr/>
            <p:nvPr/>
          </p:nvSpPr>
          <p:spPr>
            <a:xfrm>
              <a:off x="6955789" y="405780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6" name="Ellipszis 355"/>
            <p:cNvSpPr/>
            <p:nvPr/>
          </p:nvSpPr>
          <p:spPr>
            <a:xfrm>
              <a:off x="6480333" y="447135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7" name="Ellipszis 356"/>
            <p:cNvSpPr/>
            <p:nvPr/>
          </p:nvSpPr>
          <p:spPr>
            <a:xfrm>
              <a:off x="5954871" y="4770595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0" name="Ellipszis 359"/>
            <p:cNvSpPr/>
            <p:nvPr/>
          </p:nvSpPr>
          <p:spPr>
            <a:xfrm>
              <a:off x="6504940" y="3012439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3" name="Ellipszis 362"/>
            <p:cNvSpPr/>
            <p:nvPr/>
          </p:nvSpPr>
          <p:spPr>
            <a:xfrm>
              <a:off x="5416391" y="4023360"/>
              <a:ext cx="68580" cy="68580"/>
            </a:xfrm>
            <a:prstGeom prst="ellipse">
              <a:avLst/>
            </a:pr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6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5060293" flipH="1">
              <a:off x="5556941" y="3854538"/>
              <a:ext cx="132536" cy="325500"/>
              <a:chOff x="10909490" y="4165853"/>
              <a:chExt cx="146346" cy="1599544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8041" y="4303063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3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09490" y="4619351"/>
                <a:ext cx="146346" cy="1146046"/>
                <a:chOff x="5383720" y="3337287"/>
                <a:chExt cx="146346" cy="1146046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383720" y="3337287"/>
                  <a:ext cx="146346" cy="63565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89402" y="4157847"/>
                  <a:ext cx="101394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09149" y="4271914"/>
                  <a:ext cx="52659" cy="21141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" name="Ellipszis 256"/>
          <p:cNvSpPr/>
          <p:nvPr/>
        </p:nvSpPr>
        <p:spPr>
          <a:xfrm>
            <a:off x="2902902" y="490870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2" name="Ellipszis 261"/>
          <p:cNvSpPr/>
          <p:nvPr/>
        </p:nvSpPr>
        <p:spPr>
          <a:xfrm>
            <a:off x="2719546" y="369982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3" name="Ellipszis 262"/>
          <p:cNvSpPr/>
          <p:nvPr/>
        </p:nvSpPr>
        <p:spPr>
          <a:xfrm>
            <a:off x="5804059" y="98202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4" name="Ellipszis 263"/>
          <p:cNvSpPr/>
          <p:nvPr/>
        </p:nvSpPr>
        <p:spPr>
          <a:xfrm>
            <a:off x="9527539" y="295687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5" name="Ellipszis 264"/>
          <p:cNvSpPr/>
          <p:nvPr/>
        </p:nvSpPr>
        <p:spPr>
          <a:xfrm>
            <a:off x="3105308" y="5850096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8" name="Ellipszis 267"/>
          <p:cNvSpPr/>
          <p:nvPr/>
        </p:nvSpPr>
        <p:spPr>
          <a:xfrm>
            <a:off x="2159158" y="271002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9" name="Ellipszis 268"/>
          <p:cNvSpPr/>
          <p:nvPr/>
        </p:nvSpPr>
        <p:spPr>
          <a:xfrm>
            <a:off x="9603739" y="943133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3" name="Ellipszis 272"/>
          <p:cNvSpPr/>
          <p:nvPr/>
        </p:nvSpPr>
        <p:spPr>
          <a:xfrm>
            <a:off x="5486558" y="616045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87" name="Ellipszis 286"/>
          <p:cNvSpPr/>
          <p:nvPr/>
        </p:nvSpPr>
        <p:spPr>
          <a:xfrm>
            <a:off x="1511458" y="2122646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99" name="Ellipszis 298"/>
          <p:cNvSpPr/>
          <p:nvPr/>
        </p:nvSpPr>
        <p:spPr>
          <a:xfrm>
            <a:off x="6508115" y="643191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3" name="Ellipszis 302"/>
          <p:cNvSpPr/>
          <p:nvPr/>
        </p:nvSpPr>
        <p:spPr>
          <a:xfrm>
            <a:off x="1821815" y="78358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3BD947B0-88DA-B62E-FB1C-D1F92CB3A58E}"/>
              </a:ext>
            </a:extLst>
          </p:cNvPr>
          <p:cNvGrpSpPr/>
          <p:nvPr/>
        </p:nvGrpSpPr>
        <p:grpSpPr>
          <a:xfrm>
            <a:off x="3442096" y="2619909"/>
            <a:ext cx="4180363" cy="3566270"/>
            <a:chOff x="3522821" y="1746250"/>
            <a:chExt cx="4180363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50900" y="4936608"/>
              <a:ext cx="251933" cy="469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17380" y="4998243"/>
              <a:ext cx="304302" cy="1479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4350" y="5097945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837884" y="5183040"/>
              <a:ext cx="77333" cy="75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962727" flipH="1">
              <a:off x="5617485" y="3807928"/>
              <a:ext cx="86186" cy="279310"/>
              <a:chOff x="10962001" y="4090526"/>
              <a:chExt cx="61768" cy="13725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62001" y="4457773"/>
                <a:ext cx="57917" cy="1005313"/>
                <a:chOff x="5436231" y="3175709"/>
                <a:chExt cx="57917" cy="1005313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135674" y="3484225"/>
                  <a:ext cx="666989" cy="499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11753" y="391022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6231" y="39696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  <a:stCxn id="80" idx="4"/>
            </p:cNvCxnSpPr>
            <p:nvPr/>
          </p:nvCxnSpPr>
          <p:spPr>
            <a:xfrm rot="16200000" flipH="1">
              <a:off x="5339627" y="4088570"/>
              <a:ext cx="826037" cy="28149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467678" y="3242114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352"/>
            <p:cNvGrpSpPr/>
            <p:nvPr/>
          </p:nvGrpSpPr>
          <p:grpSpPr>
            <a:xfrm>
              <a:off x="4909690" y="2409825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0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1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2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6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48" name="Ellipszis 247"/>
            <p:cNvSpPr/>
            <p:nvPr/>
          </p:nvSpPr>
          <p:spPr>
            <a:xfrm>
              <a:off x="7068502" y="185753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1" name="Ellipszis 250"/>
            <p:cNvSpPr/>
            <p:nvPr/>
          </p:nvSpPr>
          <p:spPr>
            <a:xfrm>
              <a:off x="3894297" y="2105183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4" name="Ellipszis 253"/>
            <p:cNvSpPr/>
            <p:nvPr/>
          </p:nvSpPr>
          <p:spPr>
            <a:xfrm>
              <a:off x="4503896" y="190277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8" name="Ellipszis 257"/>
            <p:cNvSpPr/>
            <p:nvPr/>
          </p:nvSpPr>
          <p:spPr>
            <a:xfrm>
              <a:off x="3938746" y="477297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9" name="Ellipszis 258"/>
            <p:cNvSpPr/>
            <p:nvPr/>
          </p:nvSpPr>
          <p:spPr>
            <a:xfrm>
              <a:off x="4020502" y="3453765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0" name="Ellipszis 259"/>
            <p:cNvSpPr/>
            <p:nvPr/>
          </p:nvSpPr>
          <p:spPr>
            <a:xfrm>
              <a:off x="3522821" y="308943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1" name="Ellipszis 260"/>
            <p:cNvSpPr/>
            <p:nvPr/>
          </p:nvSpPr>
          <p:spPr>
            <a:xfrm>
              <a:off x="3703002" y="420703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6" name="Ellipszis 265"/>
            <p:cNvSpPr/>
            <p:nvPr/>
          </p:nvSpPr>
          <p:spPr>
            <a:xfrm>
              <a:off x="7657464" y="46650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88" name="Ellipszis 287"/>
            <p:cNvSpPr/>
            <p:nvPr/>
          </p:nvSpPr>
          <p:spPr>
            <a:xfrm>
              <a:off x="7139146" y="3186270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0" name="Ellipszis 299"/>
            <p:cNvSpPr/>
            <p:nvPr/>
          </p:nvSpPr>
          <p:spPr>
            <a:xfrm>
              <a:off x="6955789" y="405780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1" name="Ellipszis 300"/>
            <p:cNvSpPr/>
            <p:nvPr/>
          </p:nvSpPr>
          <p:spPr>
            <a:xfrm>
              <a:off x="7058183" y="44650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2" name="Ellipszis 301"/>
            <p:cNvSpPr/>
            <p:nvPr/>
          </p:nvSpPr>
          <p:spPr>
            <a:xfrm>
              <a:off x="6862921" y="5196045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4" name="Ellipszis 303"/>
            <p:cNvSpPr/>
            <p:nvPr/>
          </p:nvSpPr>
          <p:spPr>
            <a:xfrm>
              <a:off x="4778534" y="52524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5" name="Ellipszis 304"/>
            <p:cNvSpPr/>
            <p:nvPr/>
          </p:nvSpPr>
          <p:spPr>
            <a:xfrm>
              <a:off x="5269389" y="3867150"/>
              <a:ext cx="364806" cy="364806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6" name="Ellipszis 305"/>
            <p:cNvSpPr/>
            <p:nvPr/>
          </p:nvSpPr>
          <p:spPr>
            <a:xfrm>
              <a:off x="5380831" y="3984625"/>
              <a:ext cx="139700" cy="139700"/>
            </a:xfrm>
            <a:prstGeom prst="ellipse">
              <a:avLst/>
            </a:pr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383637" flipH="1">
              <a:off x="5604813" y="3850657"/>
              <a:ext cx="63363" cy="309477"/>
              <a:chOff x="10941456" y="4165844"/>
              <a:chExt cx="69965" cy="1520802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7908" y="4303054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41456" y="4492128"/>
                <a:ext cx="57636" cy="1194518"/>
                <a:chOff x="5415686" y="3210064"/>
                <a:chExt cx="57636" cy="1194518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860293" flipH="1" flipV="1">
                  <a:off x="5104768" y="3533033"/>
                  <a:ext cx="691524" cy="45585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84900" y="3959882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860293" flipH="1" flipV="1">
                  <a:off x="5230283" y="4187653"/>
                  <a:ext cx="402332" cy="315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" name="Ellipszis 244"/>
          <p:cNvSpPr/>
          <p:nvPr/>
        </p:nvSpPr>
        <p:spPr>
          <a:xfrm>
            <a:off x="7020376" y="96719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4" name="Ellipszis 253"/>
          <p:cNvSpPr/>
          <p:nvPr/>
        </p:nvSpPr>
        <p:spPr>
          <a:xfrm>
            <a:off x="3826827" y="208930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7" name="Ellipszis 256"/>
          <p:cNvSpPr/>
          <p:nvPr/>
        </p:nvSpPr>
        <p:spPr>
          <a:xfrm>
            <a:off x="1412114" y="367810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9" name="Ellipszis 258"/>
          <p:cNvSpPr/>
          <p:nvPr/>
        </p:nvSpPr>
        <p:spPr>
          <a:xfrm>
            <a:off x="238200" y="62296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0" name="Ellipszis 259"/>
          <p:cNvSpPr/>
          <p:nvPr/>
        </p:nvSpPr>
        <p:spPr>
          <a:xfrm>
            <a:off x="3703002" y="420703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1" name="Ellipszis 260"/>
          <p:cNvSpPr/>
          <p:nvPr/>
        </p:nvSpPr>
        <p:spPr>
          <a:xfrm>
            <a:off x="2719546" y="369982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3" name="Ellipszis 262"/>
          <p:cNvSpPr/>
          <p:nvPr/>
        </p:nvSpPr>
        <p:spPr>
          <a:xfrm>
            <a:off x="3735755" y="41115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5" name="Ellipszis 264"/>
          <p:cNvSpPr/>
          <p:nvPr/>
        </p:nvSpPr>
        <p:spPr>
          <a:xfrm>
            <a:off x="9096533" y="7351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6" name="Ellipszis 265"/>
          <p:cNvSpPr/>
          <p:nvPr/>
        </p:nvSpPr>
        <p:spPr>
          <a:xfrm>
            <a:off x="2089851" y="5349825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8" name="Ellipszis 267"/>
          <p:cNvSpPr/>
          <p:nvPr/>
        </p:nvSpPr>
        <p:spPr>
          <a:xfrm>
            <a:off x="5393648" y="2906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9" name="Ellipszis 268"/>
          <p:cNvSpPr/>
          <p:nvPr/>
        </p:nvSpPr>
        <p:spPr>
          <a:xfrm>
            <a:off x="8394064" y="3972083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3" name="Ellipszis 272"/>
          <p:cNvSpPr/>
          <p:nvPr/>
        </p:nvSpPr>
        <p:spPr>
          <a:xfrm>
            <a:off x="7944008" y="286480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88" name="Ellipszis 287"/>
          <p:cNvSpPr/>
          <p:nvPr/>
        </p:nvSpPr>
        <p:spPr>
          <a:xfrm>
            <a:off x="8198008" y="32751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0" name="Ellipszis 299"/>
          <p:cNvSpPr/>
          <p:nvPr/>
        </p:nvSpPr>
        <p:spPr>
          <a:xfrm>
            <a:off x="8006047" y="137012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4" name="Ellipszis 303"/>
          <p:cNvSpPr/>
          <p:nvPr/>
        </p:nvSpPr>
        <p:spPr>
          <a:xfrm>
            <a:off x="8155940" y="489838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5" name="Ellipszis 304"/>
          <p:cNvSpPr/>
          <p:nvPr/>
        </p:nvSpPr>
        <p:spPr>
          <a:xfrm>
            <a:off x="5190364" y="614461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" name="Csoportba foglalás 401"/>
          <p:cNvGrpSpPr/>
          <p:nvPr/>
        </p:nvGrpSpPr>
        <p:grpSpPr>
          <a:xfrm flipH="1">
            <a:off x="4182522" y="2617518"/>
            <a:ext cx="2950110" cy="3566270"/>
            <a:chOff x="4423611" y="1746250"/>
            <a:chExt cx="2950110" cy="3566270"/>
          </a:xfrm>
          <a:solidFill>
            <a:schemeClr val="accent4">
              <a:lumMod val="60000"/>
              <a:lumOff val="40000"/>
              <a:alpha val="40000"/>
            </a:schemeClr>
          </a:solidFill>
        </p:grpSpPr>
        <p:sp>
          <p:nvSpPr>
            <p:cNvPr id="399" name="Ellipszis 398"/>
            <p:cNvSpPr/>
            <p:nvPr/>
          </p:nvSpPr>
          <p:spPr>
            <a:xfrm>
              <a:off x="5166360" y="2313623"/>
              <a:ext cx="1192530" cy="296576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0" name="Ellipszis 399"/>
            <p:cNvSpPr/>
            <p:nvPr/>
          </p:nvSpPr>
          <p:spPr>
            <a:xfrm>
              <a:off x="5586730" y="1827531"/>
              <a:ext cx="393700" cy="29718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7" name="Ellipszis 396"/>
            <p:cNvSpPr/>
            <p:nvPr/>
          </p:nvSpPr>
          <p:spPr>
            <a:xfrm rot="17438591">
              <a:off x="5237760" y="4161075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6" name="Ellipszis 395"/>
            <p:cNvSpPr/>
            <p:nvPr/>
          </p:nvSpPr>
          <p:spPr>
            <a:xfrm rot="18015131">
              <a:off x="5075836" y="3827700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5" name="Ellipszis 394"/>
            <p:cNvSpPr/>
            <p:nvPr/>
          </p:nvSpPr>
          <p:spPr>
            <a:xfrm rot="18936556">
              <a:off x="4980586" y="3956288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4" name="Ellipszis 393"/>
            <p:cNvSpPr/>
            <p:nvPr/>
          </p:nvSpPr>
          <p:spPr>
            <a:xfrm rot="19559640">
              <a:off x="4782391" y="3577247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3" name="Ellipszis 392"/>
            <p:cNvSpPr/>
            <p:nvPr/>
          </p:nvSpPr>
          <p:spPr>
            <a:xfrm rot="18173528">
              <a:off x="4868117" y="3401035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2" name="Ellipszis 391"/>
            <p:cNvSpPr/>
            <p:nvPr/>
          </p:nvSpPr>
          <p:spPr>
            <a:xfrm rot="18680492">
              <a:off x="4968130" y="3020036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1" name="Ellipszis 390"/>
            <p:cNvSpPr/>
            <p:nvPr/>
          </p:nvSpPr>
          <p:spPr>
            <a:xfrm rot="19812551">
              <a:off x="4815730" y="3101000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0" name="Ellipszis 389"/>
            <p:cNvSpPr/>
            <p:nvPr/>
          </p:nvSpPr>
          <p:spPr>
            <a:xfrm rot="459399">
              <a:off x="5071626" y="2828357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9" name="Ellipszis 388"/>
            <p:cNvSpPr/>
            <p:nvPr/>
          </p:nvSpPr>
          <p:spPr>
            <a:xfrm rot="459399">
              <a:off x="4919226" y="2675957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8" name="Ellipszis 387"/>
            <p:cNvSpPr/>
            <p:nvPr/>
          </p:nvSpPr>
          <p:spPr>
            <a:xfrm rot="20790213">
              <a:off x="5219264" y="2699769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7" name="Ellipszis 386"/>
            <p:cNvSpPr/>
            <p:nvPr/>
          </p:nvSpPr>
          <p:spPr>
            <a:xfrm rot="20790213">
              <a:off x="5095438" y="249498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6" name="Ellipszis 385"/>
            <p:cNvSpPr/>
            <p:nvPr/>
          </p:nvSpPr>
          <p:spPr>
            <a:xfrm rot="3577494">
              <a:off x="6540444" y="4227161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5" name="Ellipszis 384"/>
            <p:cNvSpPr/>
            <p:nvPr/>
          </p:nvSpPr>
          <p:spPr>
            <a:xfrm rot="3577494">
              <a:off x="6640457" y="4127149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4" name="Ellipszis 383"/>
            <p:cNvSpPr/>
            <p:nvPr/>
          </p:nvSpPr>
          <p:spPr>
            <a:xfrm rot="2901804">
              <a:off x="6159653" y="4363965"/>
              <a:ext cx="251957" cy="102559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2" name="Ellipszis 381"/>
            <p:cNvSpPr/>
            <p:nvPr/>
          </p:nvSpPr>
          <p:spPr>
            <a:xfrm rot="2612912">
              <a:off x="6462271" y="406184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1" name="Ellipszis 380"/>
            <p:cNvSpPr/>
            <p:nvPr/>
          </p:nvSpPr>
          <p:spPr>
            <a:xfrm rot="2147207">
              <a:off x="6476558" y="346177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0" name="Ellipszis 379"/>
            <p:cNvSpPr/>
            <p:nvPr/>
          </p:nvSpPr>
          <p:spPr>
            <a:xfrm rot="2147207">
              <a:off x="6695633" y="3433195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9" name="Ellipszis 378"/>
            <p:cNvSpPr/>
            <p:nvPr/>
          </p:nvSpPr>
          <p:spPr>
            <a:xfrm rot="3542268">
              <a:off x="6395599" y="287122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8" name="Ellipszis 377"/>
            <p:cNvSpPr/>
            <p:nvPr/>
          </p:nvSpPr>
          <p:spPr>
            <a:xfrm rot="1679753">
              <a:off x="6578875" y="3114348"/>
              <a:ext cx="259714" cy="10769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7" name="Ellipszis 376"/>
            <p:cNvSpPr/>
            <p:nvPr/>
          </p:nvSpPr>
          <p:spPr>
            <a:xfrm rot="20790213">
              <a:off x="6524188" y="2604519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6" name="Ellipszis 375"/>
            <p:cNvSpPr/>
            <p:nvPr/>
          </p:nvSpPr>
          <p:spPr>
            <a:xfrm rot="20790213">
              <a:off x="6443225" y="256165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3" name="Ellipszis 372"/>
            <p:cNvSpPr/>
            <p:nvPr/>
          </p:nvSpPr>
          <p:spPr>
            <a:xfrm rot="2197682">
              <a:off x="5470866" y="3277015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4" name="Ellipszis 373"/>
            <p:cNvSpPr/>
            <p:nvPr/>
          </p:nvSpPr>
          <p:spPr>
            <a:xfrm rot="2197682">
              <a:off x="4966042" y="2986502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5" name="Ellipszis 374"/>
            <p:cNvSpPr/>
            <p:nvPr/>
          </p:nvSpPr>
          <p:spPr>
            <a:xfrm rot="1773522">
              <a:off x="6124138" y="2518793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1" name="Ellipszis 370"/>
            <p:cNvSpPr/>
            <p:nvPr/>
          </p:nvSpPr>
          <p:spPr>
            <a:xfrm rot="4169971">
              <a:off x="5883908" y="4993576"/>
              <a:ext cx="187385" cy="34604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9" name="Ellipszis 368"/>
            <p:cNvSpPr/>
            <p:nvPr/>
          </p:nvSpPr>
          <p:spPr>
            <a:xfrm rot="18022506" flipH="1">
              <a:off x="5068831" y="4265260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0" name="Ellipszis 369"/>
            <p:cNvSpPr/>
            <p:nvPr/>
          </p:nvSpPr>
          <p:spPr>
            <a:xfrm rot="18022506" flipH="1">
              <a:off x="5187894" y="4370036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8" name="Ellipszis 367"/>
            <p:cNvSpPr/>
            <p:nvPr/>
          </p:nvSpPr>
          <p:spPr>
            <a:xfrm rot="18022506" flipH="1">
              <a:off x="4911669" y="4217636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7" name="Ellipszis 366"/>
            <p:cNvSpPr/>
            <p:nvPr/>
          </p:nvSpPr>
          <p:spPr>
            <a:xfrm rot="3577494">
              <a:off x="6640457" y="4146199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6" name="Ellipszis 365"/>
            <p:cNvSpPr/>
            <p:nvPr/>
          </p:nvSpPr>
          <p:spPr>
            <a:xfrm rot="2901804">
              <a:off x="6606012" y="3860991"/>
              <a:ext cx="231420" cy="102559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5" name="Ellipszis 364"/>
            <p:cNvSpPr/>
            <p:nvPr/>
          </p:nvSpPr>
          <p:spPr>
            <a:xfrm rot="2765525">
              <a:off x="6723996" y="3295294"/>
              <a:ext cx="164532" cy="113491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4" name="Ellipszis 363"/>
            <p:cNvSpPr/>
            <p:nvPr/>
          </p:nvSpPr>
          <p:spPr>
            <a:xfrm rot="2445801">
              <a:off x="6586103" y="291408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2" name="Ellipszis 361"/>
            <p:cNvSpPr/>
            <p:nvPr/>
          </p:nvSpPr>
          <p:spPr>
            <a:xfrm rot="500387">
              <a:off x="6343213" y="250450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1" name="Ellipszis 360"/>
            <p:cNvSpPr/>
            <p:nvPr/>
          </p:nvSpPr>
          <p:spPr>
            <a:xfrm rot="20488461">
              <a:off x="5810763" y="1822108"/>
              <a:ext cx="285317" cy="13347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9" name="Ellipszis 358"/>
            <p:cNvSpPr/>
            <p:nvPr/>
          </p:nvSpPr>
          <p:spPr>
            <a:xfrm rot="960565">
              <a:off x="5472626" y="1907834"/>
              <a:ext cx="285317" cy="13347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8" name="Ellipszis 357"/>
            <p:cNvSpPr/>
            <p:nvPr/>
          </p:nvSpPr>
          <p:spPr>
            <a:xfrm>
              <a:off x="5189220" y="2328862"/>
              <a:ext cx="1192530" cy="296576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5" name="Ellipszis 354"/>
            <p:cNvSpPr/>
            <p:nvPr/>
          </p:nvSpPr>
          <p:spPr>
            <a:xfrm>
              <a:off x="5594350" y="1789430"/>
              <a:ext cx="393700" cy="29718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8" name="Ellipszis 397"/>
            <p:cNvSpPr/>
            <p:nvPr/>
          </p:nvSpPr>
          <p:spPr>
            <a:xfrm rot="2197682">
              <a:off x="5140032" y="3117312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71" name="Egyenes összekötő 70">
            <a:extLst>
              <a:ext uri="{FF2B5EF4-FFF2-40B4-BE49-F238E27FC236}">
                <a16:creationId xmlns:a16="http://schemas.microsoft.com/office/drawing/2014/main" id="{21E1589A-4C45-426A-8782-2386E9474D3D}"/>
              </a:ext>
            </a:extLst>
          </p:cNvPr>
          <p:cNvCxnSpPr>
            <a:cxnSpLocks/>
          </p:cNvCxnSpPr>
          <p:nvPr/>
        </p:nvCxnSpPr>
        <p:spPr>
          <a:xfrm rot="5400000">
            <a:off x="5479809" y="5499377"/>
            <a:ext cx="347568" cy="87902"/>
          </a:xfrm>
          <a:prstGeom prst="line">
            <a:avLst/>
          </a:prstGeom>
          <a:ln w="76200">
            <a:solidFill>
              <a:schemeClr val="accent2">
                <a:lumMod val="75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2" name="Egyenes összekötő 71">
            <a:extLst>
              <a:ext uri="{FF2B5EF4-FFF2-40B4-BE49-F238E27FC236}">
                <a16:creationId xmlns:a16="http://schemas.microsoft.com/office/drawing/2014/main" id="{CCA17437-17FE-4135-8A7D-531B173B2FF2}"/>
              </a:ext>
            </a:extLst>
          </p:cNvPr>
          <p:cNvCxnSpPr>
            <a:cxnSpLocks/>
          </p:cNvCxnSpPr>
          <p:nvPr/>
        </p:nvCxnSpPr>
        <p:spPr>
          <a:xfrm rot="5400000">
            <a:off x="5481261" y="5807876"/>
            <a:ext cx="251933" cy="4694"/>
          </a:xfrm>
          <a:prstGeom prst="line">
            <a:avLst/>
          </a:prstGeom>
          <a:ln w="76200">
            <a:solidFill>
              <a:schemeClr val="accent2">
                <a:lumMod val="75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3" name="Egyenes összekötő 72">
            <a:extLst>
              <a:ext uri="{FF2B5EF4-FFF2-40B4-BE49-F238E27FC236}">
                <a16:creationId xmlns:a16="http://schemas.microsoft.com/office/drawing/2014/main" id="{7EABF34E-ED8D-4877-B58C-E0413F8A7B34}"/>
              </a:ext>
            </a:extLst>
          </p:cNvPr>
          <p:cNvCxnSpPr>
            <a:cxnSpLocks/>
          </p:cNvCxnSpPr>
          <p:nvPr/>
        </p:nvCxnSpPr>
        <p:spPr>
          <a:xfrm rot="16200000" flipH="1">
            <a:off x="5562934" y="5520384"/>
            <a:ext cx="369319" cy="10033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4" name="Egyenes összekötő 73">
            <a:extLst>
              <a:ext uri="{FF2B5EF4-FFF2-40B4-BE49-F238E27FC236}">
                <a16:creationId xmlns:a16="http://schemas.microsoft.com/office/drawing/2014/main" id="{C1EE5CFB-110F-4F86-9091-3593B53F5D8E}"/>
              </a:ext>
            </a:extLst>
          </p:cNvPr>
          <p:cNvCxnSpPr>
            <a:cxnSpLocks/>
          </p:cNvCxnSpPr>
          <p:nvPr/>
        </p:nvCxnSpPr>
        <p:spPr>
          <a:xfrm rot="16200000" flipH="1">
            <a:off x="5647741" y="5869511"/>
            <a:ext cx="304302" cy="14793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5" name="Egyenes összekötő 74">
            <a:extLst>
              <a:ext uri="{FF2B5EF4-FFF2-40B4-BE49-F238E27FC236}">
                <a16:creationId xmlns:a16="http://schemas.microsoft.com/office/drawing/2014/main" id="{10AE773F-55A6-4494-90F0-E7CC851F6BEC}"/>
              </a:ext>
            </a:extLst>
          </p:cNvPr>
          <p:cNvCxnSpPr>
            <a:cxnSpLocks/>
          </p:cNvCxnSpPr>
          <p:nvPr/>
        </p:nvCxnSpPr>
        <p:spPr>
          <a:xfrm>
            <a:off x="5564711" y="5969213"/>
            <a:ext cx="78147" cy="0"/>
          </a:xfrm>
          <a:prstGeom prst="line">
            <a:avLst/>
          </a:prstGeom>
          <a:ln w="76200">
            <a:solidFill>
              <a:srgbClr val="00153E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6" name="Egyenes összekötő 75">
            <a:extLst>
              <a:ext uri="{FF2B5EF4-FFF2-40B4-BE49-F238E27FC236}">
                <a16:creationId xmlns:a16="http://schemas.microsoft.com/office/drawing/2014/main" id="{81B2B4CD-4755-4A04-998D-BB7C9B9432D8}"/>
              </a:ext>
            </a:extLst>
          </p:cNvPr>
          <p:cNvCxnSpPr>
            <a:cxnSpLocks/>
          </p:cNvCxnSpPr>
          <p:nvPr/>
        </p:nvCxnSpPr>
        <p:spPr>
          <a:xfrm rot="16200000" flipV="1">
            <a:off x="5768245" y="6054308"/>
            <a:ext cx="77333" cy="75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139">
            <a:extLst>
              <a:ext uri="{FF2B5EF4-FFF2-40B4-BE49-F238E27FC236}">
                <a16:creationId xmlns:a16="http://schemas.microsoft.com/office/drawing/2014/main" id="{6EB88FBB-929F-4B4D-9B2A-C9712C0B5C84}"/>
              </a:ext>
            </a:extLst>
          </p:cNvPr>
          <p:cNvGrpSpPr/>
          <p:nvPr/>
        </p:nvGrpSpPr>
        <p:grpSpPr>
          <a:xfrm rot="3962727" flipH="1">
            <a:off x="5535939" y="4693482"/>
            <a:ext cx="86186" cy="279310"/>
            <a:chOff x="10962001" y="4090526"/>
            <a:chExt cx="61768" cy="1372560"/>
          </a:xfrm>
        </p:grpSpPr>
        <p:cxnSp>
          <p:nvCxnSpPr>
            <p:cNvPr id="216" name="Egyenes összekötő 215">
              <a:extLst>
                <a:ext uri="{FF2B5EF4-FFF2-40B4-BE49-F238E27FC236}">
                  <a16:creationId xmlns:a16="http://schemas.microsoft.com/office/drawing/2014/main" id="{1F33EDE7-13B4-4621-B85C-BBEDB6037102}"/>
                </a:ext>
              </a:extLst>
            </p:cNvPr>
            <p:cNvCxnSpPr>
              <a:cxnSpLocks/>
            </p:cNvCxnSpPr>
            <p:nvPr/>
          </p:nvCxnSpPr>
          <p:spPr>
            <a:xfrm rot="18394918" flipH="1">
              <a:off x="10817508" y="4262704"/>
              <a:ext cx="378439" cy="34083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4" name="Csoportba foglalás 107">
              <a:extLst>
                <a:ext uri="{FF2B5EF4-FFF2-40B4-BE49-F238E27FC236}">
                  <a16:creationId xmlns:a16="http://schemas.microsoft.com/office/drawing/2014/main" id="{4D20A68F-4B6C-4414-A348-C48116DFD9B6}"/>
                </a:ext>
              </a:extLst>
            </p:cNvPr>
            <p:cNvGrpSpPr/>
            <p:nvPr/>
          </p:nvGrpSpPr>
          <p:grpSpPr>
            <a:xfrm>
              <a:off x="10962001" y="4457773"/>
              <a:ext cx="57917" cy="1005313"/>
              <a:chOff x="5436231" y="3175709"/>
              <a:chExt cx="57917" cy="1005313"/>
            </a:xfrm>
          </p:grpSpPr>
          <p:cxnSp>
            <p:nvCxnSpPr>
              <p:cNvPr id="223" name="Egyenes összekötő 222">
                <a:extLst>
                  <a:ext uri="{FF2B5EF4-FFF2-40B4-BE49-F238E27FC236}">
                    <a16:creationId xmlns:a16="http://schemas.microsoft.com/office/drawing/2014/main" id="{5728C0A8-CF5B-4E1F-ABA8-1FC10127C6BE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5135674" y="3484225"/>
                <a:ext cx="666989" cy="49958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26" name="Egyenes összekötő 225">
                <a:extLst>
                  <a:ext uri="{FF2B5EF4-FFF2-40B4-BE49-F238E27FC236}">
                    <a16:creationId xmlns:a16="http://schemas.microsoft.com/office/drawing/2014/main" id="{47735CD3-81A9-41D3-9F84-CFEACDD5D310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V="1">
                <a:off x="5411753" y="3910227"/>
                <a:ext cx="101393" cy="11307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27" name="Egyenes összekötő 226">
                <a:extLst>
                  <a:ext uri="{FF2B5EF4-FFF2-40B4-BE49-F238E27FC236}">
                    <a16:creationId xmlns:a16="http://schemas.microsoft.com/office/drawing/2014/main" id="{2172A2B5-EAF0-4E4E-8872-78BD1538A336}"/>
                  </a:ext>
                </a:extLst>
              </p:cNvPr>
              <p:cNvCxnSpPr>
                <a:cxnSpLocks/>
              </p:cNvCxnSpPr>
              <p:nvPr/>
            </p:nvCxnSpPr>
            <p:spPr>
              <a:xfrm rot="19154018" flipH="1">
                <a:off x="5436231" y="3969602"/>
                <a:ext cx="52659" cy="211420"/>
              </a:xfrm>
              <a:prstGeom prst="line">
                <a:avLst/>
              </a:prstGeom>
              <a:ln w="76200">
                <a:solidFill>
                  <a:srgbClr val="F4AF8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70" name="Egyenes összekötő 69">
            <a:extLst>
              <a:ext uri="{FF2B5EF4-FFF2-40B4-BE49-F238E27FC236}">
                <a16:creationId xmlns:a16="http://schemas.microsoft.com/office/drawing/2014/main" id="{75DBB7EB-4CDD-4337-8CC1-B1B5059E8000}"/>
              </a:ext>
            </a:extLst>
          </p:cNvPr>
          <p:cNvCxnSpPr>
            <a:cxnSpLocks/>
          </p:cNvCxnSpPr>
          <p:nvPr/>
        </p:nvCxnSpPr>
        <p:spPr>
          <a:xfrm rot="16200000" flipH="1">
            <a:off x="5254095" y="4943946"/>
            <a:ext cx="824726" cy="612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7" name="Egyenes összekötő 76">
            <a:extLst>
              <a:ext uri="{FF2B5EF4-FFF2-40B4-BE49-F238E27FC236}">
                <a16:creationId xmlns:a16="http://schemas.microsoft.com/office/drawing/2014/main" id="{90E45E59-D190-406C-AE5B-538296B65A35}"/>
              </a:ext>
            </a:extLst>
          </p:cNvPr>
          <p:cNvCxnSpPr>
            <a:cxnSpLocks/>
          </p:cNvCxnSpPr>
          <p:nvPr/>
        </p:nvCxnSpPr>
        <p:spPr>
          <a:xfrm flipV="1">
            <a:off x="5660519" y="5370200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8" name="Egyenes összekötő 77">
            <a:extLst>
              <a:ext uri="{FF2B5EF4-FFF2-40B4-BE49-F238E27FC236}">
                <a16:creationId xmlns:a16="http://schemas.microsoft.com/office/drawing/2014/main" id="{A7E24C51-B347-4CB3-8E31-A63327CC4FF4}"/>
              </a:ext>
            </a:extLst>
          </p:cNvPr>
          <p:cNvCxnSpPr>
            <a:cxnSpLocks/>
          </p:cNvCxnSpPr>
          <p:nvPr/>
        </p:nvCxnSpPr>
        <p:spPr>
          <a:xfrm flipH="1">
            <a:off x="5616319" y="5365442"/>
            <a:ext cx="101350" cy="8237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9" name="Egyenes összekötő 78">
            <a:extLst>
              <a:ext uri="{FF2B5EF4-FFF2-40B4-BE49-F238E27FC236}">
                <a16:creationId xmlns:a16="http://schemas.microsoft.com/office/drawing/2014/main" id="{78EA95D6-572A-436F-8106-BBE2C7F94ABE}"/>
              </a:ext>
            </a:extLst>
          </p:cNvPr>
          <p:cNvCxnSpPr>
            <a:cxnSpLocks/>
          </p:cNvCxnSpPr>
          <p:nvPr/>
        </p:nvCxnSpPr>
        <p:spPr>
          <a:xfrm>
            <a:off x="5711202" y="5370200"/>
            <a:ext cx="181367" cy="8238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sp>
        <p:nvSpPr>
          <p:cNvPr id="80" name="Ellipszis 79">
            <a:extLst>
              <a:ext uri="{FF2B5EF4-FFF2-40B4-BE49-F238E27FC236}">
                <a16:creationId xmlns:a16="http://schemas.microsoft.com/office/drawing/2014/main" id="{D2385819-FD57-45BC-8C43-7C867923C060}"/>
              </a:ext>
            </a:extLst>
          </p:cNvPr>
          <p:cNvSpPr/>
          <p:nvPr/>
        </p:nvSpPr>
        <p:spPr>
          <a:xfrm rot="21029991">
            <a:off x="5359938" y="4127667"/>
            <a:ext cx="467414" cy="450603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352"/>
          <p:cNvGrpSpPr/>
          <p:nvPr/>
        </p:nvGrpSpPr>
        <p:grpSpPr>
          <a:xfrm>
            <a:off x="4811476" y="3295381"/>
            <a:ext cx="1466744" cy="1443260"/>
            <a:chOff x="2787044" y="1332487"/>
            <a:chExt cx="1466744" cy="1443260"/>
          </a:xfrm>
        </p:grpSpPr>
        <p:sp>
          <p:nvSpPr>
            <p:cNvPr id="352" name="Ellipszis 351"/>
            <p:cNvSpPr/>
            <p:nvPr/>
          </p:nvSpPr>
          <p:spPr>
            <a:xfrm rot="17461877" flipV="1">
              <a:off x="3773377" y="2420973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1" name="Ellipszis 350"/>
            <p:cNvSpPr/>
            <p:nvPr/>
          </p:nvSpPr>
          <p:spPr>
            <a:xfrm rot="19260662" flipV="1">
              <a:off x="3729699" y="2466457"/>
              <a:ext cx="130085" cy="6054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0" name="Ellipszis 349"/>
            <p:cNvSpPr/>
            <p:nvPr/>
          </p:nvSpPr>
          <p:spPr>
            <a:xfrm rot="20701905" flipV="1">
              <a:off x="3727732" y="2489344"/>
              <a:ext cx="102370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9" name="Ellipszis 348"/>
            <p:cNvSpPr/>
            <p:nvPr/>
          </p:nvSpPr>
          <p:spPr>
            <a:xfrm rot="20701905" flipV="1">
              <a:off x="3785283" y="2459072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7" name="Ellipszis 346"/>
            <p:cNvSpPr/>
            <p:nvPr/>
          </p:nvSpPr>
          <p:spPr>
            <a:xfrm rot="1557053">
              <a:off x="3845769" y="2170755"/>
              <a:ext cx="78641" cy="29602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6" name="Ellipszis 345"/>
            <p:cNvSpPr/>
            <p:nvPr/>
          </p:nvSpPr>
          <p:spPr>
            <a:xfrm rot="20588735">
              <a:off x="3782985" y="2254403"/>
              <a:ext cx="45719" cy="157873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5" name="Ellipszis 344"/>
            <p:cNvSpPr/>
            <p:nvPr/>
          </p:nvSpPr>
          <p:spPr>
            <a:xfrm rot="19475410">
              <a:off x="3717081" y="2083144"/>
              <a:ext cx="72506" cy="294032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4" name="Ellipszis 343"/>
            <p:cNvSpPr/>
            <p:nvPr/>
          </p:nvSpPr>
          <p:spPr>
            <a:xfrm rot="1557053">
              <a:off x="3805553" y="2053369"/>
              <a:ext cx="72506" cy="270593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3" name="Ellipszis 342"/>
            <p:cNvSpPr/>
            <p:nvPr/>
          </p:nvSpPr>
          <p:spPr>
            <a:xfrm rot="1557053">
              <a:off x="3798044" y="2006945"/>
              <a:ext cx="72506" cy="294032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2" name="Ellipszis 341"/>
            <p:cNvSpPr/>
            <p:nvPr/>
          </p:nvSpPr>
          <p:spPr>
            <a:xfrm rot="18358001">
              <a:off x="3342656" y="1895267"/>
              <a:ext cx="86936" cy="20947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1" name="Ellipszis 340"/>
            <p:cNvSpPr/>
            <p:nvPr/>
          </p:nvSpPr>
          <p:spPr>
            <a:xfrm rot="19740016">
              <a:off x="3328367" y="1930986"/>
              <a:ext cx="86936" cy="20947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0" name="Ellipszis 339"/>
            <p:cNvSpPr/>
            <p:nvPr/>
          </p:nvSpPr>
          <p:spPr>
            <a:xfrm rot="18226193">
              <a:off x="3269164" y="1892887"/>
              <a:ext cx="54104" cy="140936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9" name="Ellipszis 338"/>
            <p:cNvSpPr/>
            <p:nvPr/>
          </p:nvSpPr>
          <p:spPr>
            <a:xfrm rot="16983355">
              <a:off x="3318885" y="2429111"/>
              <a:ext cx="45719" cy="127958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8" name="Ellipszis 337"/>
            <p:cNvSpPr/>
            <p:nvPr/>
          </p:nvSpPr>
          <p:spPr>
            <a:xfrm rot="19280624">
              <a:off x="3272018" y="2325814"/>
              <a:ext cx="53553" cy="17946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7" name="Ellipszis 336"/>
            <p:cNvSpPr/>
            <p:nvPr/>
          </p:nvSpPr>
          <p:spPr>
            <a:xfrm rot="18267339">
              <a:off x="3359120" y="1999113"/>
              <a:ext cx="62830" cy="31059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6" name="Ellipszis 335"/>
            <p:cNvSpPr/>
            <p:nvPr/>
          </p:nvSpPr>
          <p:spPr>
            <a:xfrm rot="20229635">
              <a:off x="3276057" y="2024774"/>
              <a:ext cx="62830" cy="34593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5" name="Ellipszis 334"/>
            <p:cNvSpPr/>
            <p:nvPr/>
          </p:nvSpPr>
          <p:spPr>
            <a:xfrm rot="20229635">
              <a:off x="3185569" y="2000961"/>
              <a:ext cx="62830" cy="34593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4" name="Ellipszis 333"/>
            <p:cNvSpPr/>
            <p:nvPr/>
          </p:nvSpPr>
          <p:spPr>
            <a:xfrm rot="20781721">
              <a:off x="3329143" y="2110792"/>
              <a:ext cx="58402" cy="346635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3" name="Ellipszis 332"/>
            <p:cNvSpPr/>
            <p:nvPr/>
          </p:nvSpPr>
          <p:spPr>
            <a:xfrm rot="20236544">
              <a:off x="3274489" y="2081252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2" name="Ellipszis 331"/>
            <p:cNvSpPr/>
            <p:nvPr/>
          </p:nvSpPr>
          <p:spPr>
            <a:xfrm rot="20554922">
              <a:off x="3629179" y="1972764"/>
              <a:ext cx="72226" cy="3598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1" name="Ellipszis 330"/>
            <p:cNvSpPr/>
            <p:nvPr/>
          </p:nvSpPr>
          <p:spPr>
            <a:xfrm rot="307296">
              <a:off x="3707087" y="2069844"/>
              <a:ext cx="45719" cy="389928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7" name="Ellipszis 326"/>
            <p:cNvSpPr/>
            <p:nvPr/>
          </p:nvSpPr>
          <p:spPr>
            <a:xfrm rot="1131027">
              <a:off x="3531169" y="1895676"/>
              <a:ext cx="310009" cy="34488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6" name="Ellipszis 325"/>
            <p:cNvSpPr/>
            <p:nvPr/>
          </p:nvSpPr>
          <p:spPr>
            <a:xfrm rot="1131027">
              <a:off x="3388832" y="1858662"/>
              <a:ext cx="197318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5" name="Ellipszis 324"/>
            <p:cNvSpPr/>
            <p:nvPr/>
          </p:nvSpPr>
          <p:spPr>
            <a:xfrm rot="307296">
              <a:off x="3360855" y="1912104"/>
              <a:ext cx="58402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3" name="Ellipszis 312"/>
            <p:cNvSpPr/>
            <p:nvPr/>
          </p:nvSpPr>
          <p:spPr>
            <a:xfrm rot="2090414">
              <a:off x="3576242" y="1995732"/>
              <a:ext cx="45719" cy="24453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2" name="Ellipszis 311"/>
            <p:cNvSpPr/>
            <p:nvPr/>
          </p:nvSpPr>
          <p:spPr>
            <a:xfrm rot="4163951">
              <a:off x="3574524" y="1966952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0" name="Ellipszis 309"/>
            <p:cNvSpPr/>
            <p:nvPr/>
          </p:nvSpPr>
          <p:spPr>
            <a:xfrm rot="307296">
              <a:off x="3387049" y="2078793"/>
              <a:ext cx="58402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1" name="Ellipszis 310"/>
            <p:cNvSpPr/>
            <p:nvPr/>
          </p:nvSpPr>
          <p:spPr>
            <a:xfrm rot="2090414">
              <a:off x="3486420" y="1969333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287"/>
            <p:cNvGrpSpPr/>
            <p:nvPr/>
          </p:nvGrpSpPr>
          <p:grpSpPr>
            <a:xfrm rot="1507515">
              <a:off x="3485504" y="1833174"/>
              <a:ext cx="340515" cy="385214"/>
              <a:chOff x="3324745" y="1577582"/>
              <a:chExt cx="436219" cy="460729"/>
            </a:xfrm>
          </p:grpSpPr>
          <p:sp>
            <p:nvSpPr>
              <p:cNvPr id="289" name="Ellipszis 288"/>
              <p:cNvSpPr/>
              <p:nvPr/>
            </p:nvSpPr>
            <p:spPr>
              <a:xfrm rot="1190723">
                <a:off x="3532640" y="1837257"/>
                <a:ext cx="93829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0" name="Ellipszis 289"/>
              <p:cNvSpPr/>
              <p:nvPr/>
            </p:nvSpPr>
            <p:spPr>
              <a:xfrm rot="3450357">
                <a:off x="3626547" y="1855174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1" name="Ellipszis 290"/>
              <p:cNvSpPr/>
              <p:nvPr/>
            </p:nvSpPr>
            <p:spPr>
              <a:xfrm rot="6727867">
                <a:off x="3405089" y="1838506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2" name="Ellipszis 291"/>
              <p:cNvSpPr/>
              <p:nvPr/>
            </p:nvSpPr>
            <p:spPr>
              <a:xfrm rot="3245755">
                <a:off x="3386102" y="1764410"/>
                <a:ext cx="86455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3" name="Ellipszis 292"/>
              <p:cNvSpPr/>
              <p:nvPr/>
            </p:nvSpPr>
            <p:spPr>
              <a:xfrm rot="2136681">
                <a:off x="3439499" y="1736040"/>
                <a:ext cx="257453" cy="26566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4" name="Ellipszis 293"/>
              <p:cNvSpPr/>
              <p:nvPr/>
            </p:nvSpPr>
            <p:spPr>
              <a:xfrm rot="3028841">
                <a:off x="3486139" y="1563294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5" name="Ellipszis 294"/>
              <p:cNvSpPr/>
              <p:nvPr/>
            </p:nvSpPr>
            <p:spPr>
              <a:xfrm rot="2136681">
                <a:off x="3545670" y="1577582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6" name="Ellipszis 295"/>
              <p:cNvSpPr/>
              <p:nvPr/>
            </p:nvSpPr>
            <p:spPr>
              <a:xfrm rot="20256029">
                <a:off x="3626760" y="1685012"/>
                <a:ext cx="45719" cy="4804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7" name="Ellipszis 296"/>
              <p:cNvSpPr/>
              <p:nvPr/>
            </p:nvSpPr>
            <p:spPr>
              <a:xfrm rot="20256029">
                <a:off x="3647963" y="1651344"/>
                <a:ext cx="45719" cy="30930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8" name="Ellipszis 297"/>
              <p:cNvSpPr/>
              <p:nvPr/>
            </p:nvSpPr>
            <p:spPr>
              <a:xfrm rot="20256029">
                <a:off x="3714660" y="1884439"/>
                <a:ext cx="46304" cy="5868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7" name="Csoportba foglalás 286"/>
            <p:cNvGrpSpPr/>
            <p:nvPr/>
          </p:nvGrpSpPr>
          <p:grpSpPr>
            <a:xfrm>
              <a:off x="3324745" y="1577582"/>
              <a:ext cx="436219" cy="460729"/>
              <a:chOff x="3324745" y="1577582"/>
              <a:chExt cx="436219" cy="460729"/>
            </a:xfrm>
          </p:grpSpPr>
          <p:sp>
            <p:nvSpPr>
              <p:cNvPr id="286" name="Ellipszis 285"/>
              <p:cNvSpPr/>
              <p:nvPr/>
            </p:nvSpPr>
            <p:spPr>
              <a:xfrm rot="1190723">
                <a:off x="3532640" y="1837257"/>
                <a:ext cx="93829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5" name="Ellipszis 284"/>
              <p:cNvSpPr/>
              <p:nvPr/>
            </p:nvSpPr>
            <p:spPr>
              <a:xfrm rot="3450357">
                <a:off x="3626547" y="1855174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3" name="Ellipszis 282"/>
              <p:cNvSpPr/>
              <p:nvPr/>
            </p:nvSpPr>
            <p:spPr>
              <a:xfrm rot="6727867">
                <a:off x="3405089" y="1838506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4" name="Ellipszis 283"/>
              <p:cNvSpPr/>
              <p:nvPr/>
            </p:nvSpPr>
            <p:spPr>
              <a:xfrm rot="3245755">
                <a:off x="3386102" y="1764410"/>
                <a:ext cx="86455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2" name="Ellipszis 281"/>
              <p:cNvSpPr/>
              <p:nvPr/>
            </p:nvSpPr>
            <p:spPr>
              <a:xfrm rot="2136681">
                <a:off x="3439499" y="1736040"/>
                <a:ext cx="257453" cy="26566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6" name="Ellipszis 275"/>
              <p:cNvSpPr/>
              <p:nvPr/>
            </p:nvSpPr>
            <p:spPr>
              <a:xfrm rot="3028841">
                <a:off x="3486139" y="1563294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5" name="Ellipszis 274"/>
              <p:cNvSpPr/>
              <p:nvPr/>
            </p:nvSpPr>
            <p:spPr>
              <a:xfrm rot="2136681">
                <a:off x="3545670" y="1577582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0" name="Ellipszis 279"/>
              <p:cNvSpPr/>
              <p:nvPr/>
            </p:nvSpPr>
            <p:spPr>
              <a:xfrm rot="20256029">
                <a:off x="3626760" y="1685012"/>
                <a:ext cx="45719" cy="4804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9" name="Ellipszis 278"/>
              <p:cNvSpPr/>
              <p:nvPr/>
            </p:nvSpPr>
            <p:spPr>
              <a:xfrm rot="20256029">
                <a:off x="3647963" y="1651344"/>
                <a:ext cx="45719" cy="30930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1" name="Ellipszis 280"/>
              <p:cNvSpPr/>
              <p:nvPr/>
            </p:nvSpPr>
            <p:spPr>
              <a:xfrm rot="20256029">
                <a:off x="3714660" y="1884439"/>
                <a:ext cx="46304" cy="5868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8" name="Csoportba foglalás 272"/>
            <p:cNvGrpSpPr/>
            <p:nvPr/>
          </p:nvGrpSpPr>
          <p:grpSpPr>
            <a:xfrm>
              <a:off x="2787044" y="1332487"/>
              <a:ext cx="1466744" cy="1443260"/>
              <a:chOff x="2863244" y="1320580"/>
              <a:chExt cx="1466744" cy="1443260"/>
            </a:xfrm>
          </p:grpSpPr>
          <p:grpSp>
            <p:nvGrpSpPr>
              <p:cNvPr id="10" name="Csoportba foglalás 258"/>
              <p:cNvGrpSpPr/>
              <p:nvPr/>
            </p:nvGrpSpPr>
            <p:grpSpPr>
              <a:xfrm>
                <a:off x="2863244" y="1320580"/>
                <a:ext cx="1466744" cy="1443260"/>
                <a:chOff x="4977793" y="2339755"/>
                <a:chExt cx="1466744" cy="1443260"/>
              </a:xfrm>
              <a:noFill/>
            </p:grpSpPr>
            <p:grpSp>
              <p:nvGrpSpPr>
                <p:cNvPr id="11" name="Csoportba foglalás 237"/>
                <p:cNvGrpSpPr/>
                <p:nvPr/>
              </p:nvGrpSpPr>
              <p:grpSpPr>
                <a:xfrm>
                  <a:off x="5523715" y="3129758"/>
                  <a:ext cx="511266" cy="653257"/>
                  <a:chOff x="4261653" y="2296321"/>
                  <a:chExt cx="511266" cy="653257"/>
                </a:xfrm>
                <a:grpFill/>
              </p:grpSpPr>
              <p:grpSp>
                <p:nvGrpSpPr>
                  <p:cNvPr id="12" name="Csoportba foglalás 187"/>
                  <p:cNvGrpSpPr/>
                  <p:nvPr/>
                </p:nvGrpSpPr>
                <p:grpSpPr>
                  <a:xfrm rot="823178">
                    <a:off x="4360727" y="2357252"/>
                    <a:ext cx="284279" cy="462682"/>
                    <a:chOff x="4230326" y="1571625"/>
                    <a:chExt cx="236899" cy="441327"/>
                  </a:xfrm>
                  <a:grpFill/>
                </p:grpSpPr>
                <p:sp>
                  <p:nvSpPr>
                    <p:cNvPr id="186" name="Ív 185"/>
                    <p:cNvSpPr/>
                    <p:nvPr/>
                  </p:nvSpPr>
                  <p:spPr>
                    <a:xfrm>
                      <a:off x="4230326" y="1610118"/>
                      <a:ext cx="227374" cy="4028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187" name="Ív 186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3" name="Csoportba foglalás 188"/>
                  <p:cNvGrpSpPr/>
                  <p:nvPr/>
                </p:nvGrpSpPr>
                <p:grpSpPr>
                  <a:xfrm>
                    <a:off x="4576146" y="2436966"/>
                    <a:ext cx="175566" cy="312892"/>
                    <a:chOff x="4238625" y="1571625"/>
                    <a:chExt cx="228600" cy="441325"/>
                  </a:xfrm>
                  <a:grpFill/>
                </p:grpSpPr>
                <p:sp>
                  <p:nvSpPr>
                    <p:cNvPr id="190" name="Ív 189"/>
                    <p:cNvSpPr/>
                    <p:nvPr/>
                  </p:nvSpPr>
                  <p:spPr>
                    <a:xfrm>
                      <a:off x="4276641" y="1630745"/>
                      <a:ext cx="181059" cy="38220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191" name="Ív 190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4" name="Csoportba foglalás 191"/>
                  <p:cNvGrpSpPr/>
                  <p:nvPr/>
                </p:nvGrpSpPr>
                <p:grpSpPr>
                  <a:xfrm flipH="1">
                    <a:off x="4313623" y="2296321"/>
                    <a:ext cx="459296" cy="653257"/>
                    <a:chOff x="4221715" y="1547296"/>
                    <a:chExt cx="249617" cy="465654"/>
                  </a:xfrm>
                  <a:grpFill/>
                </p:grpSpPr>
                <p:sp>
                  <p:nvSpPr>
                    <p:cNvPr id="206" name="Ív 205"/>
                    <p:cNvSpPr/>
                    <p:nvPr/>
                  </p:nvSpPr>
                  <p:spPr>
                    <a:xfrm>
                      <a:off x="4229100" y="1619250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07" name="Ív 206"/>
                    <p:cNvSpPr/>
                    <p:nvPr/>
                  </p:nvSpPr>
                  <p:spPr>
                    <a:xfrm rot="1497937">
                      <a:off x="4221715" y="1547296"/>
                      <a:ext cx="249617" cy="41311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08"/>
                  <p:cNvGrpSpPr/>
                  <p:nvPr/>
                </p:nvGrpSpPr>
                <p:grpSpPr>
                  <a:xfrm flipH="1">
                    <a:off x="4261653" y="2451692"/>
                    <a:ext cx="175566" cy="312892"/>
                    <a:chOff x="4238625" y="1571625"/>
                    <a:chExt cx="228600" cy="441325"/>
                  </a:xfrm>
                  <a:grpFill/>
                </p:grpSpPr>
                <p:sp>
                  <p:nvSpPr>
                    <p:cNvPr id="210" name="Ív 209"/>
                    <p:cNvSpPr/>
                    <p:nvPr/>
                  </p:nvSpPr>
                  <p:spPr>
                    <a:xfrm>
                      <a:off x="4363886" y="1653638"/>
                      <a:ext cx="93814" cy="359312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11" name="Szabadkézi sokszög 210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custGeom>
                      <a:avLst/>
                      <a:gdLst>
                        <a:gd name="connsiteX0" fmla="*/ 114300 w 228600"/>
                        <a:gd name="connsiteY0" fmla="*/ 0 h 393700"/>
                        <a:gd name="connsiteX1" fmla="*/ 213145 w 228600"/>
                        <a:gd name="connsiteY1" fmla="*/ 98005 h 393700"/>
                        <a:gd name="connsiteX2" fmla="*/ 228600 w 228600"/>
                        <a:gd name="connsiteY2" fmla="*/ 196850 h 393700"/>
                        <a:gd name="connsiteX3" fmla="*/ 114300 w 228600"/>
                        <a:gd name="connsiteY3" fmla="*/ 196850 h 393700"/>
                        <a:gd name="connsiteX4" fmla="*/ 114300 w 228600"/>
                        <a:gd name="connsiteY4" fmla="*/ 0 h 393700"/>
                        <a:gd name="connsiteX0" fmla="*/ 114300 w 228600"/>
                        <a:gd name="connsiteY0" fmla="*/ 0 h 393700"/>
                        <a:gd name="connsiteX1" fmla="*/ 213145 w 228600"/>
                        <a:gd name="connsiteY1" fmla="*/ 98005 h 393700"/>
                        <a:gd name="connsiteX2" fmla="*/ 228600 w 228600"/>
                        <a:gd name="connsiteY2" fmla="*/ 196850 h 393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28600" h="393700" stroke="0" extrusionOk="0">
                          <a:moveTo>
                            <a:pt x="114300" y="0"/>
                          </a:moveTo>
                          <a:cubicBezTo>
                            <a:pt x="155035" y="0"/>
                            <a:pt x="192691" y="37336"/>
                            <a:pt x="213145" y="98005"/>
                          </a:cubicBezTo>
                          <a:cubicBezTo>
                            <a:pt x="223268" y="128030"/>
                            <a:pt x="228600" y="162131"/>
                            <a:pt x="228600" y="196850"/>
                          </a:cubicBezTo>
                          <a:lnTo>
                            <a:pt x="114300" y="196850"/>
                          </a:lnTo>
                          <a:lnTo>
                            <a:pt x="114300" y="0"/>
                          </a:lnTo>
                          <a:close/>
                        </a:path>
                        <a:path w="228600" h="393700" fill="none">
                          <a:moveTo>
                            <a:pt x="114300" y="0"/>
                          </a:moveTo>
                          <a:cubicBezTo>
                            <a:pt x="155035" y="0"/>
                            <a:pt x="192691" y="37336"/>
                            <a:pt x="213145" y="98005"/>
                          </a:cubicBezTo>
                          <a:cubicBezTo>
                            <a:pt x="223268" y="128030"/>
                            <a:pt x="228600" y="162131"/>
                            <a:pt x="228600" y="196850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grpSp>
              <p:nvGrpSpPr>
                <p:cNvPr id="16" name="Csoportba foglalás 216"/>
                <p:cNvGrpSpPr/>
                <p:nvPr/>
              </p:nvGrpSpPr>
              <p:grpSpPr>
                <a:xfrm rot="3198530" flipV="1">
                  <a:off x="5904716" y="3241840"/>
                  <a:ext cx="186467" cy="318155"/>
                  <a:chOff x="4227236" y="1572297"/>
                  <a:chExt cx="242794" cy="448748"/>
                </a:xfrm>
                <a:grpFill/>
              </p:grpSpPr>
              <p:sp>
                <p:nvSpPr>
                  <p:cNvPr id="218" name="Ív 217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0" name="Ív 229"/>
                  <p:cNvSpPr/>
                  <p:nvPr/>
                </p:nvSpPr>
                <p:spPr>
                  <a:xfrm rot="1497937">
                    <a:off x="4227236" y="1572297"/>
                    <a:ext cx="242794" cy="448748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7" name="Csoportba foglalás 230"/>
                <p:cNvGrpSpPr/>
                <p:nvPr/>
              </p:nvGrpSpPr>
              <p:grpSpPr>
                <a:xfrm rot="1932286" flipV="1">
                  <a:off x="5888830" y="2848197"/>
                  <a:ext cx="259320" cy="625017"/>
                  <a:chOff x="4211451" y="1573248"/>
                  <a:chExt cx="265440" cy="485165"/>
                </a:xfrm>
                <a:grpFill/>
              </p:grpSpPr>
              <p:sp>
                <p:nvSpPr>
                  <p:cNvPr id="232" name="Ív 231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3" name="Ív 232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8" name="Csoportba foglalás 233"/>
                <p:cNvGrpSpPr/>
                <p:nvPr/>
              </p:nvGrpSpPr>
              <p:grpSpPr>
                <a:xfrm rot="3087559" flipH="1" flipV="1">
                  <a:off x="5902416" y="2731799"/>
                  <a:ext cx="361677" cy="722564"/>
                  <a:chOff x="4141106" y="1573248"/>
                  <a:chExt cx="335785" cy="485165"/>
                </a:xfrm>
                <a:grpFill/>
              </p:grpSpPr>
              <p:sp>
                <p:nvSpPr>
                  <p:cNvPr id="235" name="Ív 234"/>
                  <p:cNvSpPr/>
                  <p:nvPr/>
                </p:nvSpPr>
                <p:spPr>
                  <a:xfrm>
                    <a:off x="4141106" y="1691168"/>
                    <a:ext cx="316593" cy="32178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6" name="Ív 235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9" name="Csoportba foglalás 238"/>
                <p:cNvGrpSpPr/>
                <p:nvPr/>
              </p:nvGrpSpPr>
              <p:grpSpPr>
                <a:xfrm rot="1932286" flipV="1">
                  <a:off x="5926213" y="2756296"/>
                  <a:ext cx="207254" cy="746334"/>
                  <a:chOff x="4329982" y="1463272"/>
                  <a:chExt cx="212145" cy="579336"/>
                </a:xfrm>
                <a:grpFill/>
              </p:grpSpPr>
              <p:sp>
                <p:nvSpPr>
                  <p:cNvPr id="240" name="Ív 239"/>
                  <p:cNvSpPr/>
                  <p:nvPr/>
                </p:nvSpPr>
                <p:spPr>
                  <a:xfrm rot="10987660">
                    <a:off x="4390592" y="1463272"/>
                    <a:ext cx="151535" cy="38369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1" name="Ív 240"/>
                  <p:cNvSpPr/>
                  <p:nvPr/>
                </p:nvSpPr>
                <p:spPr>
                  <a:xfrm rot="1497937">
                    <a:off x="4329982" y="1614263"/>
                    <a:ext cx="125628" cy="42834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0" name="Csoportba foglalás 241"/>
                <p:cNvGrpSpPr/>
                <p:nvPr/>
              </p:nvGrpSpPr>
              <p:grpSpPr>
                <a:xfrm rot="17691938" flipV="1">
                  <a:off x="5087350" y="2808013"/>
                  <a:ext cx="503450" cy="722564"/>
                  <a:chOff x="4009483" y="1573248"/>
                  <a:chExt cx="467408" cy="485165"/>
                </a:xfrm>
                <a:grpFill/>
              </p:grpSpPr>
              <p:sp>
                <p:nvSpPr>
                  <p:cNvPr id="243" name="Ív 242"/>
                  <p:cNvSpPr/>
                  <p:nvPr/>
                </p:nvSpPr>
                <p:spPr>
                  <a:xfrm>
                    <a:off x="4009483" y="1670763"/>
                    <a:ext cx="455459" cy="37294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4" name="Ív 243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1" name="Csoportba foglalás 244"/>
                <p:cNvGrpSpPr/>
                <p:nvPr/>
              </p:nvGrpSpPr>
              <p:grpSpPr>
                <a:xfrm rot="2290000" flipH="1" flipV="1">
                  <a:off x="5783170" y="2339755"/>
                  <a:ext cx="549798" cy="944900"/>
                  <a:chOff x="3979703" y="1558122"/>
                  <a:chExt cx="510437" cy="634452"/>
                </a:xfrm>
                <a:grpFill/>
              </p:grpSpPr>
              <p:sp>
                <p:nvSpPr>
                  <p:cNvPr id="246" name="Ív 245"/>
                  <p:cNvSpPr/>
                  <p:nvPr/>
                </p:nvSpPr>
                <p:spPr>
                  <a:xfrm>
                    <a:off x="3979703" y="1772277"/>
                    <a:ext cx="489833" cy="29118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7" name="Szabadkézi sokszög 246"/>
                  <p:cNvSpPr/>
                  <p:nvPr/>
                </p:nvSpPr>
                <p:spPr>
                  <a:xfrm rot="1497937">
                    <a:off x="4216290" y="1558122"/>
                    <a:ext cx="273850" cy="634452"/>
                  </a:xfrm>
                  <a:custGeom>
                    <a:avLst/>
                    <a:gdLst>
                      <a:gd name="connsiteX0" fmla="*/ 136925 w 273850"/>
                      <a:gd name="connsiteY0" fmla="*/ 0 h 634452"/>
                      <a:gd name="connsiteX1" fmla="*/ 262639 w 273850"/>
                      <a:gd name="connsiteY1" fmla="*/ 191512 h 634452"/>
                      <a:gd name="connsiteX2" fmla="*/ 273850 w 273850"/>
                      <a:gd name="connsiteY2" fmla="*/ 317226 h 634452"/>
                      <a:gd name="connsiteX3" fmla="*/ 136925 w 273850"/>
                      <a:gd name="connsiteY3" fmla="*/ 317226 h 634452"/>
                      <a:gd name="connsiteX4" fmla="*/ 136925 w 273850"/>
                      <a:gd name="connsiteY4" fmla="*/ 0 h 634452"/>
                      <a:gd name="connsiteX0" fmla="*/ 136925 w 273850"/>
                      <a:gd name="connsiteY0" fmla="*/ 0 h 634452"/>
                      <a:gd name="connsiteX1" fmla="*/ 262639 w 273850"/>
                      <a:gd name="connsiteY1" fmla="*/ 191512 h 634452"/>
                      <a:gd name="connsiteX2" fmla="*/ 273850 w 273850"/>
                      <a:gd name="connsiteY2" fmla="*/ 317226 h 634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3850" h="634452" stroke="0" extrusionOk="0">
                        <a:moveTo>
                          <a:pt x="136925" y="0"/>
                        </a:moveTo>
                        <a:cubicBezTo>
                          <a:pt x="191570" y="0"/>
                          <a:pt x="240983" y="75276"/>
                          <a:pt x="262639" y="191512"/>
                        </a:cubicBezTo>
                        <a:cubicBezTo>
                          <a:pt x="270035" y="231209"/>
                          <a:pt x="273850" y="273989"/>
                          <a:pt x="273850" y="317226"/>
                        </a:cubicBezTo>
                        <a:lnTo>
                          <a:pt x="136925" y="317226"/>
                        </a:lnTo>
                        <a:lnTo>
                          <a:pt x="136925" y="0"/>
                        </a:lnTo>
                        <a:close/>
                      </a:path>
                      <a:path w="273850" h="634452" fill="none">
                        <a:moveTo>
                          <a:pt x="136925" y="0"/>
                        </a:moveTo>
                        <a:cubicBezTo>
                          <a:pt x="191570" y="0"/>
                          <a:pt x="240983" y="75276"/>
                          <a:pt x="262639" y="191512"/>
                        </a:cubicBezTo>
                        <a:cubicBezTo>
                          <a:pt x="270035" y="231209"/>
                          <a:pt x="273850" y="273989"/>
                          <a:pt x="273850" y="317226"/>
                        </a:cubicBezTo>
                      </a:path>
                    </a:pathLst>
                  </a:cu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2" name="Csoportba foglalás 247"/>
                <p:cNvGrpSpPr/>
                <p:nvPr/>
              </p:nvGrpSpPr>
              <p:grpSpPr>
                <a:xfrm rot="19849264" flipH="1" flipV="1">
                  <a:off x="5332647" y="2663622"/>
                  <a:ext cx="322511" cy="692746"/>
                  <a:chOff x="4188337" y="1563662"/>
                  <a:chExt cx="299423" cy="465144"/>
                </a:xfrm>
                <a:grpFill/>
              </p:grpSpPr>
              <p:sp>
                <p:nvSpPr>
                  <p:cNvPr id="249" name="Ív 248"/>
                  <p:cNvSpPr/>
                  <p:nvPr/>
                </p:nvSpPr>
                <p:spPr>
                  <a:xfrm>
                    <a:off x="4261105" y="1686491"/>
                    <a:ext cx="196597" cy="326461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0" name="Ív 249"/>
                  <p:cNvSpPr/>
                  <p:nvPr/>
                </p:nvSpPr>
                <p:spPr>
                  <a:xfrm rot="1497937">
                    <a:off x="4188337" y="1563662"/>
                    <a:ext cx="299423" cy="465144"/>
                  </a:xfrm>
                  <a:prstGeom prst="arc">
                    <a:avLst>
                      <a:gd name="adj1" fmla="val 16200000"/>
                      <a:gd name="adj2" fmla="val 377478"/>
                    </a:avLst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3" name="Csoportba foglalás 250"/>
                <p:cNvGrpSpPr/>
                <p:nvPr/>
              </p:nvGrpSpPr>
              <p:grpSpPr>
                <a:xfrm rot="16891319" flipH="1" flipV="1">
                  <a:off x="5433047" y="3303604"/>
                  <a:ext cx="140562" cy="249942"/>
                  <a:chOff x="4281478" y="1586677"/>
                  <a:chExt cx="186213" cy="450714"/>
                </a:xfrm>
                <a:grpFill/>
              </p:grpSpPr>
              <p:sp>
                <p:nvSpPr>
                  <p:cNvPr id="252" name="Ív 251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3" name="Ív 252"/>
                  <p:cNvSpPr/>
                  <p:nvPr/>
                </p:nvSpPr>
                <p:spPr>
                  <a:xfrm rot="2063920">
                    <a:off x="4281478" y="1586677"/>
                    <a:ext cx="186213" cy="450714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4" name="Csoportba foglalás 253"/>
                <p:cNvGrpSpPr/>
                <p:nvPr/>
              </p:nvGrpSpPr>
              <p:grpSpPr>
                <a:xfrm rot="19182483" flipH="1" flipV="1">
                  <a:off x="5411799" y="3158496"/>
                  <a:ext cx="186467" cy="318155"/>
                  <a:chOff x="4227236" y="1572297"/>
                  <a:chExt cx="242794" cy="448748"/>
                </a:xfrm>
                <a:grpFill/>
              </p:grpSpPr>
              <p:sp>
                <p:nvSpPr>
                  <p:cNvPr id="255" name="Ív 254"/>
                  <p:cNvSpPr/>
                  <p:nvPr/>
                </p:nvSpPr>
                <p:spPr>
                  <a:xfrm>
                    <a:off x="4301430" y="1736617"/>
                    <a:ext cx="156270" cy="276334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6" name="Ív 255"/>
                  <p:cNvSpPr/>
                  <p:nvPr/>
                </p:nvSpPr>
                <p:spPr>
                  <a:xfrm rot="1497937">
                    <a:off x="4227236" y="1572297"/>
                    <a:ext cx="242794" cy="448748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  <p:sp>
            <p:nvSpPr>
              <p:cNvPr id="267" name="Ív 266"/>
              <p:cNvSpPr/>
              <p:nvPr/>
            </p:nvSpPr>
            <p:spPr>
              <a:xfrm rot="16609204" flipV="1">
                <a:off x="3772604" y="2001117"/>
                <a:ext cx="200997" cy="83992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1" name="Ív 270"/>
              <p:cNvSpPr/>
              <p:nvPr/>
            </p:nvSpPr>
            <p:spPr>
              <a:xfrm rot="19647609" flipH="1" flipV="1">
                <a:off x="3300449" y="1857354"/>
                <a:ext cx="121369" cy="221497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2" name="Ív 271"/>
              <p:cNvSpPr/>
              <p:nvPr/>
            </p:nvSpPr>
            <p:spPr>
              <a:xfrm rot="111529" flipH="1" flipV="1">
                <a:off x="3308672" y="1870021"/>
                <a:ext cx="136626" cy="268577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348" name="Ellipszis 347"/>
            <p:cNvSpPr/>
            <p:nvPr/>
          </p:nvSpPr>
          <p:spPr>
            <a:xfrm rot="1557053" flipV="1">
              <a:off x="3799572" y="2297148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237" name="Ellipszis 236"/>
          <p:cNvSpPr/>
          <p:nvPr/>
        </p:nvSpPr>
        <p:spPr>
          <a:xfrm>
            <a:off x="5147363" y="4716987"/>
            <a:ext cx="407668" cy="407668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5" name="Csoportba foglalás 139">
            <a:extLst>
              <a:ext uri="{FF2B5EF4-FFF2-40B4-BE49-F238E27FC236}">
                <a16:creationId xmlns:a16="http://schemas.microsoft.com/office/drawing/2014/main" id="{6EB88FBB-929F-4B4D-9B2A-C9712C0B5C84}"/>
              </a:ext>
            </a:extLst>
          </p:cNvPr>
          <p:cNvGrpSpPr/>
          <p:nvPr/>
        </p:nvGrpSpPr>
        <p:grpSpPr>
          <a:xfrm rot="4383637" flipH="1">
            <a:off x="5548129" y="4779938"/>
            <a:ext cx="54279" cy="254221"/>
            <a:chOff x="10951487" y="4165844"/>
            <a:chExt cx="59934" cy="1249272"/>
          </a:xfrm>
        </p:grpSpPr>
        <p:cxnSp>
          <p:nvCxnSpPr>
            <p:cNvPr id="270" name="Egyenes összekötő 269">
              <a:extLst>
                <a:ext uri="{FF2B5EF4-FFF2-40B4-BE49-F238E27FC236}">
                  <a16:creationId xmlns:a16="http://schemas.microsoft.com/office/drawing/2014/main" id="{1F33EDE7-13B4-4621-B85C-BBEDB6037102}"/>
                </a:ext>
              </a:extLst>
            </p:cNvPr>
            <p:cNvCxnSpPr>
              <a:cxnSpLocks/>
            </p:cNvCxnSpPr>
            <p:nvPr/>
          </p:nvCxnSpPr>
          <p:spPr>
            <a:xfrm rot="15240151" flipH="1" flipV="1">
              <a:off x="10847908" y="4303054"/>
              <a:ext cx="300724" cy="26303"/>
            </a:xfrm>
            <a:prstGeom prst="line">
              <a:avLst/>
            </a:prstGeom>
            <a:ln w="76200">
              <a:solidFill>
                <a:srgbClr val="EB701D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26" name="Csoportba foglalás 107">
              <a:extLst>
                <a:ext uri="{FF2B5EF4-FFF2-40B4-BE49-F238E27FC236}">
                  <a16:creationId xmlns:a16="http://schemas.microsoft.com/office/drawing/2014/main" id="{4D20A68F-4B6C-4414-A348-C48116DFD9B6}"/>
                </a:ext>
              </a:extLst>
            </p:cNvPr>
            <p:cNvGrpSpPr/>
            <p:nvPr/>
          </p:nvGrpSpPr>
          <p:grpSpPr>
            <a:xfrm>
              <a:off x="10951487" y="4510175"/>
              <a:ext cx="56200" cy="904941"/>
              <a:chOff x="5425717" y="3228111"/>
              <a:chExt cx="56200" cy="904941"/>
            </a:xfrm>
          </p:grpSpPr>
          <p:cxnSp>
            <p:nvCxnSpPr>
              <p:cNvPr id="274" name="Egyenes összekötő 273">
                <a:extLst>
                  <a:ext uri="{FF2B5EF4-FFF2-40B4-BE49-F238E27FC236}">
                    <a16:creationId xmlns:a16="http://schemas.microsoft.com/office/drawing/2014/main" id="{5728C0A8-CF5B-4E1F-ABA8-1FC10127C6BE}"/>
                  </a:ext>
                </a:extLst>
              </p:cNvPr>
              <p:cNvCxnSpPr>
                <a:cxnSpLocks/>
              </p:cNvCxnSpPr>
              <p:nvPr/>
            </p:nvCxnSpPr>
            <p:spPr>
              <a:xfrm rot="15183637" flipH="1" flipV="1">
                <a:off x="5222394" y="3431434"/>
                <a:ext cx="462845" cy="56200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77" name="Egyenes összekötő 276">
                <a:extLst>
                  <a:ext uri="{FF2B5EF4-FFF2-40B4-BE49-F238E27FC236}">
                    <a16:creationId xmlns:a16="http://schemas.microsoft.com/office/drawing/2014/main" id="{47735CD3-81A9-41D3-9F84-CFEACDD5D310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V="1">
                <a:off x="5397706" y="3746706"/>
                <a:ext cx="101393" cy="11307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78" name="Egyenes összekötő 277">
                <a:extLst>
                  <a:ext uri="{FF2B5EF4-FFF2-40B4-BE49-F238E27FC236}">
                    <a16:creationId xmlns:a16="http://schemas.microsoft.com/office/drawing/2014/main" id="{2172A2B5-EAF0-4E4E-8872-78BD1538A336}"/>
                  </a:ext>
                </a:extLst>
              </p:cNvPr>
              <p:cNvCxnSpPr>
                <a:cxnSpLocks/>
              </p:cNvCxnSpPr>
              <p:nvPr/>
            </p:nvCxnSpPr>
            <p:spPr>
              <a:xfrm rot="15183637" flipH="1" flipV="1">
                <a:off x="5282599" y="3957006"/>
                <a:ext cx="330494" cy="21597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248" name="Ellipszis 247"/>
          <p:cNvSpPr/>
          <p:nvPr/>
        </p:nvSpPr>
        <p:spPr>
          <a:xfrm>
            <a:off x="4539033" y="3900376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1" name="Ellipszis 250"/>
          <p:cNvSpPr/>
          <p:nvPr/>
        </p:nvSpPr>
        <p:spPr>
          <a:xfrm>
            <a:off x="4434257" y="2774046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8" name="Ellipszis 257"/>
          <p:cNvSpPr/>
          <p:nvPr/>
        </p:nvSpPr>
        <p:spPr>
          <a:xfrm>
            <a:off x="3950863" y="4325033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2" name="Ellipszis 261"/>
          <p:cNvSpPr/>
          <p:nvPr/>
        </p:nvSpPr>
        <p:spPr>
          <a:xfrm>
            <a:off x="4639045" y="3301095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4" name="Ellipszis 263"/>
          <p:cNvSpPr/>
          <p:nvPr/>
        </p:nvSpPr>
        <p:spPr>
          <a:xfrm>
            <a:off x="6915727" y="3185960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87" name="Ellipszis 286"/>
          <p:cNvSpPr/>
          <p:nvPr/>
        </p:nvSpPr>
        <p:spPr>
          <a:xfrm>
            <a:off x="6321000" y="4044045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99" name="Ellipszis 298"/>
          <p:cNvSpPr/>
          <p:nvPr/>
        </p:nvSpPr>
        <p:spPr>
          <a:xfrm>
            <a:off x="7069507" y="405753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1" name="Ellipszis 300"/>
          <p:cNvSpPr/>
          <p:nvPr/>
        </p:nvSpPr>
        <p:spPr>
          <a:xfrm>
            <a:off x="6886150" y="4929076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2" name="Ellipszis 301"/>
          <p:cNvSpPr/>
          <p:nvPr/>
        </p:nvSpPr>
        <p:spPr>
          <a:xfrm>
            <a:off x="6988544" y="5336270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3" name="Ellipszis 302"/>
          <p:cNvSpPr/>
          <p:nvPr/>
        </p:nvSpPr>
        <p:spPr>
          <a:xfrm>
            <a:off x="6793282" y="6067313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6" name="Ellipszis 305"/>
          <p:cNvSpPr/>
          <p:nvPr/>
        </p:nvSpPr>
        <p:spPr>
          <a:xfrm>
            <a:off x="3962937" y="6388365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7" name="Ellipszis 306"/>
          <p:cNvSpPr/>
          <p:nvPr/>
        </p:nvSpPr>
        <p:spPr>
          <a:xfrm>
            <a:off x="5001789" y="528308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2" name="Csoportba foglalás 31">
            <a:extLst>
              <a:ext uri="{FF2B5EF4-FFF2-40B4-BE49-F238E27FC236}">
                <a16:creationId xmlns:a16="http://schemas.microsoft.com/office/drawing/2014/main" id="{EC9828DE-238C-C18C-0225-997949083CF4}"/>
              </a:ext>
            </a:extLst>
          </p:cNvPr>
          <p:cNvGrpSpPr/>
          <p:nvPr/>
        </p:nvGrpSpPr>
        <p:grpSpPr>
          <a:xfrm>
            <a:off x="5104446" y="4806641"/>
            <a:ext cx="398548" cy="244869"/>
            <a:chOff x="5124303" y="4795614"/>
            <a:chExt cx="398548" cy="244869"/>
          </a:xfrm>
        </p:grpSpPr>
        <p:grpSp>
          <p:nvGrpSpPr>
            <p:cNvPr id="33" name="Csoportba foglalás 32">
              <a:extLst>
                <a:ext uri="{FF2B5EF4-FFF2-40B4-BE49-F238E27FC236}">
                  <a16:creationId xmlns:a16="http://schemas.microsoft.com/office/drawing/2014/main" id="{5E1841E1-92FF-C7F6-BF79-6C074B418C30}"/>
                </a:ext>
              </a:extLst>
            </p:cNvPr>
            <p:cNvGrpSpPr/>
            <p:nvPr/>
          </p:nvGrpSpPr>
          <p:grpSpPr>
            <a:xfrm>
              <a:off x="5124303" y="4795614"/>
              <a:ext cx="259320" cy="244869"/>
              <a:chOff x="5124303" y="4795614"/>
              <a:chExt cx="259320" cy="244869"/>
            </a:xfrm>
          </p:grpSpPr>
          <p:grpSp>
            <p:nvGrpSpPr>
              <p:cNvPr id="35" name="Csoportba foglalás 34">
                <a:extLst>
                  <a:ext uri="{FF2B5EF4-FFF2-40B4-BE49-F238E27FC236}">
                    <a16:creationId xmlns:a16="http://schemas.microsoft.com/office/drawing/2014/main" id="{CD137046-C145-61DA-B529-A78670038793}"/>
                  </a:ext>
                </a:extLst>
              </p:cNvPr>
              <p:cNvGrpSpPr/>
              <p:nvPr/>
            </p:nvGrpSpPr>
            <p:grpSpPr>
              <a:xfrm>
                <a:off x="5124303" y="4795614"/>
                <a:ext cx="227052" cy="205550"/>
                <a:chOff x="2966185" y="4749236"/>
                <a:chExt cx="159063" cy="144000"/>
              </a:xfrm>
            </p:grpSpPr>
            <p:sp>
              <p:nvSpPr>
                <p:cNvPr id="37" name="Szabadkézi sokszög: alakzat 36">
                  <a:extLst>
                    <a:ext uri="{FF2B5EF4-FFF2-40B4-BE49-F238E27FC236}">
                      <a16:creationId xmlns:a16="http://schemas.microsoft.com/office/drawing/2014/main" id="{AAA24BA2-AB48-44BF-7FA9-3ACDFAD72B4A}"/>
                    </a:ext>
                  </a:extLst>
                </p:cNvPr>
                <p:cNvSpPr/>
                <p:nvPr/>
              </p:nvSpPr>
              <p:spPr>
                <a:xfrm>
                  <a:off x="3025502" y="4757130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solidFill>
                  <a:srgbClr val="9BE5FF"/>
                </a:solidFill>
                <a:ln>
                  <a:solidFill>
                    <a:srgbClr val="9BE5FF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38" name="Ív 37">
                  <a:extLst>
                    <a:ext uri="{FF2B5EF4-FFF2-40B4-BE49-F238E27FC236}">
                      <a16:creationId xmlns:a16="http://schemas.microsoft.com/office/drawing/2014/main" id="{EAC961B5-1CA7-57EC-7F14-386FA3612984}"/>
                    </a:ext>
                  </a:extLst>
                </p:cNvPr>
                <p:cNvSpPr/>
                <p:nvPr/>
              </p:nvSpPr>
              <p:spPr>
                <a:xfrm rot="5886252">
                  <a:off x="2969015" y="4746406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ln w="28575">
                  <a:solidFill>
                    <a:srgbClr val="9BE5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6" name="Ellipszis 35">
                <a:extLst>
                  <a:ext uri="{FF2B5EF4-FFF2-40B4-BE49-F238E27FC236}">
                    <a16:creationId xmlns:a16="http://schemas.microsoft.com/office/drawing/2014/main" id="{C1495ACB-CF9F-43DE-C5C8-3CE8FBF15531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34" name="Szabadkézi sokszög: alakzat 33">
              <a:extLst>
                <a:ext uri="{FF2B5EF4-FFF2-40B4-BE49-F238E27FC236}">
                  <a16:creationId xmlns:a16="http://schemas.microsoft.com/office/drawing/2014/main" id="{7315BDE9-DBC7-11F7-105E-2F058D925E30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</p:grpSp>
      <p:sp>
        <p:nvSpPr>
          <p:cNvPr id="450" name="Ellipszis 449">
            <a:extLst>
              <a:ext uri="{FF2B5EF4-FFF2-40B4-BE49-F238E27FC236}">
                <a16:creationId xmlns:a16="http://schemas.microsoft.com/office/drawing/2014/main" id="{B56D08A2-3832-1C2C-33A7-14B7586F0979}"/>
              </a:ext>
            </a:extLst>
          </p:cNvPr>
          <p:cNvSpPr/>
          <p:nvPr/>
        </p:nvSpPr>
        <p:spPr>
          <a:xfrm>
            <a:off x="5251451" y="4825529"/>
            <a:ext cx="207094" cy="207094"/>
          </a:xfrm>
          <a:prstGeom prst="ellipse">
            <a:avLst/>
          </a:prstGeom>
          <a:solidFill>
            <a:srgbClr val="9BE5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" name="Ellipszis 244"/>
          <p:cNvSpPr/>
          <p:nvPr/>
        </p:nvSpPr>
        <p:spPr>
          <a:xfrm>
            <a:off x="7020376" y="96719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7" name="Ellipszis 256"/>
          <p:cNvSpPr/>
          <p:nvPr/>
        </p:nvSpPr>
        <p:spPr>
          <a:xfrm>
            <a:off x="1412114" y="367810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9" name="Ellipszis 258"/>
          <p:cNvSpPr/>
          <p:nvPr/>
        </p:nvSpPr>
        <p:spPr>
          <a:xfrm>
            <a:off x="238200" y="62296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1" name="Ellipszis 260"/>
          <p:cNvSpPr/>
          <p:nvPr/>
        </p:nvSpPr>
        <p:spPr>
          <a:xfrm>
            <a:off x="2719546" y="369982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3" name="Ellipszis 262"/>
          <p:cNvSpPr/>
          <p:nvPr/>
        </p:nvSpPr>
        <p:spPr>
          <a:xfrm>
            <a:off x="3735755" y="41115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5" name="Ellipszis 264"/>
          <p:cNvSpPr/>
          <p:nvPr/>
        </p:nvSpPr>
        <p:spPr>
          <a:xfrm>
            <a:off x="9096533" y="7351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6" name="Ellipszis 265"/>
          <p:cNvSpPr/>
          <p:nvPr/>
        </p:nvSpPr>
        <p:spPr>
          <a:xfrm>
            <a:off x="2089851" y="5349825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8" name="Ellipszis 267"/>
          <p:cNvSpPr/>
          <p:nvPr/>
        </p:nvSpPr>
        <p:spPr>
          <a:xfrm>
            <a:off x="5393648" y="2906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9" name="Ellipszis 268"/>
          <p:cNvSpPr/>
          <p:nvPr/>
        </p:nvSpPr>
        <p:spPr>
          <a:xfrm>
            <a:off x="8394064" y="3972083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3" name="Ellipszis 272"/>
          <p:cNvSpPr/>
          <p:nvPr/>
        </p:nvSpPr>
        <p:spPr>
          <a:xfrm>
            <a:off x="7944008" y="286480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88" name="Ellipszis 287"/>
          <p:cNvSpPr/>
          <p:nvPr/>
        </p:nvSpPr>
        <p:spPr>
          <a:xfrm>
            <a:off x="8198008" y="32751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0" name="Ellipszis 299"/>
          <p:cNvSpPr/>
          <p:nvPr/>
        </p:nvSpPr>
        <p:spPr>
          <a:xfrm>
            <a:off x="8006047" y="137012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4" name="Ellipszis 303"/>
          <p:cNvSpPr/>
          <p:nvPr/>
        </p:nvSpPr>
        <p:spPr>
          <a:xfrm>
            <a:off x="8155940" y="489838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5" name="Ellipszis 304"/>
          <p:cNvSpPr/>
          <p:nvPr/>
        </p:nvSpPr>
        <p:spPr>
          <a:xfrm>
            <a:off x="5190364" y="614461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" name="Csoportba foglalás 401"/>
          <p:cNvGrpSpPr/>
          <p:nvPr/>
        </p:nvGrpSpPr>
        <p:grpSpPr>
          <a:xfrm flipH="1">
            <a:off x="4168434" y="2624069"/>
            <a:ext cx="2950110" cy="3566270"/>
            <a:chOff x="4423611" y="1746250"/>
            <a:chExt cx="2950110" cy="3566270"/>
          </a:xfrm>
          <a:solidFill>
            <a:schemeClr val="accent4">
              <a:lumMod val="60000"/>
              <a:lumOff val="40000"/>
              <a:alpha val="40000"/>
            </a:schemeClr>
          </a:solidFill>
        </p:grpSpPr>
        <p:sp>
          <p:nvSpPr>
            <p:cNvPr id="399" name="Ellipszis 398"/>
            <p:cNvSpPr/>
            <p:nvPr/>
          </p:nvSpPr>
          <p:spPr>
            <a:xfrm>
              <a:off x="5166360" y="2313623"/>
              <a:ext cx="1192530" cy="296576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0" name="Ellipszis 399"/>
            <p:cNvSpPr/>
            <p:nvPr/>
          </p:nvSpPr>
          <p:spPr>
            <a:xfrm>
              <a:off x="5586730" y="1827531"/>
              <a:ext cx="393700" cy="29718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7" name="Ellipszis 396"/>
            <p:cNvSpPr/>
            <p:nvPr/>
          </p:nvSpPr>
          <p:spPr>
            <a:xfrm rot="17438591">
              <a:off x="5237760" y="4161075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6" name="Ellipszis 395"/>
            <p:cNvSpPr/>
            <p:nvPr/>
          </p:nvSpPr>
          <p:spPr>
            <a:xfrm rot="18015131">
              <a:off x="5075836" y="3827700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5" name="Ellipszis 394"/>
            <p:cNvSpPr/>
            <p:nvPr/>
          </p:nvSpPr>
          <p:spPr>
            <a:xfrm rot="18936556">
              <a:off x="4980586" y="3956288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4" name="Ellipszis 393"/>
            <p:cNvSpPr/>
            <p:nvPr/>
          </p:nvSpPr>
          <p:spPr>
            <a:xfrm rot="19559640">
              <a:off x="4782391" y="3577247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3" name="Ellipszis 392"/>
            <p:cNvSpPr/>
            <p:nvPr/>
          </p:nvSpPr>
          <p:spPr>
            <a:xfrm rot="18173528">
              <a:off x="4868117" y="3401035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2" name="Ellipszis 391"/>
            <p:cNvSpPr/>
            <p:nvPr/>
          </p:nvSpPr>
          <p:spPr>
            <a:xfrm rot="18680492">
              <a:off x="4968130" y="3020036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1" name="Ellipszis 390"/>
            <p:cNvSpPr/>
            <p:nvPr/>
          </p:nvSpPr>
          <p:spPr>
            <a:xfrm rot="19812551">
              <a:off x="4815730" y="3101000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0" name="Ellipszis 389"/>
            <p:cNvSpPr/>
            <p:nvPr/>
          </p:nvSpPr>
          <p:spPr>
            <a:xfrm rot="459399">
              <a:off x="5071626" y="2828357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9" name="Ellipszis 388"/>
            <p:cNvSpPr/>
            <p:nvPr/>
          </p:nvSpPr>
          <p:spPr>
            <a:xfrm rot="459399">
              <a:off x="4919226" y="2675957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8" name="Ellipszis 387"/>
            <p:cNvSpPr/>
            <p:nvPr/>
          </p:nvSpPr>
          <p:spPr>
            <a:xfrm rot="20790213">
              <a:off x="5219264" y="2699769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7" name="Ellipszis 386"/>
            <p:cNvSpPr/>
            <p:nvPr/>
          </p:nvSpPr>
          <p:spPr>
            <a:xfrm rot="20790213">
              <a:off x="5095438" y="249498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6" name="Ellipszis 385"/>
            <p:cNvSpPr/>
            <p:nvPr/>
          </p:nvSpPr>
          <p:spPr>
            <a:xfrm rot="3577494">
              <a:off x="6540444" y="4227161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5" name="Ellipszis 384"/>
            <p:cNvSpPr/>
            <p:nvPr/>
          </p:nvSpPr>
          <p:spPr>
            <a:xfrm rot="3577494">
              <a:off x="6640457" y="4127149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4" name="Ellipszis 383"/>
            <p:cNvSpPr/>
            <p:nvPr/>
          </p:nvSpPr>
          <p:spPr>
            <a:xfrm rot="2901804">
              <a:off x="6159653" y="4363965"/>
              <a:ext cx="251957" cy="102559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2" name="Ellipszis 381"/>
            <p:cNvSpPr/>
            <p:nvPr/>
          </p:nvSpPr>
          <p:spPr>
            <a:xfrm rot="2612912">
              <a:off x="6462271" y="406184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1" name="Ellipszis 380"/>
            <p:cNvSpPr/>
            <p:nvPr/>
          </p:nvSpPr>
          <p:spPr>
            <a:xfrm rot="2147207">
              <a:off x="6476558" y="346177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0" name="Ellipszis 379"/>
            <p:cNvSpPr/>
            <p:nvPr/>
          </p:nvSpPr>
          <p:spPr>
            <a:xfrm rot="2147207">
              <a:off x="6695633" y="3433195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9" name="Ellipszis 378"/>
            <p:cNvSpPr/>
            <p:nvPr/>
          </p:nvSpPr>
          <p:spPr>
            <a:xfrm rot="3542268">
              <a:off x="6395599" y="287122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8" name="Ellipszis 377"/>
            <p:cNvSpPr/>
            <p:nvPr/>
          </p:nvSpPr>
          <p:spPr>
            <a:xfrm rot="1679753">
              <a:off x="6578875" y="3114348"/>
              <a:ext cx="259714" cy="10769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7" name="Ellipszis 376"/>
            <p:cNvSpPr/>
            <p:nvPr/>
          </p:nvSpPr>
          <p:spPr>
            <a:xfrm rot="20790213">
              <a:off x="6524188" y="2604519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6" name="Ellipszis 375"/>
            <p:cNvSpPr/>
            <p:nvPr/>
          </p:nvSpPr>
          <p:spPr>
            <a:xfrm rot="20790213">
              <a:off x="6443225" y="256165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3" name="Ellipszis 372"/>
            <p:cNvSpPr/>
            <p:nvPr/>
          </p:nvSpPr>
          <p:spPr>
            <a:xfrm rot="2197682">
              <a:off x="5470866" y="3277015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4" name="Ellipszis 373"/>
            <p:cNvSpPr/>
            <p:nvPr/>
          </p:nvSpPr>
          <p:spPr>
            <a:xfrm rot="2197682">
              <a:off x="4966042" y="2986502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5" name="Ellipszis 374"/>
            <p:cNvSpPr/>
            <p:nvPr/>
          </p:nvSpPr>
          <p:spPr>
            <a:xfrm rot="1773522">
              <a:off x="6124138" y="2518793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1" name="Ellipszis 370"/>
            <p:cNvSpPr/>
            <p:nvPr/>
          </p:nvSpPr>
          <p:spPr>
            <a:xfrm rot="4169971">
              <a:off x="5883908" y="4993576"/>
              <a:ext cx="187385" cy="34604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9" name="Ellipszis 368"/>
            <p:cNvSpPr/>
            <p:nvPr/>
          </p:nvSpPr>
          <p:spPr>
            <a:xfrm rot="18022506" flipH="1">
              <a:off x="5068831" y="4265260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0" name="Ellipszis 369"/>
            <p:cNvSpPr/>
            <p:nvPr/>
          </p:nvSpPr>
          <p:spPr>
            <a:xfrm rot="18022506" flipH="1">
              <a:off x="5187894" y="4370036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8" name="Ellipszis 367"/>
            <p:cNvSpPr/>
            <p:nvPr/>
          </p:nvSpPr>
          <p:spPr>
            <a:xfrm rot="18022506" flipH="1">
              <a:off x="4911669" y="4217636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7" name="Ellipszis 366"/>
            <p:cNvSpPr/>
            <p:nvPr/>
          </p:nvSpPr>
          <p:spPr>
            <a:xfrm rot="3577494">
              <a:off x="6640457" y="4146199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6" name="Ellipszis 365"/>
            <p:cNvSpPr/>
            <p:nvPr/>
          </p:nvSpPr>
          <p:spPr>
            <a:xfrm rot="2901804">
              <a:off x="6606012" y="3860991"/>
              <a:ext cx="231420" cy="102559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5" name="Ellipszis 364"/>
            <p:cNvSpPr/>
            <p:nvPr/>
          </p:nvSpPr>
          <p:spPr>
            <a:xfrm rot="2765525">
              <a:off x="6723996" y="3295294"/>
              <a:ext cx="164532" cy="113491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4" name="Ellipszis 363"/>
            <p:cNvSpPr/>
            <p:nvPr/>
          </p:nvSpPr>
          <p:spPr>
            <a:xfrm rot="2445801">
              <a:off x="6586103" y="291408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2" name="Ellipszis 361"/>
            <p:cNvSpPr/>
            <p:nvPr/>
          </p:nvSpPr>
          <p:spPr>
            <a:xfrm rot="500387">
              <a:off x="6343213" y="250450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1" name="Ellipszis 360"/>
            <p:cNvSpPr/>
            <p:nvPr/>
          </p:nvSpPr>
          <p:spPr>
            <a:xfrm rot="20488461">
              <a:off x="5810763" y="1822108"/>
              <a:ext cx="285317" cy="13347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9" name="Ellipszis 358"/>
            <p:cNvSpPr/>
            <p:nvPr/>
          </p:nvSpPr>
          <p:spPr>
            <a:xfrm rot="960565">
              <a:off x="5472626" y="1907834"/>
              <a:ext cx="285317" cy="13347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8" name="Ellipszis 357"/>
            <p:cNvSpPr/>
            <p:nvPr/>
          </p:nvSpPr>
          <p:spPr>
            <a:xfrm>
              <a:off x="5189220" y="2328862"/>
              <a:ext cx="1192530" cy="296576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5" name="Ellipszis 354"/>
            <p:cNvSpPr/>
            <p:nvPr/>
          </p:nvSpPr>
          <p:spPr>
            <a:xfrm>
              <a:off x="5594350" y="1789430"/>
              <a:ext cx="393700" cy="29718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8" name="Ellipszis 397"/>
            <p:cNvSpPr/>
            <p:nvPr/>
          </p:nvSpPr>
          <p:spPr>
            <a:xfrm rot="2197682">
              <a:off x="5140032" y="3117312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71" name="Egyenes összekötő 70">
            <a:extLst>
              <a:ext uri="{FF2B5EF4-FFF2-40B4-BE49-F238E27FC236}">
                <a16:creationId xmlns:a16="http://schemas.microsoft.com/office/drawing/2014/main" id="{21E1589A-4C45-426A-8782-2386E9474D3D}"/>
              </a:ext>
            </a:extLst>
          </p:cNvPr>
          <p:cNvCxnSpPr>
            <a:cxnSpLocks/>
          </p:cNvCxnSpPr>
          <p:nvPr/>
        </p:nvCxnSpPr>
        <p:spPr>
          <a:xfrm rot="5400000">
            <a:off x="5479695" y="5503511"/>
            <a:ext cx="347568" cy="87902"/>
          </a:xfrm>
          <a:prstGeom prst="line">
            <a:avLst/>
          </a:prstGeom>
          <a:ln w="76200">
            <a:solidFill>
              <a:schemeClr val="accent2">
                <a:lumMod val="75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2" name="Egyenes összekötő 71">
            <a:extLst>
              <a:ext uri="{FF2B5EF4-FFF2-40B4-BE49-F238E27FC236}">
                <a16:creationId xmlns:a16="http://schemas.microsoft.com/office/drawing/2014/main" id="{CCA17437-17FE-4135-8A7D-531B173B2FF2}"/>
              </a:ext>
            </a:extLst>
          </p:cNvPr>
          <p:cNvCxnSpPr>
            <a:cxnSpLocks/>
          </p:cNvCxnSpPr>
          <p:nvPr/>
        </p:nvCxnSpPr>
        <p:spPr>
          <a:xfrm rot="5400000">
            <a:off x="5481147" y="5812010"/>
            <a:ext cx="251933" cy="4694"/>
          </a:xfrm>
          <a:prstGeom prst="line">
            <a:avLst/>
          </a:prstGeom>
          <a:ln w="76200">
            <a:solidFill>
              <a:schemeClr val="accent2">
                <a:lumMod val="75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3" name="Egyenes összekötő 72">
            <a:extLst>
              <a:ext uri="{FF2B5EF4-FFF2-40B4-BE49-F238E27FC236}">
                <a16:creationId xmlns:a16="http://schemas.microsoft.com/office/drawing/2014/main" id="{7EABF34E-ED8D-4877-B58C-E0413F8A7B34}"/>
              </a:ext>
            </a:extLst>
          </p:cNvPr>
          <p:cNvCxnSpPr>
            <a:cxnSpLocks/>
          </p:cNvCxnSpPr>
          <p:nvPr/>
        </p:nvCxnSpPr>
        <p:spPr>
          <a:xfrm rot="16200000" flipH="1">
            <a:off x="5562820" y="5524518"/>
            <a:ext cx="369319" cy="10033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4" name="Egyenes összekötő 73">
            <a:extLst>
              <a:ext uri="{FF2B5EF4-FFF2-40B4-BE49-F238E27FC236}">
                <a16:creationId xmlns:a16="http://schemas.microsoft.com/office/drawing/2014/main" id="{C1EE5CFB-110F-4F86-9091-3593B53F5D8E}"/>
              </a:ext>
            </a:extLst>
          </p:cNvPr>
          <p:cNvCxnSpPr>
            <a:cxnSpLocks/>
          </p:cNvCxnSpPr>
          <p:nvPr/>
        </p:nvCxnSpPr>
        <p:spPr>
          <a:xfrm rot="16200000" flipH="1">
            <a:off x="5647627" y="5873645"/>
            <a:ext cx="304302" cy="14793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5" name="Egyenes összekötő 74">
            <a:extLst>
              <a:ext uri="{FF2B5EF4-FFF2-40B4-BE49-F238E27FC236}">
                <a16:creationId xmlns:a16="http://schemas.microsoft.com/office/drawing/2014/main" id="{10AE773F-55A6-4494-90F0-E7CC851F6BEC}"/>
              </a:ext>
            </a:extLst>
          </p:cNvPr>
          <p:cNvCxnSpPr>
            <a:cxnSpLocks/>
          </p:cNvCxnSpPr>
          <p:nvPr/>
        </p:nvCxnSpPr>
        <p:spPr>
          <a:xfrm>
            <a:off x="5564597" y="5973347"/>
            <a:ext cx="78147" cy="0"/>
          </a:xfrm>
          <a:prstGeom prst="line">
            <a:avLst/>
          </a:prstGeom>
          <a:ln w="76200">
            <a:solidFill>
              <a:srgbClr val="00153E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6" name="Egyenes összekötő 75">
            <a:extLst>
              <a:ext uri="{FF2B5EF4-FFF2-40B4-BE49-F238E27FC236}">
                <a16:creationId xmlns:a16="http://schemas.microsoft.com/office/drawing/2014/main" id="{81B2B4CD-4755-4A04-998D-BB7C9B9432D8}"/>
              </a:ext>
            </a:extLst>
          </p:cNvPr>
          <p:cNvCxnSpPr>
            <a:cxnSpLocks/>
          </p:cNvCxnSpPr>
          <p:nvPr/>
        </p:nvCxnSpPr>
        <p:spPr>
          <a:xfrm rot="16200000" flipV="1">
            <a:off x="5768131" y="6058442"/>
            <a:ext cx="77333" cy="75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139">
            <a:extLst>
              <a:ext uri="{FF2B5EF4-FFF2-40B4-BE49-F238E27FC236}">
                <a16:creationId xmlns:a16="http://schemas.microsoft.com/office/drawing/2014/main" id="{6EB88FBB-929F-4B4D-9B2A-C9712C0B5C84}"/>
              </a:ext>
            </a:extLst>
          </p:cNvPr>
          <p:cNvGrpSpPr/>
          <p:nvPr/>
        </p:nvGrpSpPr>
        <p:grpSpPr>
          <a:xfrm rot="3962727" flipH="1">
            <a:off x="5535825" y="4697616"/>
            <a:ext cx="86186" cy="279310"/>
            <a:chOff x="10962001" y="4090526"/>
            <a:chExt cx="61768" cy="1372560"/>
          </a:xfrm>
        </p:grpSpPr>
        <p:cxnSp>
          <p:nvCxnSpPr>
            <p:cNvPr id="216" name="Egyenes összekötő 215">
              <a:extLst>
                <a:ext uri="{FF2B5EF4-FFF2-40B4-BE49-F238E27FC236}">
                  <a16:creationId xmlns:a16="http://schemas.microsoft.com/office/drawing/2014/main" id="{1F33EDE7-13B4-4621-B85C-BBEDB6037102}"/>
                </a:ext>
              </a:extLst>
            </p:cNvPr>
            <p:cNvCxnSpPr>
              <a:cxnSpLocks/>
            </p:cNvCxnSpPr>
            <p:nvPr/>
          </p:nvCxnSpPr>
          <p:spPr>
            <a:xfrm rot="18394918" flipH="1">
              <a:off x="10817508" y="4262704"/>
              <a:ext cx="378439" cy="34083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4" name="Csoportba foglalás 107">
              <a:extLst>
                <a:ext uri="{FF2B5EF4-FFF2-40B4-BE49-F238E27FC236}">
                  <a16:creationId xmlns:a16="http://schemas.microsoft.com/office/drawing/2014/main" id="{4D20A68F-4B6C-4414-A348-C48116DFD9B6}"/>
                </a:ext>
              </a:extLst>
            </p:cNvPr>
            <p:cNvGrpSpPr/>
            <p:nvPr/>
          </p:nvGrpSpPr>
          <p:grpSpPr>
            <a:xfrm>
              <a:off x="10962001" y="4457773"/>
              <a:ext cx="57917" cy="1005313"/>
              <a:chOff x="5436231" y="3175709"/>
              <a:chExt cx="57917" cy="1005313"/>
            </a:xfrm>
          </p:grpSpPr>
          <p:cxnSp>
            <p:nvCxnSpPr>
              <p:cNvPr id="223" name="Egyenes összekötő 222">
                <a:extLst>
                  <a:ext uri="{FF2B5EF4-FFF2-40B4-BE49-F238E27FC236}">
                    <a16:creationId xmlns:a16="http://schemas.microsoft.com/office/drawing/2014/main" id="{5728C0A8-CF5B-4E1F-ABA8-1FC10127C6BE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5135674" y="3484225"/>
                <a:ext cx="666989" cy="49958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26" name="Egyenes összekötő 225">
                <a:extLst>
                  <a:ext uri="{FF2B5EF4-FFF2-40B4-BE49-F238E27FC236}">
                    <a16:creationId xmlns:a16="http://schemas.microsoft.com/office/drawing/2014/main" id="{47735CD3-81A9-41D3-9F84-CFEACDD5D310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V="1">
                <a:off x="5411753" y="3910227"/>
                <a:ext cx="101393" cy="11307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27" name="Egyenes összekötő 226">
                <a:extLst>
                  <a:ext uri="{FF2B5EF4-FFF2-40B4-BE49-F238E27FC236}">
                    <a16:creationId xmlns:a16="http://schemas.microsoft.com/office/drawing/2014/main" id="{2172A2B5-EAF0-4E4E-8872-78BD1538A336}"/>
                  </a:ext>
                </a:extLst>
              </p:cNvPr>
              <p:cNvCxnSpPr>
                <a:cxnSpLocks/>
              </p:cNvCxnSpPr>
              <p:nvPr/>
            </p:nvCxnSpPr>
            <p:spPr>
              <a:xfrm rot="19154018" flipH="1">
                <a:off x="5436231" y="3969602"/>
                <a:ext cx="52659" cy="211420"/>
              </a:xfrm>
              <a:prstGeom prst="line">
                <a:avLst/>
              </a:prstGeom>
              <a:ln w="76200">
                <a:solidFill>
                  <a:srgbClr val="F4AF8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70" name="Egyenes összekötő 69">
            <a:extLst>
              <a:ext uri="{FF2B5EF4-FFF2-40B4-BE49-F238E27FC236}">
                <a16:creationId xmlns:a16="http://schemas.microsoft.com/office/drawing/2014/main" id="{75DBB7EB-4CDD-4337-8CC1-B1B5059E8000}"/>
              </a:ext>
            </a:extLst>
          </p:cNvPr>
          <p:cNvCxnSpPr>
            <a:cxnSpLocks/>
          </p:cNvCxnSpPr>
          <p:nvPr/>
        </p:nvCxnSpPr>
        <p:spPr>
          <a:xfrm rot="16200000" flipH="1">
            <a:off x="5253981" y="4948080"/>
            <a:ext cx="824726" cy="612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7" name="Egyenes összekötő 76">
            <a:extLst>
              <a:ext uri="{FF2B5EF4-FFF2-40B4-BE49-F238E27FC236}">
                <a16:creationId xmlns:a16="http://schemas.microsoft.com/office/drawing/2014/main" id="{90E45E59-D190-406C-AE5B-538296B65A35}"/>
              </a:ext>
            </a:extLst>
          </p:cNvPr>
          <p:cNvCxnSpPr>
            <a:cxnSpLocks/>
          </p:cNvCxnSpPr>
          <p:nvPr/>
        </p:nvCxnSpPr>
        <p:spPr>
          <a:xfrm flipV="1">
            <a:off x="5660405" y="5374334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8" name="Egyenes összekötő 77">
            <a:extLst>
              <a:ext uri="{FF2B5EF4-FFF2-40B4-BE49-F238E27FC236}">
                <a16:creationId xmlns:a16="http://schemas.microsoft.com/office/drawing/2014/main" id="{A7E24C51-B347-4CB3-8E31-A63327CC4FF4}"/>
              </a:ext>
            </a:extLst>
          </p:cNvPr>
          <p:cNvCxnSpPr>
            <a:cxnSpLocks/>
          </p:cNvCxnSpPr>
          <p:nvPr/>
        </p:nvCxnSpPr>
        <p:spPr>
          <a:xfrm flipH="1">
            <a:off x="5616205" y="5369576"/>
            <a:ext cx="101350" cy="8237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9" name="Egyenes összekötő 78">
            <a:extLst>
              <a:ext uri="{FF2B5EF4-FFF2-40B4-BE49-F238E27FC236}">
                <a16:creationId xmlns:a16="http://schemas.microsoft.com/office/drawing/2014/main" id="{78EA95D6-572A-436F-8106-BBE2C7F94ABE}"/>
              </a:ext>
            </a:extLst>
          </p:cNvPr>
          <p:cNvCxnSpPr>
            <a:cxnSpLocks/>
          </p:cNvCxnSpPr>
          <p:nvPr/>
        </p:nvCxnSpPr>
        <p:spPr>
          <a:xfrm>
            <a:off x="5711088" y="5374334"/>
            <a:ext cx="181367" cy="8238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sp>
        <p:nvSpPr>
          <p:cNvPr id="80" name="Ellipszis 79">
            <a:extLst>
              <a:ext uri="{FF2B5EF4-FFF2-40B4-BE49-F238E27FC236}">
                <a16:creationId xmlns:a16="http://schemas.microsoft.com/office/drawing/2014/main" id="{D2385819-FD57-45BC-8C43-7C867923C060}"/>
              </a:ext>
            </a:extLst>
          </p:cNvPr>
          <p:cNvSpPr/>
          <p:nvPr/>
        </p:nvSpPr>
        <p:spPr>
          <a:xfrm rot="21029991">
            <a:off x="5359824" y="4131801"/>
            <a:ext cx="467414" cy="450603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352"/>
          <p:cNvGrpSpPr/>
          <p:nvPr/>
        </p:nvGrpSpPr>
        <p:grpSpPr>
          <a:xfrm>
            <a:off x="4811362" y="3299515"/>
            <a:ext cx="1466744" cy="1443260"/>
            <a:chOff x="2787044" y="1332487"/>
            <a:chExt cx="1466744" cy="1443260"/>
          </a:xfrm>
        </p:grpSpPr>
        <p:sp>
          <p:nvSpPr>
            <p:cNvPr id="352" name="Ellipszis 351"/>
            <p:cNvSpPr/>
            <p:nvPr/>
          </p:nvSpPr>
          <p:spPr>
            <a:xfrm rot="17461877" flipV="1">
              <a:off x="3773377" y="2420973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1" name="Ellipszis 350"/>
            <p:cNvSpPr/>
            <p:nvPr/>
          </p:nvSpPr>
          <p:spPr>
            <a:xfrm rot="19260662" flipV="1">
              <a:off x="3729699" y="2466457"/>
              <a:ext cx="130085" cy="6054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0" name="Ellipszis 349"/>
            <p:cNvSpPr/>
            <p:nvPr/>
          </p:nvSpPr>
          <p:spPr>
            <a:xfrm rot="20701905" flipV="1">
              <a:off x="3727732" y="2489344"/>
              <a:ext cx="102370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9" name="Ellipszis 348"/>
            <p:cNvSpPr/>
            <p:nvPr/>
          </p:nvSpPr>
          <p:spPr>
            <a:xfrm rot="20701905" flipV="1">
              <a:off x="3785283" y="2459072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7" name="Ellipszis 346"/>
            <p:cNvSpPr/>
            <p:nvPr/>
          </p:nvSpPr>
          <p:spPr>
            <a:xfrm rot="1557053">
              <a:off x="3845769" y="2170755"/>
              <a:ext cx="78641" cy="29602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6" name="Ellipszis 345"/>
            <p:cNvSpPr/>
            <p:nvPr/>
          </p:nvSpPr>
          <p:spPr>
            <a:xfrm rot="20588735">
              <a:off x="3782985" y="2254403"/>
              <a:ext cx="45719" cy="157873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5" name="Ellipszis 344"/>
            <p:cNvSpPr/>
            <p:nvPr/>
          </p:nvSpPr>
          <p:spPr>
            <a:xfrm rot="19475410">
              <a:off x="3717081" y="2083144"/>
              <a:ext cx="72506" cy="294032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4" name="Ellipszis 343"/>
            <p:cNvSpPr/>
            <p:nvPr/>
          </p:nvSpPr>
          <p:spPr>
            <a:xfrm rot="1557053">
              <a:off x="3805553" y="2053369"/>
              <a:ext cx="72506" cy="270593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3" name="Ellipszis 342"/>
            <p:cNvSpPr/>
            <p:nvPr/>
          </p:nvSpPr>
          <p:spPr>
            <a:xfrm rot="1557053">
              <a:off x="3798044" y="2006945"/>
              <a:ext cx="72506" cy="294032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2" name="Ellipszis 341"/>
            <p:cNvSpPr/>
            <p:nvPr/>
          </p:nvSpPr>
          <p:spPr>
            <a:xfrm rot="18358001">
              <a:off x="3342656" y="1895267"/>
              <a:ext cx="86936" cy="20947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1" name="Ellipszis 340"/>
            <p:cNvSpPr/>
            <p:nvPr/>
          </p:nvSpPr>
          <p:spPr>
            <a:xfrm rot="19740016">
              <a:off x="3328367" y="1930986"/>
              <a:ext cx="86936" cy="20947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0" name="Ellipszis 339"/>
            <p:cNvSpPr/>
            <p:nvPr/>
          </p:nvSpPr>
          <p:spPr>
            <a:xfrm rot="18226193">
              <a:off x="3269164" y="1892887"/>
              <a:ext cx="54104" cy="140936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9" name="Ellipszis 338"/>
            <p:cNvSpPr/>
            <p:nvPr/>
          </p:nvSpPr>
          <p:spPr>
            <a:xfrm rot="16983355">
              <a:off x="3318885" y="2429111"/>
              <a:ext cx="45719" cy="127958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8" name="Ellipszis 337"/>
            <p:cNvSpPr/>
            <p:nvPr/>
          </p:nvSpPr>
          <p:spPr>
            <a:xfrm rot="19280624">
              <a:off x="3272018" y="2325814"/>
              <a:ext cx="53553" cy="17946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7" name="Ellipszis 336"/>
            <p:cNvSpPr/>
            <p:nvPr/>
          </p:nvSpPr>
          <p:spPr>
            <a:xfrm rot="18267339">
              <a:off x="3359120" y="1999113"/>
              <a:ext cx="62830" cy="31059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6" name="Ellipszis 335"/>
            <p:cNvSpPr/>
            <p:nvPr/>
          </p:nvSpPr>
          <p:spPr>
            <a:xfrm rot="20229635">
              <a:off x="3276057" y="2024774"/>
              <a:ext cx="62830" cy="34593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5" name="Ellipszis 334"/>
            <p:cNvSpPr/>
            <p:nvPr/>
          </p:nvSpPr>
          <p:spPr>
            <a:xfrm rot="20229635">
              <a:off x="3185569" y="2000961"/>
              <a:ext cx="62830" cy="34593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4" name="Ellipszis 333"/>
            <p:cNvSpPr/>
            <p:nvPr/>
          </p:nvSpPr>
          <p:spPr>
            <a:xfrm rot="20781721">
              <a:off x="3329143" y="2110792"/>
              <a:ext cx="58402" cy="346635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3" name="Ellipszis 332"/>
            <p:cNvSpPr/>
            <p:nvPr/>
          </p:nvSpPr>
          <p:spPr>
            <a:xfrm rot="20236544">
              <a:off x="3274489" y="2081252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2" name="Ellipszis 331"/>
            <p:cNvSpPr/>
            <p:nvPr/>
          </p:nvSpPr>
          <p:spPr>
            <a:xfrm rot="20554922">
              <a:off x="3629179" y="1972764"/>
              <a:ext cx="72226" cy="3598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1" name="Ellipszis 330"/>
            <p:cNvSpPr/>
            <p:nvPr/>
          </p:nvSpPr>
          <p:spPr>
            <a:xfrm rot="307296">
              <a:off x="3707087" y="2069844"/>
              <a:ext cx="45719" cy="389928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7" name="Ellipszis 326"/>
            <p:cNvSpPr/>
            <p:nvPr/>
          </p:nvSpPr>
          <p:spPr>
            <a:xfrm rot="1131027">
              <a:off x="3531169" y="1895676"/>
              <a:ext cx="310009" cy="34488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6" name="Ellipszis 325"/>
            <p:cNvSpPr/>
            <p:nvPr/>
          </p:nvSpPr>
          <p:spPr>
            <a:xfrm rot="1131027">
              <a:off x="3388832" y="1858662"/>
              <a:ext cx="197318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5" name="Ellipszis 324"/>
            <p:cNvSpPr/>
            <p:nvPr/>
          </p:nvSpPr>
          <p:spPr>
            <a:xfrm rot="307296">
              <a:off x="3360855" y="1912104"/>
              <a:ext cx="58402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3" name="Ellipszis 312"/>
            <p:cNvSpPr/>
            <p:nvPr/>
          </p:nvSpPr>
          <p:spPr>
            <a:xfrm rot="2090414">
              <a:off x="3576242" y="1995732"/>
              <a:ext cx="45719" cy="24453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2" name="Ellipszis 311"/>
            <p:cNvSpPr/>
            <p:nvPr/>
          </p:nvSpPr>
          <p:spPr>
            <a:xfrm rot="4163951">
              <a:off x="3574524" y="1966952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0" name="Ellipszis 309"/>
            <p:cNvSpPr/>
            <p:nvPr/>
          </p:nvSpPr>
          <p:spPr>
            <a:xfrm rot="307296">
              <a:off x="3387049" y="2078793"/>
              <a:ext cx="58402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1" name="Ellipszis 310"/>
            <p:cNvSpPr/>
            <p:nvPr/>
          </p:nvSpPr>
          <p:spPr>
            <a:xfrm rot="2090414">
              <a:off x="3486420" y="1969333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287"/>
            <p:cNvGrpSpPr/>
            <p:nvPr/>
          </p:nvGrpSpPr>
          <p:grpSpPr>
            <a:xfrm rot="1507515">
              <a:off x="3485504" y="1833174"/>
              <a:ext cx="340515" cy="385214"/>
              <a:chOff x="3324745" y="1577582"/>
              <a:chExt cx="436219" cy="460729"/>
            </a:xfrm>
          </p:grpSpPr>
          <p:sp>
            <p:nvSpPr>
              <p:cNvPr id="289" name="Ellipszis 288"/>
              <p:cNvSpPr/>
              <p:nvPr/>
            </p:nvSpPr>
            <p:spPr>
              <a:xfrm rot="1190723">
                <a:off x="3532640" y="1837257"/>
                <a:ext cx="93829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0" name="Ellipszis 289"/>
              <p:cNvSpPr/>
              <p:nvPr/>
            </p:nvSpPr>
            <p:spPr>
              <a:xfrm rot="3450357">
                <a:off x="3626547" y="1855174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1" name="Ellipszis 290"/>
              <p:cNvSpPr/>
              <p:nvPr/>
            </p:nvSpPr>
            <p:spPr>
              <a:xfrm rot="6727867">
                <a:off x="3405089" y="1838506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2" name="Ellipszis 291"/>
              <p:cNvSpPr/>
              <p:nvPr/>
            </p:nvSpPr>
            <p:spPr>
              <a:xfrm rot="3245755">
                <a:off x="3386102" y="1764410"/>
                <a:ext cx="86455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3" name="Ellipszis 292"/>
              <p:cNvSpPr/>
              <p:nvPr/>
            </p:nvSpPr>
            <p:spPr>
              <a:xfrm rot="2136681">
                <a:off x="3439499" y="1736040"/>
                <a:ext cx="257453" cy="26566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4" name="Ellipszis 293"/>
              <p:cNvSpPr/>
              <p:nvPr/>
            </p:nvSpPr>
            <p:spPr>
              <a:xfrm rot="3028841">
                <a:off x="3486139" y="1563294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5" name="Ellipszis 294"/>
              <p:cNvSpPr/>
              <p:nvPr/>
            </p:nvSpPr>
            <p:spPr>
              <a:xfrm rot="2136681">
                <a:off x="3545670" y="1577582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6" name="Ellipszis 295"/>
              <p:cNvSpPr/>
              <p:nvPr/>
            </p:nvSpPr>
            <p:spPr>
              <a:xfrm rot="20256029">
                <a:off x="3626760" y="1685012"/>
                <a:ext cx="45719" cy="4804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7" name="Ellipszis 296"/>
              <p:cNvSpPr/>
              <p:nvPr/>
            </p:nvSpPr>
            <p:spPr>
              <a:xfrm rot="20256029">
                <a:off x="3647963" y="1651344"/>
                <a:ext cx="45719" cy="30930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8" name="Ellipszis 297"/>
              <p:cNvSpPr/>
              <p:nvPr/>
            </p:nvSpPr>
            <p:spPr>
              <a:xfrm rot="20256029">
                <a:off x="3714660" y="1884439"/>
                <a:ext cx="46304" cy="5868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7" name="Csoportba foglalás 286"/>
            <p:cNvGrpSpPr/>
            <p:nvPr/>
          </p:nvGrpSpPr>
          <p:grpSpPr>
            <a:xfrm>
              <a:off x="3324745" y="1577582"/>
              <a:ext cx="436219" cy="460729"/>
              <a:chOff x="3324745" y="1577582"/>
              <a:chExt cx="436219" cy="460729"/>
            </a:xfrm>
          </p:grpSpPr>
          <p:sp>
            <p:nvSpPr>
              <p:cNvPr id="286" name="Ellipszis 285"/>
              <p:cNvSpPr/>
              <p:nvPr/>
            </p:nvSpPr>
            <p:spPr>
              <a:xfrm rot="1190723">
                <a:off x="3532640" y="1837257"/>
                <a:ext cx="93829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5" name="Ellipszis 284"/>
              <p:cNvSpPr/>
              <p:nvPr/>
            </p:nvSpPr>
            <p:spPr>
              <a:xfrm rot="3450357">
                <a:off x="3626547" y="1855174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3" name="Ellipszis 282"/>
              <p:cNvSpPr/>
              <p:nvPr/>
            </p:nvSpPr>
            <p:spPr>
              <a:xfrm rot="6727867">
                <a:off x="3405089" y="1838506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4" name="Ellipszis 283"/>
              <p:cNvSpPr/>
              <p:nvPr/>
            </p:nvSpPr>
            <p:spPr>
              <a:xfrm rot="3245755">
                <a:off x="3386102" y="1764410"/>
                <a:ext cx="86455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2" name="Ellipszis 281"/>
              <p:cNvSpPr/>
              <p:nvPr/>
            </p:nvSpPr>
            <p:spPr>
              <a:xfrm rot="2136681">
                <a:off x="3439499" y="1736040"/>
                <a:ext cx="257453" cy="26566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6" name="Ellipszis 275"/>
              <p:cNvSpPr/>
              <p:nvPr/>
            </p:nvSpPr>
            <p:spPr>
              <a:xfrm rot="3028841">
                <a:off x="3486139" y="1563294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5" name="Ellipszis 274"/>
              <p:cNvSpPr/>
              <p:nvPr/>
            </p:nvSpPr>
            <p:spPr>
              <a:xfrm rot="2136681">
                <a:off x="3545670" y="1577582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0" name="Ellipszis 279"/>
              <p:cNvSpPr/>
              <p:nvPr/>
            </p:nvSpPr>
            <p:spPr>
              <a:xfrm rot="20256029">
                <a:off x="3626760" y="1685012"/>
                <a:ext cx="45719" cy="4804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9" name="Ellipszis 278"/>
              <p:cNvSpPr/>
              <p:nvPr/>
            </p:nvSpPr>
            <p:spPr>
              <a:xfrm rot="20256029">
                <a:off x="3647963" y="1651344"/>
                <a:ext cx="45719" cy="30930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1" name="Ellipszis 280"/>
              <p:cNvSpPr/>
              <p:nvPr/>
            </p:nvSpPr>
            <p:spPr>
              <a:xfrm rot="20256029">
                <a:off x="3714660" y="1884439"/>
                <a:ext cx="46304" cy="5868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8" name="Csoportba foglalás 272"/>
            <p:cNvGrpSpPr/>
            <p:nvPr/>
          </p:nvGrpSpPr>
          <p:grpSpPr>
            <a:xfrm>
              <a:off x="2787044" y="1332487"/>
              <a:ext cx="1466744" cy="1443260"/>
              <a:chOff x="2863244" y="1320580"/>
              <a:chExt cx="1466744" cy="1443260"/>
            </a:xfrm>
          </p:grpSpPr>
          <p:grpSp>
            <p:nvGrpSpPr>
              <p:cNvPr id="10" name="Csoportba foglalás 258"/>
              <p:cNvGrpSpPr/>
              <p:nvPr/>
            </p:nvGrpSpPr>
            <p:grpSpPr>
              <a:xfrm>
                <a:off x="2863244" y="1320580"/>
                <a:ext cx="1466744" cy="1443260"/>
                <a:chOff x="4977793" y="2339755"/>
                <a:chExt cx="1466744" cy="1443260"/>
              </a:xfrm>
              <a:noFill/>
            </p:grpSpPr>
            <p:grpSp>
              <p:nvGrpSpPr>
                <p:cNvPr id="11" name="Csoportba foglalás 237"/>
                <p:cNvGrpSpPr/>
                <p:nvPr/>
              </p:nvGrpSpPr>
              <p:grpSpPr>
                <a:xfrm>
                  <a:off x="5523715" y="3129758"/>
                  <a:ext cx="511266" cy="653257"/>
                  <a:chOff x="4261653" y="2296321"/>
                  <a:chExt cx="511266" cy="653257"/>
                </a:xfrm>
                <a:grpFill/>
              </p:grpSpPr>
              <p:grpSp>
                <p:nvGrpSpPr>
                  <p:cNvPr id="12" name="Csoportba foglalás 187"/>
                  <p:cNvGrpSpPr/>
                  <p:nvPr/>
                </p:nvGrpSpPr>
                <p:grpSpPr>
                  <a:xfrm rot="823178">
                    <a:off x="4360727" y="2357252"/>
                    <a:ext cx="284279" cy="462682"/>
                    <a:chOff x="4230326" y="1571625"/>
                    <a:chExt cx="236899" cy="441327"/>
                  </a:xfrm>
                  <a:grpFill/>
                </p:grpSpPr>
                <p:sp>
                  <p:nvSpPr>
                    <p:cNvPr id="186" name="Ív 185"/>
                    <p:cNvSpPr/>
                    <p:nvPr/>
                  </p:nvSpPr>
                  <p:spPr>
                    <a:xfrm>
                      <a:off x="4230326" y="1610118"/>
                      <a:ext cx="227374" cy="4028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187" name="Ív 186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3" name="Csoportba foglalás 188"/>
                  <p:cNvGrpSpPr/>
                  <p:nvPr/>
                </p:nvGrpSpPr>
                <p:grpSpPr>
                  <a:xfrm>
                    <a:off x="4576146" y="2436966"/>
                    <a:ext cx="175566" cy="312892"/>
                    <a:chOff x="4238625" y="1571625"/>
                    <a:chExt cx="228600" cy="441325"/>
                  </a:xfrm>
                  <a:grpFill/>
                </p:grpSpPr>
                <p:sp>
                  <p:nvSpPr>
                    <p:cNvPr id="190" name="Ív 189"/>
                    <p:cNvSpPr/>
                    <p:nvPr/>
                  </p:nvSpPr>
                  <p:spPr>
                    <a:xfrm>
                      <a:off x="4276641" y="1630745"/>
                      <a:ext cx="181059" cy="38220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191" name="Ív 190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4" name="Csoportba foglalás 191"/>
                  <p:cNvGrpSpPr/>
                  <p:nvPr/>
                </p:nvGrpSpPr>
                <p:grpSpPr>
                  <a:xfrm flipH="1">
                    <a:off x="4313623" y="2296321"/>
                    <a:ext cx="459296" cy="653257"/>
                    <a:chOff x="4221715" y="1547296"/>
                    <a:chExt cx="249617" cy="465654"/>
                  </a:xfrm>
                  <a:grpFill/>
                </p:grpSpPr>
                <p:sp>
                  <p:nvSpPr>
                    <p:cNvPr id="206" name="Ív 205"/>
                    <p:cNvSpPr/>
                    <p:nvPr/>
                  </p:nvSpPr>
                  <p:spPr>
                    <a:xfrm>
                      <a:off x="4229100" y="1619250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07" name="Ív 206"/>
                    <p:cNvSpPr/>
                    <p:nvPr/>
                  </p:nvSpPr>
                  <p:spPr>
                    <a:xfrm rot="1497937">
                      <a:off x="4221715" y="1547296"/>
                      <a:ext cx="249617" cy="41311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08"/>
                  <p:cNvGrpSpPr/>
                  <p:nvPr/>
                </p:nvGrpSpPr>
                <p:grpSpPr>
                  <a:xfrm flipH="1">
                    <a:off x="4261653" y="2451692"/>
                    <a:ext cx="175566" cy="312892"/>
                    <a:chOff x="4238625" y="1571625"/>
                    <a:chExt cx="228600" cy="441325"/>
                  </a:xfrm>
                  <a:grpFill/>
                </p:grpSpPr>
                <p:sp>
                  <p:nvSpPr>
                    <p:cNvPr id="210" name="Ív 209"/>
                    <p:cNvSpPr/>
                    <p:nvPr/>
                  </p:nvSpPr>
                  <p:spPr>
                    <a:xfrm>
                      <a:off x="4363886" y="1653638"/>
                      <a:ext cx="93814" cy="359312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11" name="Szabadkézi sokszög 210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custGeom>
                      <a:avLst/>
                      <a:gdLst>
                        <a:gd name="connsiteX0" fmla="*/ 114300 w 228600"/>
                        <a:gd name="connsiteY0" fmla="*/ 0 h 393700"/>
                        <a:gd name="connsiteX1" fmla="*/ 213145 w 228600"/>
                        <a:gd name="connsiteY1" fmla="*/ 98005 h 393700"/>
                        <a:gd name="connsiteX2" fmla="*/ 228600 w 228600"/>
                        <a:gd name="connsiteY2" fmla="*/ 196850 h 393700"/>
                        <a:gd name="connsiteX3" fmla="*/ 114300 w 228600"/>
                        <a:gd name="connsiteY3" fmla="*/ 196850 h 393700"/>
                        <a:gd name="connsiteX4" fmla="*/ 114300 w 228600"/>
                        <a:gd name="connsiteY4" fmla="*/ 0 h 393700"/>
                        <a:gd name="connsiteX0" fmla="*/ 114300 w 228600"/>
                        <a:gd name="connsiteY0" fmla="*/ 0 h 393700"/>
                        <a:gd name="connsiteX1" fmla="*/ 213145 w 228600"/>
                        <a:gd name="connsiteY1" fmla="*/ 98005 h 393700"/>
                        <a:gd name="connsiteX2" fmla="*/ 228600 w 228600"/>
                        <a:gd name="connsiteY2" fmla="*/ 196850 h 393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28600" h="393700" stroke="0" extrusionOk="0">
                          <a:moveTo>
                            <a:pt x="114300" y="0"/>
                          </a:moveTo>
                          <a:cubicBezTo>
                            <a:pt x="155035" y="0"/>
                            <a:pt x="192691" y="37336"/>
                            <a:pt x="213145" y="98005"/>
                          </a:cubicBezTo>
                          <a:cubicBezTo>
                            <a:pt x="223268" y="128030"/>
                            <a:pt x="228600" y="162131"/>
                            <a:pt x="228600" y="196850"/>
                          </a:cubicBezTo>
                          <a:lnTo>
                            <a:pt x="114300" y="196850"/>
                          </a:lnTo>
                          <a:lnTo>
                            <a:pt x="114300" y="0"/>
                          </a:lnTo>
                          <a:close/>
                        </a:path>
                        <a:path w="228600" h="393700" fill="none">
                          <a:moveTo>
                            <a:pt x="114300" y="0"/>
                          </a:moveTo>
                          <a:cubicBezTo>
                            <a:pt x="155035" y="0"/>
                            <a:pt x="192691" y="37336"/>
                            <a:pt x="213145" y="98005"/>
                          </a:cubicBezTo>
                          <a:cubicBezTo>
                            <a:pt x="223268" y="128030"/>
                            <a:pt x="228600" y="162131"/>
                            <a:pt x="228600" y="196850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grpSp>
              <p:nvGrpSpPr>
                <p:cNvPr id="16" name="Csoportba foglalás 216"/>
                <p:cNvGrpSpPr/>
                <p:nvPr/>
              </p:nvGrpSpPr>
              <p:grpSpPr>
                <a:xfrm rot="3198530" flipV="1">
                  <a:off x="5904716" y="3241840"/>
                  <a:ext cx="186467" cy="318155"/>
                  <a:chOff x="4227236" y="1572297"/>
                  <a:chExt cx="242794" cy="448748"/>
                </a:xfrm>
                <a:grpFill/>
              </p:grpSpPr>
              <p:sp>
                <p:nvSpPr>
                  <p:cNvPr id="218" name="Ív 217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0" name="Ív 229"/>
                  <p:cNvSpPr/>
                  <p:nvPr/>
                </p:nvSpPr>
                <p:spPr>
                  <a:xfrm rot="1497937">
                    <a:off x="4227236" y="1572297"/>
                    <a:ext cx="242794" cy="448748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7" name="Csoportba foglalás 230"/>
                <p:cNvGrpSpPr/>
                <p:nvPr/>
              </p:nvGrpSpPr>
              <p:grpSpPr>
                <a:xfrm rot="1932286" flipV="1">
                  <a:off x="5888830" y="2848197"/>
                  <a:ext cx="259320" cy="625017"/>
                  <a:chOff x="4211451" y="1573248"/>
                  <a:chExt cx="265440" cy="485165"/>
                </a:xfrm>
                <a:grpFill/>
              </p:grpSpPr>
              <p:sp>
                <p:nvSpPr>
                  <p:cNvPr id="232" name="Ív 231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3" name="Ív 232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8" name="Csoportba foglalás 233"/>
                <p:cNvGrpSpPr/>
                <p:nvPr/>
              </p:nvGrpSpPr>
              <p:grpSpPr>
                <a:xfrm rot="3087559" flipH="1" flipV="1">
                  <a:off x="5902416" y="2731799"/>
                  <a:ext cx="361677" cy="722564"/>
                  <a:chOff x="4141106" y="1573248"/>
                  <a:chExt cx="335785" cy="485165"/>
                </a:xfrm>
                <a:grpFill/>
              </p:grpSpPr>
              <p:sp>
                <p:nvSpPr>
                  <p:cNvPr id="235" name="Ív 234"/>
                  <p:cNvSpPr/>
                  <p:nvPr/>
                </p:nvSpPr>
                <p:spPr>
                  <a:xfrm>
                    <a:off x="4141106" y="1691168"/>
                    <a:ext cx="316593" cy="32178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6" name="Ív 235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9" name="Csoportba foglalás 238"/>
                <p:cNvGrpSpPr/>
                <p:nvPr/>
              </p:nvGrpSpPr>
              <p:grpSpPr>
                <a:xfrm rot="1932286" flipV="1">
                  <a:off x="5926213" y="2756296"/>
                  <a:ext cx="207254" cy="746334"/>
                  <a:chOff x="4329982" y="1463272"/>
                  <a:chExt cx="212145" cy="579336"/>
                </a:xfrm>
                <a:grpFill/>
              </p:grpSpPr>
              <p:sp>
                <p:nvSpPr>
                  <p:cNvPr id="240" name="Ív 239"/>
                  <p:cNvSpPr/>
                  <p:nvPr/>
                </p:nvSpPr>
                <p:spPr>
                  <a:xfrm rot="10987660">
                    <a:off x="4390592" y="1463272"/>
                    <a:ext cx="151535" cy="38369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1" name="Ív 240"/>
                  <p:cNvSpPr/>
                  <p:nvPr/>
                </p:nvSpPr>
                <p:spPr>
                  <a:xfrm rot="1497937">
                    <a:off x="4329982" y="1614263"/>
                    <a:ext cx="125628" cy="42834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0" name="Csoportba foglalás 241"/>
                <p:cNvGrpSpPr/>
                <p:nvPr/>
              </p:nvGrpSpPr>
              <p:grpSpPr>
                <a:xfrm rot="17691938" flipV="1">
                  <a:off x="5087350" y="2808013"/>
                  <a:ext cx="503450" cy="722564"/>
                  <a:chOff x="4009483" y="1573248"/>
                  <a:chExt cx="467408" cy="485165"/>
                </a:xfrm>
                <a:grpFill/>
              </p:grpSpPr>
              <p:sp>
                <p:nvSpPr>
                  <p:cNvPr id="243" name="Ív 242"/>
                  <p:cNvSpPr/>
                  <p:nvPr/>
                </p:nvSpPr>
                <p:spPr>
                  <a:xfrm>
                    <a:off x="4009483" y="1670763"/>
                    <a:ext cx="455459" cy="37294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4" name="Ív 243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1" name="Csoportba foglalás 244"/>
                <p:cNvGrpSpPr/>
                <p:nvPr/>
              </p:nvGrpSpPr>
              <p:grpSpPr>
                <a:xfrm rot="2290000" flipH="1" flipV="1">
                  <a:off x="5783170" y="2339755"/>
                  <a:ext cx="549798" cy="944900"/>
                  <a:chOff x="3979703" y="1558122"/>
                  <a:chExt cx="510437" cy="634452"/>
                </a:xfrm>
                <a:grpFill/>
              </p:grpSpPr>
              <p:sp>
                <p:nvSpPr>
                  <p:cNvPr id="246" name="Ív 245"/>
                  <p:cNvSpPr/>
                  <p:nvPr/>
                </p:nvSpPr>
                <p:spPr>
                  <a:xfrm>
                    <a:off x="3979703" y="1772277"/>
                    <a:ext cx="489833" cy="29118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7" name="Szabadkézi sokszög 246"/>
                  <p:cNvSpPr/>
                  <p:nvPr/>
                </p:nvSpPr>
                <p:spPr>
                  <a:xfrm rot="1497937">
                    <a:off x="4216290" y="1558122"/>
                    <a:ext cx="273850" cy="634452"/>
                  </a:xfrm>
                  <a:custGeom>
                    <a:avLst/>
                    <a:gdLst>
                      <a:gd name="connsiteX0" fmla="*/ 136925 w 273850"/>
                      <a:gd name="connsiteY0" fmla="*/ 0 h 634452"/>
                      <a:gd name="connsiteX1" fmla="*/ 262639 w 273850"/>
                      <a:gd name="connsiteY1" fmla="*/ 191512 h 634452"/>
                      <a:gd name="connsiteX2" fmla="*/ 273850 w 273850"/>
                      <a:gd name="connsiteY2" fmla="*/ 317226 h 634452"/>
                      <a:gd name="connsiteX3" fmla="*/ 136925 w 273850"/>
                      <a:gd name="connsiteY3" fmla="*/ 317226 h 634452"/>
                      <a:gd name="connsiteX4" fmla="*/ 136925 w 273850"/>
                      <a:gd name="connsiteY4" fmla="*/ 0 h 634452"/>
                      <a:gd name="connsiteX0" fmla="*/ 136925 w 273850"/>
                      <a:gd name="connsiteY0" fmla="*/ 0 h 634452"/>
                      <a:gd name="connsiteX1" fmla="*/ 262639 w 273850"/>
                      <a:gd name="connsiteY1" fmla="*/ 191512 h 634452"/>
                      <a:gd name="connsiteX2" fmla="*/ 273850 w 273850"/>
                      <a:gd name="connsiteY2" fmla="*/ 317226 h 634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3850" h="634452" stroke="0" extrusionOk="0">
                        <a:moveTo>
                          <a:pt x="136925" y="0"/>
                        </a:moveTo>
                        <a:cubicBezTo>
                          <a:pt x="191570" y="0"/>
                          <a:pt x="240983" y="75276"/>
                          <a:pt x="262639" y="191512"/>
                        </a:cubicBezTo>
                        <a:cubicBezTo>
                          <a:pt x="270035" y="231209"/>
                          <a:pt x="273850" y="273989"/>
                          <a:pt x="273850" y="317226"/>
                        </a:cubicBezTo>
                        <a:lnTo>
                          <a:pt x="136925" y="317226"/>
                        </a:lnTo>
                        <a:lnTo>
                          <a:pt x="136925" y="0"/>
                        </a:lnTo>
                        <a:close/>
                      </a:path>
                      <a:path w="273850" h="634452" fill="none">
                        <a:moveTo>
                          <a:pt x="136925" y="0"/>
                        </a:moveTo>
                        <a:cubicBezTo>
                          <a:pt x="191570" y="0"/>
                          <a:pt x="240983" y="75276"/>
                          <a:pt x="262639" y="191512"/>
                        </a:cubicBezTo>
                        <a:cubicBezTo>
                          <a:pt x="270035" y="231209"/>
                          <a:pt x="273850" y="273989"/>
                          <a:pt x="273850" y="317226"/>
                        </a:cubicBezTo>
                      </a:path>
                    </a:pathLst>
                  </a:cu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2" name="Csoportba foglalás 247"/>
                <p:cNvGrpSpPr/>
                <p:nvPr/>
              </p:nvGrpSpPr>
              <p:grpSpPr>
                <a:xfrm rot="19849264" flipH="1" flipV="1">
                  <a:off x="5332647" y="2663622"/>
                  <a:ext cx="322511" cy="692746"/>
                  <a:chOff x="4188337" y="1563662"/>
                  <a:chExt cx="299423" cy="465144"/>
                </a:xfrm>
                <a:grpFill/>
              </p:grpSpPr>
              <p:sp>
                <p:nvSpPr>
                  <p:cNvPr id="249" name="Ív 248"/>
                  <p:cNvSpPr/>
                  <p:nvPr/>
                </p:nvSpPr>
                <p:spPr>
                  <a:xfrm>
                    <a:off x="4261105" y="1686491"/>
                    <a:ext cx="196597" cy="326461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0" name="Ív 249"/>
                  <p:cNvSpPr/>
                  <p:nvPr/>
                </p:nvSpPr>
                <p:spPr>
                  <a:xfrm rot="1497937">
                    <a:off x="4188337" y="1563662"/>
                    <a:ext cx="299423" cy="465144"/>
                  </a:xfrm>
                  <a:prstGeom prst="arc">
                    <a:avLst>
                      <a:gd name="adj1" fmla="val 16200000"/>
                      <a:gd name="adj2" fmla="val 377478"/>
                    </a:avLst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3" name="Csoportba foglalás 250"/>
                <p:cNvGrpSpPr/>
                <p:nvPr/>
              </p:nvGrpSpPr>
              <p:grpSpPr>
                <a:xfrm rot="16891319" flipH="1" flipV="1">
                  <a:off x="5433047" y="3303604"/>
                  <a:ext cx="140562" cy="249942"/>
                  <a:chOff x="4281478" y="1586677"/>
                  <a:chExt cx="186213" cy="450714"/>
                </a:xfrm>
                <a:grpFill/>
              </p:grpSpPr>
              <p:sp>
                <p:nvSpPr>
                  <p:cNvPr id="252" name="Ív 251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3" name="Ív 252"/>
                  <p:cNvSpPr/>
                  <p:nvPr/>
                </p:nvSpPr>
                <p:spPr>
                  <a:xfrm rot="2063920">
                    <a:off x="4281478" y="1586677"/>
                    <a:ext cx="186213" cy="450714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4" name="Csoportba foglalás 253"/>
                <p:cNvGrpSpPr/>
                <p:nvPr/>
              </p:nvGrpSpPr>
              <p:grpSpPr>
                <a:xfrm rot="19182483" flipH="1" flipV="1">
                  <a:off x="5411799" y="3158496"/>
                  <a:ext cx="186467" cy="318155"/>
                  <a:chOff x="4227236" y="1572297"/>
                  <a:chExt cx="242794" cy="448748"/>
                </a:xfrm>
                <a:grpFill/>
              </p:grpSpPr>
              <p:sp>
                <p:nvSpPr>
                  <p:cNvPr id="255" name="Ív 254"/>
                  <p:cNvSpPr/>
                  <p:nvPr/>
                </p:nvSpPr>
                <p:spPr>
                  <a:xfrm>
                    <a:off x="4301430" y="1736617"/>
                    <a:ext cx="156270" cy="276334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6" name="Ív 255"/>
                  <p:cNvSpPr/>
                  <p:nvPr/>
                </p:nvSpPr>
                <p:spPr>
                  <a:xfrm rot="1497937">
                    <a:off x="4227236" y="1572297"/>
                    <a:ext cx="242794" cy="448748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  <p:sp>
            <p:nvSpPr>
              <p:cNvPr id="267" name="Ív 266"/>
              <p:cNvSpPr/>
              <p:nvPr/>
            </p:nvSpPr>
            <p:spPr>
              <a:xfrm rot="16609204" flipV="1">
                <a:off x="3772604" y="2001117"/>
                <a:ext cx="200997" cy="83992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1" name="Ív 270"/>
              <p:cNvSpPr/>
              <p:nvPr/>
            </p:nvSpPr>
            <p:spPr>
              <a:xfrm rot="19647609" flipH="1" flipV="1">
                <a:off x="3300449" y="1857354"/>
                <a:ext cx="121369" cy="221497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2" name="Ív 271"/>
              <p:cNvSpPr/>
              <p:nvPr/>
            </p:nvSpPr>
            <p:spPr>
              <a:xfrm rot="111529" flipH="1" flipV="1">
                <a:off x="3308672" y="1870021"/>
                <a:ext cx="136626" cy="268577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348" name="Ellipszis 347"/>
            <p:cNvSpPr/>
            <p:nvPr/>
          </p:nvSpPr>
          <p:spPr>
            <a:xfrm rot="1557053" flipV="1">
              <a:off x="3799572" y="2297148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237" name="Ellipszis 236"/>
          <p:cNvSpPr/>
          <p:nvPr/>
        </p:nvSpPr>
        <p:spPr>
          <a:xfrm>
            <a:off x="5156929" y="4720488"/>
            <a:ext cx="407668" cy="407668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grpSp>
        <p:nvGrpSpPr>
          <p:cNvPr id="25" name="Csoportba foglalás 139">
            <a:extLst>
              <a:ext uri="{FF2B5EF4-FFF2-40B4-BE49-F238E27FC236}">
                <a16:creationId xmlns:a16="http://schemas.microsoft.com/office/drawing/2014/main" id="{6EB88FBB-929F-4B4D-9B2A-C9712C0B5C84}"/>
              </a:ext>
            </a:extLst>
          </p:cNvPr>
          <p:cNvGrpSpPr/>
          <p:nvPr/>
        </p:nvGrpSpPr>
        <p:grpSpPr>
          <a:xfrm rot="4383637" flipH="1">
            <a:off x="5548015" y="4784072"/>
            <a:ext cx="54279" cy="254221"/>
            <a:chOff x="10951487" y="4165844"/>
            <a:chExt cx="59934" cy="1249272"/>
          </a:xfrm>
        </p:grpSpPr>
        <p:cxnSp>
          <p:nvCxnSpPr>
            <p:cNvPr id="270" name="Egyenes összekötő 269">
              <a:extLst>
                <a:ext uri="{FF2B5EF4-FFF2-40B4-BE49-F238E27FC236}">
                  <a16:creationId xmlns:a16="http://schemas.microsoft.com/office/drawing/2014/main" id="{1F33EDE7-13B4-4621-B85C-BBEDB6037102}"/>
                </a:ext>
              </a:extLst>
            </p:cNvPr>
            <p:cNvCxnSpPr>
              <a:cxnSpLocks/>
            </p:cNvCxnSpPr>
            <p:nvPr/>
          </p:nvCxnSpPr>
          <p:spPr>
            <a:xfrm rot="15240151" flipH="1" flipV="1">
              <a:off x="10847908" y="4303054"/>
              <a:ext cx="300724" cy="26303"/>
            </a:xfrm>
            <a:prstGeom prst="line">
              <a:avLst/>
            </a:prstGeom>
            <a:ln w="76200">
              <a:solidFill>
                <a:srgbClr val="EB701D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26" name="Csoportba foglalás 107">
              <a:extLst>
                <a:ext uri="{FF2B5EF4-FFF2-40B4-BE49-F238E27FC236}">
                  <a16:creationId xmlns:a16="http://schemas.microsoft.com/office/drawing/2014/main" id="{4D20A68F-4B6C-4414-A348-C48116DFD9B6}"/>
                </a:ext>
              </a:extLst>
            </p:cNvPr>
            <p:cNvGrpSpPr/>
            <p:nvPr/>
          </p:nvGrpSpPr>
          <p:grpSpPr>
            <a:xfrm>
              <a:off x="10951487" y="4510175"/>
              <a:ext cx="56200" cy="904941"/>
              <a:chOff x="5425717" y="3228111"/>
              <a:chExt cx="56200" cy="904941"/>
            </a:xfrm>
          </p:grpSpPr>
          <p:cxnSp>
            <p:nvCxnSpPr>
              <p:cNvPr id="274" name="Egyenes összekötő 273">
                <a:extLst>
                  <a:ext uri="{FF2B5EF4-FFF2-40B4-BE49-F238E27FC236}">
                    <a16:creationId xmlns:a16="http://schemas.microsoft.com/office/drawing/2014/main" id="{5728C0A8-CF5B-4E1F-ABA8-1FC10127C6BE}"/>
                  </a:ext>
                </a:extLst>
              </p:cNvPr>
              <p:cNvCxnSpPr>
                <a:cxnSpLocks/>
              </p:cNvCxnSpPr>
              <p:nvPr/>
            </p:nvCxnSpPr>
            <p:spPr>
              <a:xfrm rot="15183637" flipH="1" flipV="1">
                <a:off x="5222394" y="3431434"/>
                <a:ext cx="462845" cy="56200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77" name="Egyenes összekötő 276">
                <a:extLst>
                  <a:ext uri="{FF2B5EF4-FFF2-40B4-BE49-F238E27FC236}">
                    <a16:creationId xmlns:a16="http://schemas.microsoft.com/office/drawing/2014/main" id="{47735CD3-81A9-41D3-9F84-CFEACDD5D310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V="1">
                <a:off x="5397706" y="3746706"/>
                <a:ext cx="101393" cy="11307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78" name="Egyenes összekötő 277">
                <a:extLst>
                  <a:ext uri="{FF2B5EF4-FFF2-40B4-BE49-F238E27FC236}">
                    <a16:creationId xmlns:a16="http://schemas.microsoft.com/office/drawing/2014/main" id="{2172A2B5-EAF0-4E4E-8872-78BD1538A336}"/>
                  </a:ext>
                </a:extLst>
              </p:cNvPr>
              <p:cNvCxnSpPr>
                <a:cxnSpLocks/>
              </p:cNvCxnSpPr>
              <p:nvPr/>
            </p:nvCxnSpPr>
            <p:spPr>
              <a:xfrm rot="15183637" flipH="1" flipV="1">
                <a:off x="5282599" y="3957006"/>
                <a:ext cx="330494" cy="21597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248" name="Ellipszis 247"/>
          <p:cNvSpPr/>
          <p:nvPr/>
        </p:nvSpPr>
        <p:spPr>
          <a:xfrm>
            <a:off x="4538919" y="3904510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1" name="Ellipszis 250"/>
          <p:cNvSpPr/>
          <p:nvPr/>
        </p:nvSpPr>
        <p:spPr>
          <a:xfrm>
            <a:off x="4434143" y="2778180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4" name="Ellipszis 253"/>
          <p:cNvSpPr/>
          <p:nvPr/>
        </p:nvSpPr>
        <p:spPr>
          <a:xfrm>
            <a:off x="3757074" y="296471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8" name="Ellipszis 257"/>
          <p:cNvSpPr/>
          <p:nvPr/>
        </p:nvSpPr>
        <p:spPr>
          <a:xfrm>
            <a:off x="3950749" y="432916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0" name="Ellipszis 259"/>
          <p:cNvSpPr/>
          <p:nvPr/>
        </p:nvSpPr>
        <p:spPr>
          <a:xfrm>
            <a:off x="3633249" y="5082436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2" name="Ellipszis 261"/>
          <p:cNvSpPr/>
          <p:nvPr/>
        </p:nvSpPr>
        <p:spPr>
          <a:xfrm>
            <a:off x="4638931" y="330522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4" name="Ellipszis 263"/>
          <p:cNvSpPr/>
          <p:nvPr/>
        </p:nvSpPr>
        <p:spPr>
          <a:xfrm>
            <a:off x="6915613" y="319009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87" name="Ellipszis 286"/>
          <p:cNvSpPr/>
          <p:nvPr/>
        </p:nvSpPr>
        <p:spPr>
          <a:xfrm>
            <a:off x="6320886" y="404817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99" name="Ellipszis 298"/>
          <p:cNvSpPr/>
          <p:nvPr/>
        </p:nvSpPr>
        <p:spPr>
          <a:xfrm>
            <a:off x="7069393" y="406167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1" name="Ellipszis 300"/>
          <p:cNvSpPr/>
          <p:nvPr/>
        </p:nvSpPr>
        <p:spPr>
          <a:xfrm>
            <a:off x="6886036" y="4933210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2" name="Ellipszis 301"/>
          <p:cNvSpPr/>
          <p:nvPr/>
        </p:nvSpPr>
        <p:spPr>
          <a:xfrm>
            <a:off x="6988430" y="534040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3" name="Ellipszis 302"/>
          <p:cNvSpPr/>
          <p:nvPr/>
        </p:nvSpPr>
        <p:spPr>
          <a:xfrm>
            <a:off x="6793168" y="607144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6" name="Ellipszis 305"/>
          <p:cNvSpPr/>
          <p:nvPr/>
        </p:nvSpPr>
        <p:spPr>
          <a:xfrm>
            <a:off x="3962823" y="639249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7" name="Ellipszis 306"/>
          <p:cNvSpPr/>
          <p:nvPr/>
        </p:nvSpPr>
        <p:spPr>
          <a:xfrm>
            <a:off x="5001675" y="5287223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47" name="Csoportba foglalás 46">
            <a:extLst>
              <a:ext uri="{FF2B5EF4-FFF2-40B4-BE49-F238E27FC236}">
                <a16:creationId xmlns:a16="http://schemas.microsoft.com/office/drawing/2014/main" id="{CD074F8E-2553-06FB-BF7B-3518872A17A6}"/>
              </a:ext>
            </a:extLst>
          </p:cNvPr>
          <p:cNvGrpSpPr/>
          <p:nvPr/>
        </p:nvGrpSpPr>
        <p:grpSpPr>
          <a:xfrm>
            <a:off x="5124303" y="4795614"/>
            <a:ext cx="398548" cy="244869"/>
            <a:chOff x="5124303" y="4795614"/>
            <a:chExt cx="398548" cy="244869"/>
          </a:xfrm>
        </p:grpSpPr>
        <p:grpSp>
          <p:nvGrpSpPr>
            <p:cNvPr id="46" name="Csoportba foglalás 45">
              <a:extLst>
                <a:ext uri="{FF2B5EF4-FFF2-40B4-BE49-F238E27FC236}">
                  <a16:creationId xmlns:a16="http://schemas.microsoft.com/office/drawing/2014/main" id="{54813E37-B05A-5201-A565-8463D38F1FDA}"/>
                </a:ext>
              </a:extLst>
            </p:cNvPr>
            <p:cNvGrpSpPr/>
            <p:nvPr/>
          </p:nvGrpSpPr>
          <p:grpSpPr>
            <a:xfrm>
              <a:off x="5124303" y="4795614"/>
              <a:ext cx="259320" cy="244869"/>
              <a:chOff x="5124303" y="4795614"/>
              <a:chExt cx="259320" cy="244869"/>
            </a:xfrm>
          </p:grpSpPr>
          <p:grpSp>
            <p:nvGrpSpPr>
              <p:cNvPr id="43" name="Csoportba foglalás 42">
                <a:extLst>
                  <a:ext uri="{FF2B5EF4-FFF2-40B4-BE49-F238E27FC236}">
                    <a16:creationId xmlns:a16="http://schemas.microsoft.com/office/drawing/2014/main" id="{3518EB7F-82D2-8030-0E3B-07B1CF231CF4}"/>
                  </a:ext>
                </a:extLst>
              </p:cNvPr>
              <p:cNvGrpSpPr/>
              <p:nvPr/>
            </p:nvGrpSpPr>
            <p:grpSpPr>
              <a:xfrm>
                <a:off x="5124303" y="4795614"/>
                <a:ext cx="227052" cy="205550"/>
                <a:chOff x="2966185" y="4749236"/>
                <a:chExt cx="159063" cy="144000"/>
              </a:xfrm>
            </p:grpSpPr>
            <p:sp>
              <p:nvSpPr>
                <p:cNvPr id="37" name="Szabadkézi sokszög: alakzat 36">
                  <a:extLst>
                    <a:ext uri="{FF2B5EF4-FFF2-40B4-BE49-F238E27FC236}">
                      <a16:creationId xmlns:a16="http://schemas.microsoft.com/office/drawing/2014/main" id="{5DCB8E27-0C8C-2FD6-9A44-B2BA08879E39}"/>
                    </a:ext>
                  </a:extLst>
                </p:cNvPr>
                <p:cNvSpPr/>
                <p:nvPr/>
              </p:nvSpPr>
              <p:spPr>
                <a:xfrm>
                  <a:off x="3025502" y="4757130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solidFill>
                  <a:srgbClr val="9BE5FF"/>
                </a:solidFill>
                <a:ln>
                  <a:solidFill>
                    <a:srgbClr val="9BE5FF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0" name="Ív 39">
                  <a:extLst>
                    <a:ext uri="{FF2B5EF4-FFF2-40B4-BE49-F238E27FC236}">
                      <a16:creationId xmlns:a16="http://schemas.microsoft.com/office/drawing/2014/main" id="{0809D0BA-D541-B57F-78FE-78614DCB2A2E}"/>
                    </a:ext>
                  </a:extLst>
                </p:cNvPr>
                <p:cNvSpPr/>
                <p:nvPr/>
              </p:nvSpPr>
              <p:spPr>
                <a:xfrm rot="5886252">
                  <a:off x="2969015" y="4746406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ln w="28575">
                  <a:solidFill>
                    <a:srgbClr val="9BE5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44" name="Ellipszis 43">
                <a:extLst>
                  <a:ext uri="{FF2B5EF4-FFF2-40B4-BE49-F238E27FC236}">
                    <a16:creationId xmlns:a16="http://schemas.microsoft.com/office/drawing/2014/main" id="{B0FAD074-B759-35E6-9B35-01B308AB94D5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5" name="Szabadkézi sokszög: alakzat 44">
              <a:extLst>
                <a:ext uri="{FF2B5EF4-FFF2-40B4-BE49-F238E27FC236}">
                  <a16:creationId xmlns:a16="http://schemas.microsoft.com/office/drawing/2014/main" id="{0F1E69F2-6478-18EB-3FED-DC3B4527E1D7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</p:grpSp>
      <p:sp>
        <p:nvSpPr>
          <p:cNvPr id="48" name="Ellipszis 47">
            <a:extLst>
              <a:ext uri="{FF2B5EF4-FFF2-40B4-BE49-F238E27FC236}">
                <a16:creationId xmlns:a16="http://schemas.microsoft.com/office/drawing/2014/main" id="{4AE98259-896C-9B83-624D-7A2053A18F3B}"/>
              </a:ext>
            </a:extLst>
          </p:cNvPr>
          <p:cNvSpPr/>
          <p:nvPr/>
        </p:nvSpPr>
        <p:spPr>
          <a:xfrm>
            <a:off x="5290271" y="4864349"/>
            <a:ext cx="129454" cy="129454"/>
          </a:xfrm>
          <a:prstGeom prst="ellipse">
            <a:avLst/>
          </a:prstGeom>
          <a:solidFill>
            <a:srgbClr val="9BE5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Csoportba foglalás 32">
            <a:extLst>
              <a:ext uri="{FF2B5EF4-FFF2-40B4-BE49-F238E27FC236}">
                <a16:creationId xmlns:a16="http://schemas.microsoft.com/office/drawing/2014/main" id="{47005FA0-DAF5-9BB8-2ABB-35188C30EC47}"/>
              </a:ext>
            </a:extLst>
          </p:cNvPr>
          <p:cNvGrpSpPr/>
          <p:nvPr/>
        </p:nvGrpSpPr>
        <p:grpSpPr>
          <a:xfrm>
            <a:off x="4288824" y="2611168"/>
            <a:ext cx="2950110" cy="3828097"/>
            <a:chOff x="4366461" y="1739900"/>
            <a:chExt cx="2950110" cy="3828097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366461" y="173990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50900" y="4936608"/>
              <a:ext cx="251933" cy="469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17380" y="4998243"/>
              <a:ext cx="304302" cy="1479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4350" y="5097945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837884" y="5183040"/>
              <a:ext cx="77333" cy="75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962727" flipH="1">
              <a:off x="5551602" y="3834914"/>
              <a:ext cx="86186" cy="279310"/>
              <a:chOff x="10962001" y="4090526"/>
              <a:chExt cx="61768" cy="13725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62001" y="4457773"/>
                <a:ext cx="57917" cy="1005313"/>
                <a:chOff x="5436231" y="3175709"/>
                <a:chExt cx="57917" cy="1005313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135674" y="3484225"/>
                  <a:ext cx="666989" cy="499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11753" y="391022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6231" y="39696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316594" y="4065537"/>
              <a:ext cx="775510" cy="124742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353377" y="3316724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352"/>
            <p:cNvGrpSpPr/>
            <p:nvPr/>
          </p:nvGrpSpPr>
          <p:grpSpPr>
            <a:xfrm>
              <a:off x="4801740" y="2471738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0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1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2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6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17" name="Ellipszis 216"/>
            <p:cNvSpPr/>
            <p:nvPr/>
          </p:nvSpPr>
          <p:spPr>
            <a:xfrm>
              <a:off x="5101908" y="3851275"/>
              <a:ext cx="504506" cy="504506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383637" flipH="1">
              <a:off x="5573319" y="3921369"/>
              <a:ext cx="54279" cy="254221"/>
              <a:chOff x="10951487" y="4165844"/>
              <a:chExt cx="59934" cy="1249272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7908" y="4303054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51487" y="4510175"/>
                <a:ext cx="56200" cy="904941"/>
                <a:chOff x="5425717" y="3228111"/>
                <a:chExt cx="56200" cy="904941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22394" y="3431434"/>
                  <a:ext cx="462845" cy="56200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7706" y="3746706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82599" y="3957006"/>
                  <a:ext cx="330494" cy="21597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34" name="Ellipszis 233"/>
            <p:cNvSpPr/>
            <p:nvPr/>
          </p:nvSpPr>
          <p:spPr>
            <a:xfrm>
              <a:off x="5387340" y="348583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7" name="Ellipszis 236"/>
            <p:cNvSpPr/>
            <p:nvPr/>
          </p:nvSpPr>
          <p:spPr>
            <a:xfrm>
              <a:off x="6075045" y="344201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8" name="Ellipszis 237"/>
            <p:cNvSpPr/>
            <p:nvPr/>
          </p:nvSpPr>
          <p:spPr>
            <a:xfrm>
              <a:off x="4811078" y="27505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9" name="Ellipszis 238"/>
            <p:cNvSpPr/>
            <p:nvPr/>
          </p:nvSpPr>
          <p:spPr>
            <a:xfrm>
              <a:off x="5967412" y="293814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2" name="Ellipszis 241"/>
            <p:cNvSpPr/>
            <p:nvPr/>
          </p:nvSpPr>
          <p:spPr>
            <a:xfrm>
              <a:off x="4706302" y="347281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5" name="Ellipszis 244"/>
            <p:cNvSpPr/>
            <p:nvPr/>
          </p:nvSpPr>
          <p:spPr>
            <a:xfrm>
              <a:off x="5312885" y="4140357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8" name="Ellipszis 247"/>
            <p:cNvSpPr/>
            <p:nvPr/>
          </p:nvSpPr>
          <p:spPr>
            <a:xfrm>
              <a:off x="6568441" y="339439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1" name="Ellipszis 250"/>
            <p:cNvSpPr/>
            <p:nvPr/>
          </p:nvSpPr>
          <p:spPr>
            <a:xfrm>
              <a:off x="4779485" y="4800757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4" name="Ellipszis 253"/>
            <p:cNvSpPr/>
            <p:nvPr/>
          </p:nvSpPr>
          <p:spPr>
            <a:xfrm>
              <a:off x="5828665" y="5501640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7" name="Ellipszis 256"/>
            <p:cNvSpPr/>
            <p:nvPr/>
          </p:nvSpPr>
          <p:spPr>
            <a:xfrm>
              <a:off x="5182552" y="55222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8" name="Ellipszis 257"/>
            <p:cNvSpPr/>
            <p:nvPr/>
          </p:nvSpPr>
          <p:spPr>
            <a:xfrm>
              <a:off x="6096952" y="46555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>
              <a:extLst>
                <a:ext uri="{FF2B5EF4-FFF2-40B4-BE49-F238E27FC236}">
                  <a16:creationId xmlns:a16="http://schemas.microsoft.com/office/drawing/2014/main" id="{DFE6212E-C84E-F87D-4A6C-F606586FC759}"/>
                </a:ext>
              </a:extLst>
            </p:cNvPr>
            <p:cNvSpPr/>
            <p:nvPr/>
          </p:nvSpPr>
          <p:spPr>
            <a:xfrm>
              <a:off x="5272404" y="4023516"/>
              <a:ext cx="163514" cy="163514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39" name="Csoportba foglalás 38">
            <a:extLst>
              <a:ext uri="{FF2B5EF4-FFF2-40B4-BE49-F238E27FC236}">
                <a16:creationId xmlns:a16="http://schemas.microsoft.com/office/drawing/2014/main" id="{3D467E0A-7243-2E68-2626-C886D32777CE}"/>
              </a:ext>
            </a:extLst>
          </p:cNvPr>
          <p:cNvGrpSpPr/>
          <p:nvPr/>
        </p:nvGrpSpPr>
        <p:grpSpPr>
          <a:xfrm>
            <a:off x="4988707" y="4825042"/>
            <a:ext cx="469060" cy="288190"/>
            <a:chOff x="5124303" y="4795614"/>
            <a:chExt cx="398548" cy="244869"/>
          </a:xfrm>
        </p:grpSpPr>
        <p:grpSp>
          <p:nvGrpSpPr>
            <p:cNvPr id="43" name="Csoportba foglalás 42">
              <a:extLst>
                <a:ext uri="{FF2B5EF4-FFF2-40B4-BE49-F238E27FC236}">
                  <a16:creationId xmlns:a16="http://schemas.microsoft.com/office/drawing/2014/main" id="{41B446D7-E3A6-F960-1648-A8DF3660EF36}"/>
                </a:ext>
              </a:extLst>
            </p:cNvPr>
            <p:cNvGrpSpPr/>
            <p:nvPr/>
          </p:nvGrpSpPr>
          <p:grpSpPr>
            <a:xfrm>
              <a:off x="5124303" y="4795614"/>
              <a:ext cx="259320" cy="244869"/>
              <a:chOff x="5124303" y="4795614"/>
              <a:chExt cx="259320" cy="244869"/>
            </a:xfrm>
          </p:grpSpPr>
          <p:grpSp>
            <p:nvGrpSpPr>
              <p:cNvPr id="45" name="Csoportba foglalás 44">
                <a:extLst>
                  <a:ext uri="{FF2B5EF4-FFF2-40B4-BE49-F238E27FC236}">
                    <a16:creationId xmlns:a16="http://schemas.microsoft.com/office/drawing/2014/main" id="{2102F68D-5A02-102E-6AD0-CF14F681788E}"/>
                  </a:ext>
                </a:extLst>
              </p:cNvPr>
              <p:cNvGrpSpPr/>
              <p:nvPr/>
            </p:nvGrpSpPr>
            <p:grpSpPr>
              <a:xfrm>
                <a:off x="5124303" y="4795614"/>
                <a:ext cx="227052" cy="205550"/>
                <a:chOff x="2966185" y="4749236"/>
                <a:chExt cx="159063" cy="144000"/>
              </a:xfrm>
            </p:grpSpPr>
            <p:sp>
              <p:nvSpPr>
                <p:cNvPr id="47" name="Szabadkézi sokszög: alakzat 46">
                  <a:extLst>
                    <a:ext uri="{FF2B5EF4-FFF2-40B4-BE49-F238E27FC236}">
                      <a16:creationId xmlns:a16="http://schemas.microsoft.com/office/drawing/2014/main" id="{75808C10-2764-80FE-EA11-B2E883059972}"/>
                    </a:ext>
                  </a:extLst>
                </p:cNvPr>
                <p:cNvSpPr/>
                <p:nvPr/>
              </p:nvSpPr>
              <p:spPr>
                <a:xfrm>
                  <a:off x="3025502" y="4757130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solidFill>
                  <a:srgbClr val="9BE5FF"/>
                </a:solidFill>
                <a:ln>
                  <a:solidFill>
                    <a:srgbClr val="9BE5FF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8" name="Ív 47">
                  <a:extLst>
                    <a:ext uri="{FF2B5EF4-FFF2-40B4-BE49-F238E27FC236}">
                      <a16:creationId xmlns:a16="http://schemas.microsoft.com/office/drawing/2014/main" id="{11F857B5-6F59-9944-BF8A-47354B4401FC}"/>
                    </a:ext>
                  </a:extLst>
                </p:cNvPr>
                <p:cNvSpPr/>
                <p:nvPr/>
              </p:nvSpPr>
              <p:spPr>
                <a:xfrm rot="5886252">
                  <a:off x="2969015" y="4746406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ln w="28575">
                  <a:solidFill>
                    <a:srgbClr val="9BE5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46" name="Ellipszis 45">
                <a:extLst>
                  <a:ext uri="{FF2B5EF4-FFF2-40B4-BE49-F238E27FC236}">
                    <a16:creationId xmlns:a16="http://schemas.microsoft.com/office/drawing/2014/main" id="{2FD14EEF-BBE9-3C47-F073-89F3100A32E2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4" name="Szabadkézi sokszög: alakzat 43">
              <a:extLst>
                <a:ext uri="{FF2B5EF4-FFF2-40B4-BE49-F238E27FC236}">
                  <a16:creationId xmlns:a16="http://schemas.microsoft.com/office/drawing/2014/main" id="{74BD54D5-B8FF-F208-E246-55EE4E6C4B80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99A5E906-5A02-2071-C9E9-F48BFC94B025}"/>
              </a:ext>
            </a:extLst>
          </p:cNvPr>
          <p:cNvGrpSpPr/>
          <p:nvPr/>
        </p:nvGrpSpPr>
        <p:grpSpPr>
          <a:xfrm>
            <a:off x="4288822" y="2611168"/>
            <a:ext cx="2950110" cy="3566270"/>
            <a:chOff x="4366461" y="173990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366461" y="173990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50900" y="4936608"/>
              <a:ext cx="251933" cy="469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17380" y="4998243"/>
              <a:ext cx="304302" cy="1479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4350" y="5097945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837884" y="5183040"/>
              <a:ext cx="77333" cy="75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962727" flipH="1">
              <a:off x="5551602" y="3834914"/>
              <a:ext cx="86186" cy="279310"/>
              <a:chOff x="10962001" y="4090526"/>
              <a:chExt cx="61768" cy="13725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62001" y="4457773"/>
                <a:ext cx="57917" cy="1005313"/>
                <a:chOff x="5436231" y="3175709"/>
                <a:chExt cx="57917" cy="1005313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135674" y="3484225"/>
                  <a:ext cx="666989" cy="499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11753" y="391022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6231" y="39696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316594" y="4065537"/>
              <a:ext cx="775510" cy="124742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353377" y="3316724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352"/>
            <p:cNvGrpSpPr/>
            <p:nvPr/>
          </p:nvGrpSpPr>
          <p:grpSpPr>
            <a:xfrm>
              <a:off x="4801740" y="2471738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0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1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2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6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01" name="Ellipszis 200"/>
            <p:cNvSpPr/>
            <p:nvPr/>
          </p:nvSpPr>
          <p:spPr>
            <a:xfrm>
              <a:off x="5064125" y="3879531"/>
              <a:ext cx="532448" cy="524194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9" name="Ellipszis 208"/>
            <p:cNvSpPr/>
            <p:nvPr/>
          </p:nvSpPr>
          <p:spPr>
            <a:xfrm>
              <a:off x="5111748" y="3929857"/>
              <a:ext cx="433390" cy="43339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383637" flipH="1">
              <a:off x="5573319" y="3921369"/>
              <a:ext cx="54279" cy="254221"/>
              <a:chOff x="10951487" y="4165844"/>
              <a:chExt cx="59934" cy="1249272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7908" y="4303054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51487" y="4510175"/>
                <a:ext cx="56200" cy="904941"/>
                <a:chOff x="5425717" y="3228111"/>
                <a:chExt cx="56200" cy="904941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22394" y="3431434"/>
                  <a:ext cx="462845" cy="56200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7706" y="3746706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82599" y="3957006"/>
                  <a:ext cx="330494" cy="21597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12" name="Ellipszis 211"/>
            <p:cNvSpPr/>
            <p:nvPr/>
          </p:nvSpPr>
          <p:spPr>
            <a:xfrm>
              <a:off x="5246686" y="4071145"/>
              <a:ext cx="163514" cy="163514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Ellipszis 212"/>
            <p:cNvSpPr/>
            <p:nvPr/>
          </p:nvSpPr>
          <p:spPr>
            <a:xfrm>
              <a:off x="5177790" y="371443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Ellipszis 216"/>
            <p:cNvSpPr/>
            <p:nvPr/>
          </p:nvSpPr>
          <p:spPr>
            <a:xfrm>
              <a:off x="5403532" y="438499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Ellipszis 227"/>
            <p:cNvSpPr/>
            <p:nvPr/>
          </p:nvSpPr>
          <p:spPr>
            <a:xfrm>
              <a:off x="4949190" y="3564889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Ellipszis 228"/>
            <p:cNvSpPr/>
            <p:nvPr/>
          </p:nvSpPr>
          <p:spPr>
            <a:xfrm>
              <a:off x="5053012" y="3900169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1" name="Ellipszis 230"/>
            <p:cNvSpPr/>
            <p:nvPr/>
          </p:nvSpPr>
          <p:spPr>
            <a:xfrm>
              <a:off x="4934902" y="377285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4" name="Ellipszis 233"/>
            <p:cNvSpPr/>
            <p:nvPr/>
          </p:nvSpPr>
          <p:spPr>
            <a:xfrm>
              <a:off x="5487353" y="3646805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7" name="Ellipszis 236"/>
            <p:cNvSpPr/>
            <p:nvPr/>
          </p:nvSpPr>
          <p:spPr>
            <a:xfrm>
              <a:off x="4955697" y="4329270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8" name="Ellipszis 237"/>
            <p:cNvSpPr/>
            <p:nvPr/>
          </p:nvSpPr>
          <p:spPr>
            <a:xfrm>
              <a:off x="5573076" y="391731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CE05B2A1-8A95-72EE-87F8-4D2D9FB7FEF2}"/>
              </a:ext>
            </a:extLst>
          </p:cNvPr>
          <p:cNvGrpSpPr/>
          <p:nvPr/>
        </p:nvGrpSpPr>
        <p:grpSpPr>
          <a:xfrm>
            <a:off x="4988707" y="4825042"/>
            <a:ext cx="469060" cy="288190"/>
            <a:chOff x="5124303" y="4795614"/>
            <a:chExt cx="398548" cy="244869"/>
          </a:xfrm>
        </p:grpSpPr>
        <p:grpSp>
          <p:nvGrpSpPr>
            <p:cNvPr id="41" name="Csoportba foglalás 40">
              <a:extLst>
                <a:ext uri="{FF2B5EF4-FFF2-40B4-BE49-F238E27FC236}">
                  <a16:creationId xmlns:a16="http://schemas.microsoft.com/office/drawing/2014/main" id="{84687133-E863-06A3-3C16-1B944F2FD71B}"/>
                </a:ext>
              </a:extLst>
            </p:cNvPr>
            <p:cNvGrpSpPr/>
            <p:nvPr/>
          </p:nvGrpSpPr>
          <p:grpSpPr>
            <a:xfrm>
              <a:off x="5124303" y="4795614"/>
              <a:ext cx="259320" cy="244869"/>
              <a:chOff x="5124303" y="4795614"/>
              <a:chExt cx="259320" cy="244869"/>
            </a:xfrm>
          </p:grpSpPr>
          <p:grpSp>
            <p:nvGrpSpPr>
              <p:cNvPr id="43" name="Csoportba foglalás 42">
                <a:extLst>
                  <a:ext uri="{FF2B5EF4-FFF2-40B4-BE49-F238E27FC236}">
                    <a16:creationId xmlns:a16="http://schemas.microsoft.com/office/drawing/2014/main" id="{20879A16-B9CB-376F-6A02-AB3E23488B4E}"/>
                  </a:ext>
                </a:extLst>
              </p:cNvPr>
              <p:cNvGrpSpPr/>
              <p:nvPr/>
            </p:nvGrpSpPr>
            <p:grpSpPr>
              <a:xfrm>
                <a:off x="5124303" y="4795614"/>
                <a:ext cx="227052" cy="205550"/>
                <a:chOff x="2966185" y="4749236"/>
                <a:chExt cx="159063" cy="144000"/>
              </a:xfrm>
            </p:grpSpPr>
            <p:sp>
              <p:nvSpPr>
                <p:cNvPr id="45" name="Szabadkézi sokszög: alakzat 44">
                  <a:extLst>
                    <a:ext uri="{FF2B5EF4-FFF2-40B4-BE49-F238E27FC236}">
                      <a16:creationId xmlns:a16="http://schemas.microsoft.com/office/drawing/2014/main" id="{E6B6AAFD-C44B-5DF4-3C31-ECDB914C56B7}"/>
                    </a:ext>
                  </a:extLst>
                </p:cNvPr>
                <p:cNvSpPr/>
                <p:nvPr/>
              </p:nvSpPr>
              <p:spPr>
                <a:xfrm>
                  <a:off x="3025502" y="4757130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solidFill>
                  <a:srgbClr val="9BE5FF"/>
                </a:solidFill>
                <a:ln>
                  <a:solidFill>
                    <a:srgbClr val="9BE5FF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Ív 45">
                  <a:extLst>
                    <a:ext uri="{FF2B5EF4-FFF2-40B4-BE49-F238E27FC236}">
                      <a16:creationId xmlns:a16="http://schemas.microsoft.com/office/drawing/2014/main" id="{91654620-2D22-5961-598B-D0A12295DBF9}"/>
                    </a:ext>
                  </a:extLst>
                </p:cNvPr>
                <p:cNvSpPr/>
                <p:nvPr/>
              </p:nvSpPr>
              <p:spPr>
                <a:xfrm rot="5886252">
                  <a:off x="2969015" y="4746406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ln w="28575">
                  <a:solidFill>
                    <a:srgbClr val="9BE5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44" name="Ellipszis 43">
                <a:extLst>
                  <a:ext uri="{FF2B5EF4-FFF2-40B4-BE49-F238E27FC236}">
                    <a16:creationId xmlns:a16="http://schemas.microsoft.com/office/drawing/2014/main" id="{8F363AF7-D1C0-431F-712B-91599F50C239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2" name="Szabadkézi sokszög: alakzat 41">
              <a:extLst>
                <a:ext uri="{FF2B5EF4-FFF2-40B4-BE49-F238E27FC236}">
                  <a16:creationId xmlns:a16="http://schemas.microsoft.com/office/drawing/2014/main" id="{7BFB3750-F4FD-F66A-C26B-3407484506AB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19C5E2B3-BE6B-475B-1313-93728A70564C}"/>
              </a:ext>
            </a:extLst>
          </p:cNvPr>
          <p:cNvGrpSpPr/>
          <p:nvPr/>
        </p:nvGrpSpPr>
        <p:grpSpPr>
          <a:xfrm>
            <a:off x="4130597" y="2611167"/>
            <a:ext cx="3108338" cy="3566270"/>
            <a:chOff x="4208233" y="1739900"/>
            <a:chExt cx="3108338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366461" y="173990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45" name="Ellipszis 244"/>
            <p:cNvSpPr/>
            <p:nvPr/>
          </p:nvSpPr>
          <p:spPr>
            <a:xfrm rot="13816579">
              <a:off x="4770154" y="3948664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2" name="Ellipszis 241"/>
            <p:cNvSpPr/>
            <p:nvPr/>
          </p:nvSpPr>
          <p:spPr>
            <a:xfrm rot="202106">
              <a:off x="5376082" y="1782465"/>
              <a:ext cx="126670" cy="2422361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50900" y="4936608"/>
              <a:ext cx="251933" cy="469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17380" y="4998243"/>
              <a:ext cx="304302" cy="1479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4350" y="5097945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837884" y="5183040"/>
              <a:ext cx="77333" cy="75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962727" flipH="1">
              <a:off x="5551602" y="3834914"/>
              <a:ext cx="86186" cy="279310"/>
              <a:chOff x="10962001" y="4090526"/>
              <a:chExt cx="61768" cy="13725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62001" y="4457773"/>
                <a:ext cx="57917" cy="1005313"/>
                <a:chOff x="5436231" y="3175709"/>
                <a:chExt cx="57917" cy="1005313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135674" y="3484225"/>
                  <a:ext cx="666989" cy="499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11753" y="391022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6231" y="39696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316594" y="4065537"/>
              <a:ext cx="775510" cy="124742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353377" y="3316724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352"/>
            <p:cNvGrpSpPr/>
            <p:nvPr/>
          </p:nvGrpSpPr>
          <p:grpSpPr>
            <a:xfrm>
              <a:off x="4801740" y="2471738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0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1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2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6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01" name="Ellipszis 200"/>
            <p:cNvSpPr/>
            <p:nvPr/>
          </p:nvSpPr>
          <p:spPr>
            <a:xfrm>
              <a:off x="5064125" y="3879531"/>
              <a:ext cx="532448" cy="524194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9" name="Ellipszis 208"/>
            <p:cNvSpPr/>
            <p:nvPr/>
          </p:nvSpPr>
          <p:spPr>
            <a:xfrm>
              <a:off x="5111748" y="3929857"/>
              <a:ext cx="433390" cy="43339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383637" flipH="1">
              <a:off x="5573319" y="3921369"/>
              <a:ext cx="54279" cy="254221"/>
              <a:chOff x="10951487" y="4165844"/>
              <a:chExt cx="59934" cy="1249272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7908" y="4303054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51487" y="4510175"/>
                <a:ext cx="56200" cy="904941"/>
                <a:chOff x="5425717" y="3228111"/>
                <a:chExt cx="56200" cy="904941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22394" y="3431434"/>
                  <a:ext cx="462845" cy="56200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7706" y="3746706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82599" y="3957006"/>
                  <a:ext cx="330494" cy="21597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12" name="Ellipszis 211"/>
            <p:cNvSpPr/>
            <p:nvPr/>
          </p:nvSpPr>
          <p:spPr>
            <a:xfrm>
              <a:off x="5199061" y="4023520"/>
              <a:ext cx="258764" cy="258764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239" name="Ellipszis 238"/>
            <p:cNvSpPr/>
            <p:nvPr/>
          </p:nvSpPr>
          <p:spPr>
            <a:xfrm rot="19350443">
              <a:off x="4889218" y="3024739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8" name="Ellipszis 247"/>
            <p:cNvSpPr/>
            <p:nvPr/>
          </p:nvSpPr>
          <p:spPr>
            <a:xfrm rot="16745583">
              <a:off x="4977996" y="3916104"/>
              <a:ext cx="126670" cy="417320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4" name="Ellipszis 253"/>
            <p:cNvSpPr/>
            <p:nvPr/>
          </p:nvSpPr>
          <p:spPr>
            <a:xfrm rot="9468233">
              <a:off x="5409289" y="4182463"/>
              <a:ext cx="126670" cy="683577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F3FDC758-CB46-B680-4AD6-B5B04DDE6090}"/>
              </a:ext>
            </a:extLst>
          </p:cNvPr>
          <p:cNvGrpSpPr/>
          <p:nvPr/>
        </p:nvGrpSpPr>
        <p:grpSpPr>
          <a:xfrm>
            <a:off x="4965377" y="4867928"/>
            <a:ext cx="469060" cy="288190"/>
            <a:chOff x="5124303" y="4795614"/>
            <a:chExt cx="398548" cy="244869"/>
          </a:xfrm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7C357AD8-D725-A10F-33A5-B05348F728CC}"/>
                </a:ext>
              </a:extLst>
            </p:cNvPr>
            <p:cNvGrpSpPr/>
            <p:nvPr/>
          </p:nvGrpSpPr>
          <p:grpSpPr>
            <a:xfrm>
              <a:off x="5124303" y="4795614"/>
              <a:ext cx="259320" cy="244869"/>
              <a:chOff x="5124303" y="4795614"/>
              <a:chExt cx="259320" cy="244869"/>
            </a:xfrm>
          </p:grpSpPr>
          <p:grpSp>
            <p:nvGrpSpPr>
              <p:cNvPr id="31" name="Csoportba foglalás 30">
                <a:extLst>
                  <a:ext uri="{FF2B5EF4-FFF2-40B4-BE49-F238E27FC236}">
                    <a16:creationId xmlns:a16="http://schemas.microsoft.com/office/drawing/2014/main" id="{A731CB8F-F5F0-C427-53C4-147FD94A19C8}"/>
                  </a:ext>
                </a:extLst>
              </p:cNvPr>
              <p:cNvGrpSpPr/>
              <p:nvPr/>
            </p:nvGrpSpPr>
            <p:grpSpPr>
              <a:xfrm>
                <a:off x="5124303" y="4795614"/>
                <a:ext cx="227052" cy="205550"/>
                <a:chOff x="2966185" y="4749236"/>
                <a:chExt cx="159063" cy="144000"/>
              </a:xfrm>
            </p:grpSpPr>
            <p:sp>
              <p:nvSpPr>
                <p:cNvPr id="33" name="Szabadkézi sokszög: alakzat 32">
                  <a:extLst>
                    <a:ext uri="{FF2B5EF4-FFF2-40B4-BE49-F238E27FC236}">
                      <a16:creationId xmlns:a16="http://schemas.microsoft.com/office/drawing/2014/main" id="{27064006-626A-EC10-A09C-2CB75F4072A1}"/>
                    </a:ext>
                  </a:extLst>
                </p:cNvPr>
                <p:cNvSpPr/>
                <p:nvPr/>
              </p:nvSpPr>
              <p:spPr>
                <a:xfrm>
                  <a:off x="3025502" y="4757130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solidFill>
                  <a:srgbClr val="9BE5FF"/>
                </a:solidFill>
                <a:ln>
                  <a:solidFill>
                    <a:srgbClr val="9BE5FF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34" name="Ív 33">
                  <a:extLst>
                    <a:ext uri="{FF2B5EF4-FFF2-40B4-BE49-F238E27FC236}">
                      <a16:creationId xmlns:a16="http://schemas.microsoft.com/office/drawing/2014/main" id="{DB1669D4-EB79-B01A-9FC6-F3D75AE7731C}"/>
                    </a:ext>
                  </a:extLst>
                </p:cNvPr>
                <p:cNvSpPr/>
                <p:nvPr/>
              </p:nvSpPr>
              <p:spPr>
                <a:xfrm rot="5886252">
                  <a:off x="2969015" y="4746406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ln w="28575">
                  <a:solidFill>
                    <a:srgbClr val="9BE5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2" name="Ellipszis 31">
                <a:extLst>
                  <a:ext uri="{FF2B5EF4-FFF2-40B4-BE49-F238E27FC236}">
                    <a16:creationId xmlns:a16="http://schemas.microsoft.com/office/drawing/2014/main" id="{2F35DE08-C74C-6CCF-188B-24BF0A912771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30" name="Szabadkézi sokszög: alakzat 29">
              <a:extLst>
                <a:ext uri="{FF2B5EF4-FFF2-40B4-BE49-F238E27FC236}">
                  <a16:creationId xmlns:a16="http://schemas.microsoft.com/office/drawing/2014/main" id="{8968C7F3-B6FF-9762-49E5-1474FF6D1302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Csoportba foglalás 38">
            <a:extLst>
              <a:ext uri="{FF2B5EF4-FFF2-40B4-BE49-F238E27FC236}">
                <a16:creationId xmlns:a16="http://schemas.microsoft.com/office/drawing/2014/main" id="{645EAB56-356F-7CEB-64DC-62278366AE56}"/>
              </a:ext>
            </a:extLst>
          </p:cNvPr>
          <p:cNvGrpSpPr/>
          <p:nvPr/>
        </p:nvGrpSpPr>
        <p:grpSpPr>
          <a:xfrm>
            <a:off x="4044871" y="2611168"/>
            <a:ext cx="3194061" cy="3602150"/>
            <a:chOff x="4122510" y="1739900"/>
            <a:chExt cx="3194061" cy="360215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366461" y="173990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50900" y="4936608"/>
              <a:ext cx="251933" cy="469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245" name="Ellipszis 244"/>
            <p:cNvSpPr/>
            <p:nvPr/>
          </p:nvSpPr>
          <p:spPr>
            <a:xfrm rot="9115315">
              <a:off x="5579777" y="4091538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2" name="Ellipszis 241"/>
            <p:cNvSpPr/>
            <p:nvPr/>
          </p:nvSpPr>
          <p:spPr>
            <a:xfrm rot="1842430">
              <a:off x="5904720" y="1963440"/>
              <a:ext cx="126670" cy="2422361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17380" y="4998243"/>
              <a:ext cx="304302" cy="1479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4350" y="5097945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837884" y="5183040"/>
              <a:ext cx="77333" cy="75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962727" flipH="1">
              <a:off x="5551602" y="3834914"/>
              <a:ext cx="86186" cy="279310"/>
              <a:chOff x="10962001" y="4090526"/>
              <a:chExt cx="61768" cy="13725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62001" y="4457773"/>
                <a:ext cx="57917" cy="1005313"/>
                <a:chOff x="5436231" y="3175709"/>
                <a:chExt cx="57917" cy="1005313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135674" y="3484225"/>
                  <a:ext cx="666989" cy="499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11753" y="391022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6231" y="39696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316594" y="4065537"/>
              <a:ext cx="775510" cy="124742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353377" y="3316724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352"/>
            <p:cNvGrpSpPr/>
            <p:nvPr/>
          </p:nvGrpSpPr>
          <p:grpSpPr>
            <a:xfrm>
              <a:off x="4801740" y="2471738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0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1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2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6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01" name="Ellipszis 200"/>
            <p:cNvSpPr/>
            <p:nvPr/>
          </p:nvSpPr>
          <p:spPr>
            <a:xfrm>
              <a:off x="5064125" y="3879531"/>
              <a:ext cx="532448" cy="524194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9" name="Ellipszis 208"/>
            <p:cNvSpPr/>
            <p:nvPr/>
          </p:nvSpPr>
          <p:spPr>
            <a:xfrm>
              <a:off x="5111748" y="3929857"/>
              <a:ext cx="433390" cy="43339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383637" flipH="1">
              <a:off x="5573319" y="3921369"/>
              <a:ext cx="54279" cy="254221"/>
              <a:chOff x="10951487" y="4165844"/>
              <a:chExt cx="59934" cy="1249272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7908" y="4303054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51487" y="4510175"/>
                <a:ext cx="56200" cy="904941"/>
                <a:chOff x="5425717" y="3228111"/>
                <a:chExt cx="56200" cy="904941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22394" y="3431434"/>
                  <a:ext cx="462845" cy="56200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7706" y="3746706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82599" y="3957006"/>
                  <a:ext cx="330494" cy="21597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12" name="Ellipszis 211"/>
            <p:cNvSpPr/>
            <p:nvPr/>
          </p:nvSpPr>
          <p:spPr>
            <a:xfrm>
              <a:off x="5199061" y="4023520"/>
              <a:ext cx="258764" cy="258764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239" name="Ellipszis 238"/>
            <p:cNvSpPr/>
            <p:nvPr/>
          </p:nvSpPr>
          <p:spPr>
            <a:xfrm rot="17708552">
              <a:off x="4684431" y="3272389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8" name="Ellipszis 247"/>
            <p:cNvSpPr/>
            <p:nvPr/>
          </p:nvSpPr>
          <p:spPr>
            <a:xfrm rot="20207944">
              <a:off x="5173259" y="3687504"/>
              <a:ext cx="126670" cy="417320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4" name="Ellipszis 253"/>
            <p:cNvSpPr/>
            <p:nvPr/>
          </p:nvSpPr>
          <p:spPr>
            <a:xfrm rot="14006875">
              <a:off x="4966377" y="4063401"/>
              <a:ext cx="126670" cy="683577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3678F630-30BF-D5F4-3A49-1B61C66376D3}"/>
              </a:ext>
            </a:extLst>
          </p:cNvPr>
          <p:cNvGrpSpPr/>
          <p:nvPr/>
        </p:nvGrpSpPr>
        <p:grpSpPr>
          <a:xfrm>
            <a:off x="4952073" y="4870302"/>
            <a:ext cx="469060" cy="288190"/>
            <a:chOff x="5124303" y="4795614"/>
            <a:chExt cx="398548" cy="244869"/>
          </a:xfrm>
        </p:grpSpPr>
        <p:grpSp>
          <p:nvGrpSpPr>
            <p:cNvPr id="41" name="Csoportba foglalás 40">
              <a:extLst>
                <a:ext uri="{FF2B5EF4-FFF2-40B4-BE49-F238E27FC236}">
                  <a16:creationId xmlns:a16="http://schemas.microsoft.com/office/drawing/2014/main" id="{28E84F84-CF4E-2016-F4B3-4445DB99ADF3}"/>
                </a:ext>
              </a:extLst>
            </p:cNvPr>
            <p:cNvGrpSpPr/>
            <p:nvPr/>
          </p:nvGrpSpPr>
          <p:grpSpPr>
            <a:xfrm>
              <a:off x="5124303" y="4795614"/>
              <a:ext cx="259320" cy="244869"/>
              <a:chOff x="5124303" y="4795614"/>
              <a:chExt cx="259320" cy="244869"/>
            </a:xfrm>
          </p:grpSpPr>
          <p:grpSp>
            <p:nvGrpSpPr>
              <p:cNvPr id="43" name="Csoportba foglalás 42">
                <a:extLst>
                  <a:ext uri="{FF2B5EF4-FFF2-40B4-BE49-F238E27FC236}">
                    <a16:creationId xmlns:a16="http://schemas.microsoft.com/office/drawing/2014/main" id="{48690B04-2EFA-253D-5140-9F8DB8717534}"/>
                  </a:ext>
                </a:extLst>
              </p:cNvPr>
              <p:cNvGrpSpPr/>
              <p:nvPr/>
            </p:nvGrpSpPr>
            <p:grpSpPr>
              <a:xfrm>
                <a:off x="5124303" y="4795614"/>
                <a:ext cx="227052" cy="205550"/>
                <a:chOff x="2966185" y="4749236"/>
                <a:chExt cx="159063" cy="144000"/>
              </a:xfrm>
            </p:grpSpPr>
            <p:sp>
              <p:nvSpPr>
                <p:cNvPr id="45" name="Szabadkézi sokszög: alakzat 44">
                  <a:extLst>
                    <a:ext uri="{FF2B5EF4-FFF2-40B4-BE49-F238E27FC236}">
                      <a16:creationId xmlns:a16="http://schemas.microsoft.com/office/drawing/2014/main" id="{D8C31C0D-3FBD-2E0E-A2BF-AC1E30528FFC}"/>
                    </a:ext>
                  </a:extLst>
                </p:cNvPr>
                <p:cNvSpPr/>
                <p:nvPr/>
              </p:nvSpPr>
              <p:spPr>
                <a:xfrm>
                  <a:off x="3025502" y="4757130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solidFill>
                  <a:srgbClr val="9BE5FF"/>
                </a:solidFill>
                <a:ln>
                  <a:solidFill>
                    <a:srgbClr val="9BE5FF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Ív 45">
                  <a:extLst>
                    <a:ext uri="{FF2B5EF4-FFF2-40B4-BE49-F238E27FC236}">
                      <a16:creationId xmlns:a16="http://schemas.microsoft.com/office/drawing/2014/main" id="{5B1C819E-8481-4F32-C36B-087D7528049F}"/>
                    </a:ext>
                  </a:extLst>
                </p:cNvPr>
                <p:cNvSpPr/>
                <p:nvPr/>
              </p:nvSpPr>
              <p:spPr>
                <a:xfrm rot="5886252">
                  <a:off x="2969015" y="4746406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ln w="28575">
                  <a:solidFill>
                    <a:srgbClr val="9BE5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44" name="Ellipszis 43">
                <a:extLst>
                  <a:ext uri="{FF2B5EF4-FFF2-40B4-BE49-F238E27FC236}">
                    <a16:creationId xmlns:a16="http://schemas.microsoft.com/office/drawing/2014/main" id="{A42D741F-69FA-3B39-BB99-B000ABF2D8C7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2" name="Szabadkézi sokszög: alakzat 41">
              <a:extLst>
                <a:ext uri="{FF2B5EF4-FFF2-40B4-BE49-F238E27FC236}">
                  <a16:creationId xmlns:a16="http://schemas.microsoft.com/office/drawing/2014/main" id="{4705CEAF-7D85-34BD-810D-059BCBADFC5E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Csoportba foglalás 38">
            <a:extLst>
              <a:ext uri="{FF2B5EF4-FFF2-40B4-BE49-F238E27FC236}">
                <a16:creationId xmlns:a16="http://schemas.microsoft.com/office/drawing/2014/main" id="{B6F93F12-C4CC-F1A6-06F6-1B3C51A57F6D}"/>
              </a:ext>
            </a:extLst>
          </p:cNvPr>
          <p:cNvGrpSpPr/>
          <p:nvPr/>
        </p:nvGrpSpPr>
        <p:grpSpPr>
          <a:xfrm>
            <a:off x="3045699" y="2611167"/>
            <a:ext cx="4193235" cy="3673587"/>
            <a:chOff x="3123336" y="1739900"/>
            <a:chExt cx="4193235" cy="3673587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366461" y="173990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50900" y="4936608"/>
              <a:ext cx="251933" cy="469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245" name="Ellipszis 244"/>
            <p:cNvSpPr/>
            <p:nvPr/>
          </p:nvSpPr>
          <p:spPr>
            <a:xfrm rot="10102254">
              <a:off x="5422615" y="4162975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2" name="Ellipszis 241"/>
            <p:cNvSpPr/>
            <p:nvPr/>
          </p:nvSpPr>
          <p:spPr>
            <a:xfrm rot="18501391">
              <a:off x="4271182" y="2196804"/>
              <a:ext cx="126670" cy="2422361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17380" y="4998243"/>
              <a:ext cx="304302" cy="1479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4350" y="5097945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837884" y="5183040"/>
              <a:ext cx="77333" cy="75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962727" flipH="1">
              <a:off x="5551602" y="3834914"/>
              <a:ext cx="86186" cy="279310"/>
              <a:chOff x="10962001" y="4090526"/>
              <a:chExt cx="61768" cy="13725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62001" y="4457773"/>
                <a:ext cx="57917" cy="1005313"/>
                <a:chOff x="5436231" y="3175709"/>
                <a:chExt cx="57917" cy="1005313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135674" y="3484225"/>
                  <a:ext cx="666989" cy="499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11753" y="391022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6231" y="39696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316594" y="4065537"/>
              <a:ext cx="775510" cy="124742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353377" y="3316724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352"/>
            <p:cNvGrpSpPr/>
            <p:nvPr/>
          </p:nvGrpSpPr>
          <p:grpSpPr>
            <a:xfrm>
              <a:off x="4801740" y="2471738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0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1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2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6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383637" flipH="1">
              <a:off x="5573319" y="3921369"/>
              <a:ext cx="54279" cy="254221"/>
              <a:chOff x="10951487" y="4165844"/>
              <a:chExt cx="59934" cy="1249272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7908" y="4303054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51487" y="4510175"/>
                <a:ext cx="56200" cy="904941"/>
                <a:chOff x="5425717" y="3228111"/>
                <a:chExt cx="56200" cy="904941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22394" y="3431434"/>
                  <a:ext cx="462845" cy="56200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7706" y="3746706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82599" y="3957006"/>
                  <a:ext cx="330494" cy="21597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13" name="Csoportba foglalás 212"/>
            <p:cNvGrpSpPr/>
            <p:nvPr/>
          </p:nvGrpSpPr>
          <p:grpSpPr>
            <a:xfrm>
              <a:off x="5064125" y="3879531"/>
              <a:ext cx="532448" cy="524194"/>
              <a:chOff x="5064125" y="3879531"/>
              <a:chExt cx="532448" cy="524194"/>
            </a:xfrm>
          </p:grpSpPr>
          <p:sp>
            <p:nvSpPr>
              <p:cNvPr id="201" name="Ellipszis 200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9" name="Ellipszis 208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2" name="Ellipszis 211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39" name="Ellipszis 238"/>
            <p:cNvSpPr/>
            <p:nvPr/>
          </p:nvSpPr>
          <p:spPr>
            <a:xfrm rot="3377975">
              <a:off x="5779806" y="3196189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8" name="Ellipszis 247"/>
            <p:cNvSpPr/>
            <p:nvPr/>
          </p:nvSpPr>
          <p:spPr>
            <a:xfrm rot="14296632">
              <a:off x="5044670" y="4111366"/>
              <a:ext cx="126670" cy="417320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4" name="Ellipszis 253"/>
            <p:cNvSpPr/>
            <p:nvPr/>
          </p:nvSpPr>
          <p:spPr>
            <a:xfrm rot="20404276">
              <a:off x="5123538" y="3420464"/>
              <a:ext cx="126670" cy="683577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BD9124EC-A2C8-68FB-4F47-480DBB7CD1A0}"/>
              </a:ext>
            </a:extLst>
          </p:cNvPr>
          <p:cNvGrpSpPr/>
          <p:nvPr/>
        </p:nvGrpSpPr>
        <p:grpSpPr>
          <a:xfrm>
            <a:off x="4973775" y="4870398"/>
            <a:ext cx="469060" cy="288190"/>
            <a:chOff x="5124303" y="4795614"/>
            <a:chExt cx="398548" cy="244869"/>
          </a:xfrm>
        </p:grpSpPr>
        <p:grpSp>
          <p:nvGrpSpPr>
            <p:cNvPr id="41" name="Csoportba foglalás 40">
              <a:extLst>
                <a:ext uri="{FF2B5EF4-FFF2-40B4-BE49-F238E27FC236}">
                  <a16:creationId xmlns:a16="http://schemas.microsoft.com/office/drawing/2014/main" id="{54308F02-B96D-9115-3187-FFDA790B6E8A}"/>
                </a:ext>
              </a:extLst>
            </p:cNvPr>
            <p:cNvGrpSpPr/>
            <p:nvPr/>
          </p:nvGrpSpPr>
          <p:grpSpPr>
            <a:xfrm>
              <a:off x="5124303" y="4795614"/>
              <a:ext cx="259320" cy="244869"/>
              <a:chOff x="5124303" y="4795614"/>
              <a:chExt cx="259320" cy="244869"/>
            </a:xfrm>
          </p:grpSpPr>
          <p:grpSp>
            <p:nvGrpSpPr>
              <p:cNvPr id="43" name="Csoportba foglalás 42">
                <a:extLst>
                  <a:ext uri="{FF2B5EF4-FFF2-40B4-BE49-F238E27FC236}">
                    <a16:creationId xmlns:a16="http://schemas.microsoft.com/office/drawing/2014/main" id="{A9673BC8-4799-3D6F-FE74-14B163D793FA}"/>
                  </a:ext>
                </a:extLst>
              </p:cNvPr>
              <p:cNvGrpSpPr/>
              <p:nvPr/>
            </p:nvGrpSpPr>
            <p:grpSpPr>
              <a:xfrm>
                <a:off x="5124303" y="4795614"/>
                <a:ext cx="227052" cy="205550"/>
                <a:chOff x="2966185" y="4749236"/>
                <a:chExt cx="159063" cy="144000"/>
              </a:xfrm>
            </p:grpSpPr>
            <p:sp>
              <p:nvSpPr>
                <p:cNvPr id="45" name="Szabadkézi sokszög: alakzat 44">
                  <a:extLst>
                    <a:ext uri="{FF2B5EF4-FFF2-40B4-BE49-F238E27FC236}">
                      <a16:creationId xmlns:a16="http://schemas.microsoft.com/office/drawing/2014/main" id="{AC051825-6D0F-890E-B04C-6D42CCE59FB2}"/>
                    </a:ext>
                  </a:extLst>
                </p:cNvPr>
                <p:cNvSpPr/>
                <p:nvPr/>
              </p:nvSpPr>
              <p:spPr>
                <a:xfrm>
                  <a:off x="3025502" y="4757130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solidFill>
                  <a:srgbClr val="9BE5FF"/>
                </a:solidFill>
                <a:ln>
                  <a:solidFill>
                    <a:srgbClr val="9BE5FF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Ív 45">
                  <a:extLst>
                    <a:ext uri="{FF2B5EF4-FFF2-40B4-BE49-F238E27FC236}">
                      <a16:creationId xmlns:a16="http://schemas.microsoft.com/office/drawing/2014/main" id="{16B710B8-6452-C3B9-42E2-49165522B061}"/>
                    </a:ext>
                  </a:extLst>
                </p:cNvPr>
                <p:cNvSpPr/>
                <p:nvPr/>
              </p:nvSpPr>
              <p:spPr>
                <a:xfrm rot="5886252">
                  <a:off x="2969015" y="4746406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ln w="28575">
                  <a:solidFill>
                    <a:srgbClr val="9BE5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44" name="Ellipszis 43">
                <a:extLst>
                  <a:ext uri="{FF2B5EF4-FFF2-40B4-BE49-F238E27FC236}">
                    <a16:creationId xmlns:a16="http://schemas.microsoft.com/office/drawing/2014/main" id="{CC6D6CE8-7227-B989-9D96-3DAF9B31717D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2" name="Szabadkézi sokszög: alakzat 41">
              <a:extLst>
                <a:ext uri="{FF2B5EF4-FFF2-40B4-BE49-F238E27FC236}">
                  <a16:creationId xmlns:a16="http://schemas.microsoft.com/office/drawing/2014/main" id="{8BFDC8C7-1004-348D-DD60-2E44DB4FAEF9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Csoportba foglalás 38">
            <a:extLst>
              <a:ext uri="{FF2B5EF4-FFF2-40B4-BE49-F238E27FC236}">
                <a16:creationId xmlns:a16="http://schemas.microsoft.com/office/drawing/2014/main" id="{8BD1DF2A-A0C2-42A0-A0DC-2E8EF5977259}"/>
              </a:ext>
            </a:extLst>
          </p:cNvPr>
          <p:cNvGrpSpPr/>
          <p:nvPr/>
        </p:nvGrpSpPr>
        <p:grpSpPr>
          <a:xfrm>
            <a:off x="4053496" y="2626144"/>
            <a:ext cx="3079763" cy="3595800"/>
            <a:chOff x="4122508" y="1746250"/>
            <a:chExt cx="3079763" cy="359580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25216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50900" y="4936608"/>
              <a:ext cx="251933" cy="469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17380" y="4998243"/>
              <a:ext cx="304302" cy="1479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4350" y="5097945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837884" y="5183040"/>
              <a:ext cx="77333" cy="75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962727" flipH="1">
              <a:off x="5605578" y="3822214"/>
              <a:ext cx="86186" cy="279310"/>
              <a:chOff x="10962001" y="4090526"/>
              <a:chExt cx="61768" cy="13725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62001" y="4457773"/>
                <a:ext cx="57917" cy="1005313"/>
                <a:chOff x="5436231" y="3175709"/>
                <a:chExt cx="57917" cy="1005313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135674" y="3484225"/>
                  <a:ext cx="666989" cy="499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11753" y="391022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6231" y="39696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323734" y="4072678"/>
              <a:ext cx="824726" cy="6124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429577" y="325639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352"/>
            <p:cNvGrpSpPr/>
            <p:nvPr/>
          </p:nvGrpSpPr>
          <p:grpSpPr>
            <a:xfrm>
              <a:off x="4881115" y="2424113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0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1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2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6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28" name="Csoportba foglalás 227"/>
            <p:cNvGrpSpPr/>
            <p:nvPr/>
          </p:nvGrpSpPr>
          <p:grpSpPr>
            <a:xfrm>
              <a:off x="5092700" y="3827144"/>
              <a:ext cx="532448" cy="524194"/>
              <a:chOff x="5064125" y="3879531"/>
              <a:chExt cx="532448" cy="524194"/>
            </a:xfrm>
          </p:grpSpPr>
          <p:sp>
            <p:nvSpPr>
              <p:cNvPr id="229" name="Ellipszis 228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1" name="Ellipszis 230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34" name="Ellipszis 233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383637" flipH="1">
              <a:off x="5617768" y="3908670"/>
              <a:ext cx="54279" cy="254221"/>
              <a:chOff x="10951487" y="4165844"/>
              <a:chExt cx="59934" cy="1249272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7908" y="4303054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51487" y="4510175"/>
                <a:ext cx="56200" cy="904941"/>
                <a:chOff x="5425717" y="3228111"/>
                <a:chExt cx="56200" cy="904941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22394" y="3431434"/>
                  <a:ext cx="462845" cy="56200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7706" y="3746706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82599" y="3957006"/>
                  <a:ext cx="330494" cy="21597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39" name="Ellipszis 238"/>
            <p:cNvSpPr/>
            <p:nvPr/>
          </p:nvSpPr>
          <p:spPr>
            <a:xfrm rot="9352661">
              <a:off x="5579777" y="4091538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2" name="Ellipszis 241"/>
            <p:cNvSpPr/>
            <p:nvPr/>
          </p:nvSpPr>
          <p:spPr>
            <a:xfrm rot="2036163">
              <a:off x="5947583" y="1934864"/>
              <a:ext cx="126670" cy="2422361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8" name="Ellipszis 307"/>
            <p:cNvSpPr/>
            <p:nvPr/>
          </p:nvSpPr>
          <p:spPr>
            <a:xfrm rot="17708552">
              <a:off x="4684429" y="3229525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9" name="Ellipszis 308"/>
            <p:cNvSpPr/>
            <p:nvPr/>
          </p:nvSpPr>
          <p:spPr>
            <a:xfrm rot="21066948">
              <a:off x="5220884" y="3601778"/>
              <a:ext cx="126670" cy="417320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4" name="Ellipszis 313"/>
            <p:cNvSpPr/>
            <p:nvPr/>
          </p:nvSpPr>
          <p:spPr>
            <a:xfrm rot="14006875">
              <a:off x="4999713" y="4020538"/>
              <a:ext cx="126670" cy="683577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9A99880B-1E4E-A471-DE4A-85B899DE3DD8}"/>
              </a:ext>
            </a:extLst>
          </p:cNvPr>
          <p:cNvGrpSpPr/>
          <p:nvPr/>
        </p:nvGrpSpPr>
        <p:grpSpPr>
          <a:xfrm>
            <a:off x="4998526" y="4840683"/>
            <a:ext cx="469060" cy="288190"/>
            <a:chOff x="5124303" y="4795614"/>
            <a:chExt cx="398548" cy="244869"/>
          </a:xfrm>
        </p:grpSpPr>
        <p:grpSp>
          <p:nvGrpSpPr>
            <p:cNvPr id="41" name="Csoportba foglalás 40">
              <a:extLst>
                <a:ext uri="{FF2B5EF4-FFF2-40B4-BE49-F238E27FC236}">
                  <a16:creationId xmlns:a16="http://schemas.microsoft.com/office/drawing/2014/main" id="{C4966B19-73AC-B8D4-9944-FF2B54C9FD9F}"/>
                </a:ext>
              </a:extLst>
            </p:cNvPr>
            <p:cNvGrpSpPr/>
            <p:nvPr/>
          </p:nvGrpSpPr>
          <p:grpSpPr>
            <a:xfrm>
              <a:off x="5124303" y="4795614"/>
              <a:ext cx="259320" cy="244869"/>
              <a:chOff x="5124303" y="4795614"/>
              <a:chExt cx="259320" cy="244869"/>
            </a:xfrm>
          </p:grpSpPr>
          <p:grpSp>
            <p:nvGrpSpPr>
              <p:cNvPr id="43" name="Csoportba foglalás 42">
                <a:extLst>
                  <a:ext uri="{FF2B5EF4-FFF2-40B4-BE49-F238E27FC236}">
                    <a16:creationId xmlns:a16="http://schemas.microsoft.com/office/drawing/2014/main" id="{B687DAC4-0265-79B0-62C8-54B9A56EA067}"/>
                  </a:ext>
                </a:extLst>
              </p:cNvPr>
              <p:cNvGrpSpPr/>
              <p:nvPr/>
            </p:nvGrpSpPr>
            <p:grpSpPr>
              <a:xfrm>
                <a:off x="5124303" y="4795614"/>
                <a:ext cx="227052" cy="205550"/>
                <a:chOff x="2966185" y="4749236"/>
                <a:chExt cx="159063" cy="144000"/>
              </a:xfrm>
            </p:grpSpPr>
            <p:sp>
              <p:nvSpPr>
                <p:cNvPr id="45" name="Szabadkézi sokszög: alakzat 44">
                  <a:extLst>
                    <a:ext uri="{FF2B5EF4-FFF2-40B4-BE49-F238E27FC236}">
                      <a16:creationId xmlns:a16="http://schemas.microsoft.com/office/drawing/2014/main" id="{7E26CE94-A25C-3032-0F97-897D0F4128EA}"/>
                    </a:ext>
                  </a:extLst>
                </p:cNvPr>
                <p:cNvSpPr/>
                <p:nvPr/>
              </p:nvSpPr>
              <p:spPr>
                <a:xfrm>
                  <a:off x="3025502" y="4757130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solidFill>
                  <a:srgbClr val="9BE5FF"/>
                </a:solidFill>
                <a:ln>
                  <a:solidFill>
                    <a:srgbClr val="9BE5FF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Ív 45">
                  <a:extLst>
                    <a:ext uri="{FF2B5EF4-FFF2-40B4-BE49-F238E27FC236}">
                      <a16:creationId xmlns:a16="http://schemas.microsoft.com/office/drawing/2014/main" id="{395D35DE-1C74-33B6-EF4E-E29B818B3E86}"/>
                    </a:ext>
                  </a:extLst>
                </p:cNvPr>
                <p:cNvSpPr/>
                <p:nvPr/>
              </p:nvSpPr>
              <p:spPr>
                <a:xfrm rot="5886252">
                  <a:off x="2969015" y="4746406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ln w="28575">
                  <a:solidFill>
                    <a:srgbClr val="9BE5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44" name="Ellipszis 43">
                <a:extLst>
                  <a:ext uri="{FF2B5EF4-FFF2-40B4-BE49-F238E27FC236}">
                    <a16:creationId xmlns:a16="http://schemas.microsoft.com/office/drawing/2014/main" id="{9C294C83-50DB-E4D7-1DB9-367B170AE3FC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2" name="Szabadkézi sokszög: alakzat 41">
              <a:extLst>
                <a:ext uri="{FF2B5EF4-FFF2-40B4-BE49-F238E27FC236}">
                  <a16:creationId xmlns:a16="http://schemas.microsoft.com/office/drawing/2014/main" id="{7038F3C3-CAF8-85CC-684B-87529C4AEAF5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Csoportba foglalás 38">
            <a:extLst>
              <a:ext uri="{FF2B5EF4-FFF2-40B4-BE49-F238E27FC236}">
                <a16:creationId xmlns:a16="http://schemas.microsoft.com/office/drawing/2014/main" id="{5FFE2898-92C9-94DF-5A30-618C804055D6}"/>
              </a:ext>
            </a:extLst>
          </p:cNvPr>
          <p:cNvGrpSpPr/>
          <p:nvPr/>
        </p:nvGrpSpPr>
        <p:grpSpPr>
          <a:xfrm>
            <a:off x="4188642" y="2612037"/>
            <a:ext cx="3098814" cy="3606256"/>
            <a:chOff x="4274907" y="1706264"/>
            <a:chExt cx="3098814" cy="3606256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50900" y="4936608"/>
              <a:ext cx="251933" cy="469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17380" y="4998243"/>
              <a:ext cx="304302" cy="1479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4350" y="5097945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837884" y="5183040"/>
              <a:ext cx="77333" cy="75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962727" flipH="1">
              <a:off x="5617485" y="3807928"/>
              <a:ext cx="86186" cy="279310"/>
              <a:chOff x="10962001" y="4090526"/>
              <a:chExt cx="61768" cy="13725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62001" y="4457773"/>
                <a:ext cx="57917" cy="1005313"/>
                <a:chOff x="5436231" y="3175709"/>
                <a:chExt cx="57917" cy="1005313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135674" y="3484225"/>
                  <a:ext cx="666989" cy="499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11753" y="391022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6231" y="39696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  <a:stCxn id="80" idx="4"/>
            </p:cNvCxnSpPr>
            <p:nvPr/>
          </p:nvCxnSpPr>
          <p:spPr>
            <a:xfrm rot="16200000" flipH="1">
              <a:off x="5339627" y="4088570"/>
              <a:ext cx="826037" cy="28149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467678" y="3242114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352"/>
            <p:cNvGrpSpPr/>
            <p:nvPr/>
          </p:nvGrpSpPr>
          <p:grpSpPr>
            <a:xfrm>
              <a:off x="4909690" y="2409825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0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1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2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6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28" name="Csoportba foglalás 227"/>
            <p:cNvGrpSpPr/>
            <p:nvPr/>
          </p:nvGrpSpPr>
          <p:grpSpPr>
            <a:xfrm>
              <a:off x="5140326" y="3808094"/>
              <a:ext cx="532448" cy="524194"/>
              <a:chOff x="5064125" y="3879531"/>
              <a:chExt cx="532448" cy="524194"/>
            </a:xfrm>
          </p:grpSpPr>
          <p:sp>
            <p:nvSpPr>
              <p:cNvPr id="229" name="Ellipszis 228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1" name="Ellipszis 230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4" name="Ellipszis 233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383637" flipH="1">
              <a:off x="5604813" y="3850657"/>
              <a:ext cx="63363" cy="309477"/>
              <a:chOff x="10941456" y="4165844"/>
              <a:chExt cx="69965" cy="1520802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7908" y="4303054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41456" y="4492128"/>
                <a:ext cx="57636" cy="1194518"/>
                <a:chOff x="5415686" y="3210064"/>
                <a:chExt cx="57636" cy="1194518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860293" flipH="1" flipV="1">
                  <a:off x="5104768" y="3533033"/>
                  <a:ext cx="691524" cy="45585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84900" y="3959882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860293" flipH="1" flipV="1">
                  <a:off x="5230283" y="4187653"/>
                  <a:ext cx="402332" cy="315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45" name="Ellipszis 244"/>
            <p:cNvSpPr/>
            <p:nvPr/>
          </p:nvSpPr>
          <p:spPr>
            <a:xfrm rot="13816579">
              <a:off x="4836828" y="3872463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7" name="Ellipszis 306"/>
            <p:cNvSpPr/>
            <p:nvPr/>
          </p:nvSpPr>
          <p:spPr>
            <a:xfrm rot="202106">
              <a:off x="5442756" y="1706264"/>
              <a:ext cx="126670" cy="2422361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8" name="Ellipszis 307"/>
            <p:cNvSpPr/>
            <p:nvPr/>
          </p:nvSpPr>
          <p:spPr>
            <a:xfrm rot="19350443">
              <a:off x="4955892" y="2948538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9" name="Ellipszis 308"/>
            <p:cNvSpPr/>
            <p:nvPr/>
          </p:nvSpPr>
          <p:spPr>
            <a:xfrm rot="16745583">
              <a:off x="5044670" y="3839903"/>
              <a:ext cx="126670" cy="417320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4" name="Ellipszis 313"/>
            <p:cNvSpPr/>
            <p:nvPr/>
          </p:nvSpPr>
          <p:spPr>
            <a:xfrm rot="9468233">
              <a:off x="5475963" y="4106262"/>
              <a:ext cx="126670" cy="683577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79787F75-DD9C-5F5F-6912-DEBA705BB7C3}"/>
              </a:ext>
            </a:extLst>
          </p:cNvPr>
          <p:cNvGrpSpPr/>
          <p:nvPr/>
        </p:nvGrpSpPr>
        <p:grpSpPr>
          <a:xfrm>
            <a:off x="5053930" y="4847903"/>
            <a:ext cx="407838" cy="250576"/>
            <a:chOff x="5124303" y="4795614"/>
            <a:chExt cx="398548" cy="244869"/>
          </a:xfrm>
        </p:grpSpPr>
        <p:grpSp>
          <p:nvGrpSpPr>
            <p:cNvPr id="41" name="Csoportba foglalás 40">
              <a:extLst>
                <a:ext uri="{FF2B5EF4-FFF2-40B4-BE49-F238E27FC236}">
                  <a16:creationId xmlns:a16="http://schemas.microsoft.com/office/drawing/2014/main" id="{AA92A184-F575-C8FC-4982-42B30D13D820}"/>
                </a:ext>
              </a:extLst>
            </p:cNvPr>
            <p:cNvGrpSpPr/>
            <p:nvPr/>
          </p:nvGrpSpPr>
          <p:grpSpPr>
            <a:xfrm>
              <a:off x="5124303" y="4795614"/>
              <a:ext cx="259320" cy="244869"/>
              <a:chOff x="5124303" y="4795614"/>
              <a:chExt cx="259320" cy="244869"/>
            </a:xfrm>
          </p:grpSpPr>
          <p:grpSp>
            <p:nvGrpSpPr>
              <p:cNvPr id="43" name="Csoportba foglalás 42">
                <a:extLst>
                  <a:ext uri="{FF2B5EF4-FFF2-40B4-BE49-F238E27FC236}">
                    <a16:creationId xmlns:a16="http://schemas.microsoft.com/office/drawing/2014/main" id="{D9495F44-5E1B-F582-E086-9518B143E034}"/>
                  </a:ext>
                </a:extLst>
              </p:cNvPr>
              <p:cNvGrpSpPr/>
              <p:nvPr/>
            </p:nvGrpSpPr>
            <p:grpSpPr>
              <a:xfrm>
                <a:off x="5124303" y="4795614"/>
                <a:ext cx="227052" cy="205550"/>
                <a:chOff x="2966185" y="4749236"/>
                <a:chExt cx="159063" cy="144000"/>
              </a:xfrm>
            </p:grpSpPr>
            <p:sp>
              <p:nvSpPr>
                <p:cNvPr id="45" name="Szabadkézi sokszög: alakzat 44">
                  <a:extLst>
                    <a:ext uri="{FF2B5EF4-FFF2-40B4-BE49-F238E27FC236}">
                      <a16:creationId xmlns:a16="http://schemas.microsoft.com/office/drawing/2014/main" id="{92C85E64-5983-3FC1-2CEE-D975A1E11586}"/>
                    </a:ext>
                  </a:extLst>
                </p:cNvPr>
                <p:cNvSpPr/>
                <p:nvPr/>
              </p:nvSpPr>
              <p:spPr>
                <a:xfrm>
                  <a:off x="3025502" y="4757130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solidFill>
                  <a:srgbClr val="9BE5FF"/>
                </a:solidFill>
                <a:ln>
                  <a:solidFill>
                    <a:srgbClr val="9BE5FF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Ív 45">
                  <a:extLst>
                    <a:ext uri="{FF2B5EF4-FFF2-40B4-BE49-F238E27FC236}">
                      <a16:creationId xmlns:a16="http://schemas.microsoft.com/office/drawing/2014/main" id="{C5A1FBAD-2ED6-27DC-3A85-191CEF526ED3}"/>
                    </a:ext>
                  </a:extLst>
                </p:cNvPr>
                <p:cNvSpPr/>
                <p:nvPr/>
              </p:nvSpPr>
              <p:spPr>
                <a:xfrm rot="5886252">
                  <a:off x="2969015" y="4746406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ln w="28575">
                  <a:solidFill>
                    <a:srgbClr val="9BE5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44" name="Ellipszis 43">
                <a:extLst>
                  <a:ext uri="{FF2B5EF4-FFF2-40B4-BE49-F238E27FC236}">
                    <a16:creationId xmlns:a16="http://schemas.microsoft.com/office/drawing/2014/main" id="{E86AD13D-0D4F-E519-D97F-66F5175E4CA1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2" name="Szabadkézi sokszög: alakzat 41">
              <a:extLst>
                <a:ext uri="{FF2B5EF4-FFF2-40B4-BE49-F238E27FC236}">
                  <a16:creationId xmlns:a16="http://schemas.microsoft.com/office/drawing/2014/main" id="{DB60AE75-F03D-AF98-7158-0ADB480E0C75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Csoportba foglalás 38">
            <a:extLst>
              <a:ext uri="{FF2B5EF4-FFF2-40B4-BE49-F238E27FC236}">
                <a16:creationId xmlns:a16="http://schemas.microsoft.com/office/drawing/2014/main" id="{E62E7F16-9D94-C1F1-8AEB-407489CF1C9A}"/>
              </a:ext>
            </a:extLst>
          </p:cNvPr>
          <p:cNvGrpSpPr/>
          <p:nvPr/>
        </p:nvGrpSpPr>
        <p:grpSpPr>
          <a:xfrm>
            <a:off x="4294214" y="2634770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24708" y="4960420"/>
              <a:ext cx="301935" cy="707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20953" y="4994671"/>
              <a:ext cx="323347" cy="4098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1968" y="5145570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899986" y="5156653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440151" flipH="1">
              <a:off x="5581511" y="3804277"/>
              <a:ext cx="57758" cy="318564"/>
              <a:chOff x="10959993" y="4090526"/>
              <a:chExt cx="63776" cy="15654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59993" y="4503531"/>
                <a:ext cx="56561" cy="1152455"/>
                <a:chOff x="5434223" y="3221467"/>
                <a:chExt cx="56561" cy="1152455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075698" y="3579992"/>
                  <a:ext cx="773611" cy="56561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07088" y="405009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7707" y="41625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6719" y="364329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0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1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2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6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308" name="Ellipszis 307"/>
            <p:cNvSpPr/>
            <p:nvPr/>
          </p:nvSpPr>
          <p:spPr>
            <a:xfrm>
              <a:off x="5538946" y="225202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28" name="Csoportba foglalás 227"/>
            <p:cNvGrpSpPr/>
            <p:nvPr/>
          </p:nvGrpSpPr>
          <p:grpSpPr>
            <a:xfrm>
              <a:off x="5159376" y="3776344"/>
              <a:ext cx="532448" cy="524194"/>
              <a:chOff x="5064125" y="3879531"/>
              <a:chExt cx="532448" cy="524194"/>
            </a:xfrm>
          </p:grpSpPr>
          <p:sp>
            <p:nvSpPr>
              <p:cNvPr id="229" name="Ellipszis 228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1" name="Ellipszis 230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34" name="Ellipszis 233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5060293" flipH="1">
              <a:off x="5556941" y="3854538"/>
              <a:ext cx="132536" cy="325500"/>
              <a:chOff x="10909490" y="4165853"/>
              <a:chExt cx="146346" cy="1599544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8041" y="4303063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09490" y="4619351"/>
                <a:ext cx="146346" cy="1146046"/>
                <a:chOff x="5383720" y="3337287"/>
                <a:chExt cx="146346" cy="1146046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383720" y="3337287"/>
                  <a:ext cx="146346" cy="63565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89402" y="4157847"/>
                  <a:ext cx="101394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09149" y="4271914"/>
                  <a:ext cx="52659" cy="21141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D9B7EAFF-2C60-9990-EF38-F477BBAB3634}"/>
              </a:ext>
            </a:extLst>
          </p:cNvPr>
          <p:cNvGrpSpPr/>
          <p:nvPr/>
        </p:nvGrpSpPr>
        <p:grpSpPr>
          <a:xfrm>
            <a:off x="4986209" y="4776281"/>
            <a:ext cx="469060" cy="288190"/>
            <a:chOff x="5124303" y="4795614"/>
            <a:chExt cx="398548" cy="244869"/>
          </a:xfrm>
        </p:grpSpPr>
        <p:grpSp>
          <p:nvGrpSpPr>
            <p:cNvPr id="41" name="Csoportba foglalás 40">
              <a:extLst>
                <a:ext uri="{FF2B5EF4-FFF2-40B4-BE49-F238E27FC236}">
                  <a16:creationId xmlns:a16="http://schemas.microsoft.com/office/drawing/2014/main" id="{126294AC-4DF8-DA4F-B856-50791890B0BA}"/>
                </a:ext>
              </a:extLst>
            </p:cNvPr>
            <p:cNvGrpSpPr/>
            <p:nvPr/>
          </p:nvGrpSpPr>
          <p:grpSpPr>
            <a:xfrm>
              <a:off x="5124303" y="4795614"/>
              <a:ext cx="259320" cy="244869"/>
              <a:chOff x="5124303" y="4795614"/>
              <a:chExt cx="259320" cy="244869"/>
            </a:xfrm>
          </p:grpSpPr>
          <p:grpSp>
            <p:nvGrpSpPr>
              <p:cNvPr id="43" name="Csoportba foglalás 42">
                <a:extLst>
                  <a:ext uri="{FF2B5EF4-FFF2-40B4-BE49-F238E27FC236}">
                    <a16:creationId xmlns:a16="http://schemas.microsoft.com/office/drawing/2014/main" id="{42852B12-2C0A-7F7D-A9BD-5BFACCC834DB}"/>
                  </a:ext>
                </a:extLst>
              </p:cNvPr>
              <p:cNvGrpSpPr/>
              <p:nvPr/>
            </p:nvGrpSpPr>
            <p:grpSpPr>
              <a:xfrm>
                <a:off x="5124303" y="4795614"/>
                <a:ext cx="227052" cy="205550"/>
                <a:chOff x="2966185" y="4749236"/>
                <a:chExt cx="159063" cy="144000"/>
              </a:xfrm>
            </p:grpSpPr>
            <p:sp>
              <p:nvSpPr>
                <p:cNvPr id="45" name="Szabadkézi sokszög: alakzat 44">
                  <a:extLst>
                    <a:ext uri="{FF2B5EF4-FFF2-40B4-BE49-F238E27FC236}">
                      <a16:creationId xmlns:a16="http://schemas.microsoft.com/office/drawing/2014/main" id="{8B820BDB-F1E5-2BD6-7154-B8D1A858D16A}"/>
                    </a:ext>
                  </a:extLst>
                </p:cNvPr>
                <p:cNvSpPr/>
                <p:nvPr/>
              </p:nvSpPr>
              <p:spPr>
                <a:xfrm>
                  <a:off x="3025502" y="4757130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solidFill>
                  <a:srgbClr val="9BE5FF"/>
                </a:solidFill>
                <a:ln>
                  <a:solidFill>
                    <a:srgbClr val="9BE5FF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Ív 45">
                  <a:extLst>
                    <a:ext uri="{FF2B5EF4-FFF2-40B4-BE49-F238E27FC236}">
                      <a16:creationId xmlns:a16="http://schemas.microsoft.com/office/drawing/2014/main" id="{E97D571A-E3A3-0FD7-EAA6-FD5ECC54A383}"/>
                    </a:ext>
                  </a:extLst>
                </p:cNvPr>
                <p:cNvSpPr/>
                <p:nvPr/>
              </p:nvSpPr>
              <p:spPr>
                <a:xfrm rot="5886252">
                  <a:off x="2969015" y="4746406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ln w="28575">
                  <a:solidFill>
                    <a:srgbClr val="9BE5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44" name="Ellipszis 43">
                <a:extLst>
                  <a:ext uri="{FF2B5EF4-FFF2-40B4-BE49-F238E27FC236}">
                    <a16:creationId xmlns:a16="http://schemas.microsoft.com/office/drawing/2014/main" id="{255089AD-8425-62B5-58C8-DFCAE709A30F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2" name="Szabadkézi sokszög: alakzat 41">
              <a:extLst>
                <a:ext uri="{FF2B5EF4-FFF2-40B4-BE49-F238E27FC236}">
                  <a16:creationId xmlns:a16="http://schemas.microsoft.com/office/drawing/2014/main" id="{42486CE0-9AAC-391B-93B2-E5C3874E538C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Csoportba foglalás 38">
            <a:extLst>
              <a:ext uri="{FF2B5EF4-FFF2-40B4-BE49-F238E27FC236}">
                <a16:creationId xmlns:a16="http://schemas.microsoft.com/office/drawing/2014/main" id="{A7BB6C64-FBBF-EC9A-A514-47F5AF3099B6}"/>
              </a:ext>
            </a:extLst>
          </p:cNvPr>
          <p:cNvGrpSpPr/>
          <p:nvPr/>
        </p:nvGrpSpPr>
        <p:grpSpPr>
          <a:xfrm>
            <a:off x="4285586" y="2579810"/>
            <a:ext cx="2950110" cy="3612605"/>
            <a:chOff x="4423611" y="1699915"/>
            <a:chExt cx="2950110" cy="3612605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43062" y="3831602"/>
              <a:ext cx="65059" cy="212363"/>
              <a:chOff x="10935292" y="4089496"/>
              <a:chExt cx="87569" cy="1104006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6878" y="4262365"/>
                <a:ext cx="378851" cy="33114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35292" y="4411624"/>
                <a:ext cx="57985" cy="781878"/>
                <a:chOff x="5409522" y="3129560"/>
                <a:chExt cx="57985" cy="781878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297823" y="3267563"/>
                  <a:ext cx="307688" cy="31681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3040" y="3480286"/>
                  <a:ext cx="101395" cy="11306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211891" y="3678573"/>
                  <a:ext cx="430496" cy="35234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755606">
              <a:off x="5721346" y="3872678"/>
              <a:ext cx="80008" cy="198453"/>
              <a:chOff x="10935424" y="4090528"/>
              <a:chExt cx="88353" cy="1102986"/>
            </a:xfrm>
          </p:grpSpPr>
          <p:cxnSp>
            <p:nvCxnSpPr>
              <p:cNvPr id="237" name="Egyenes összekötő 236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16" y="4262706"/>
                <a:ext cx="378440" cy="34083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35424" y="4411624"/>
                <a:ext cx="57853" cy="781890"/>
                <a:chOff x="5409654" y="3129560"/>
                <a:chExt cx="57853" cy="781890"/>
              </a:xfrm>
            </p:grpSpPr>
            <p:cxnSp>
              <p:nvCxnSpPr>
                <p:cNvPr id="248" name="Egyenes összekötő 24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297823" y="3267563"/>
                  <a:ext cx="307688" cy="31681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Egyenes összekötő 250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3104" y="3480285"/>
                  <a:ext cx="101395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4" name="Egyenes összekötő 253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212021" y="3678583"/>
                  <a:ext cx="430500" cy="35234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09" name="Csoportba foglalás 208"/>
            <p:cNvGrpSpPr/>
            <p:nvPr/>
          </p:nvGrpSpPr>
          <p:grpSpPr>
            <a:xfrm>
              <a:off x="5375276" y="3789044"/>
              <a:ext cx="532448" cy="524194"/>
              <a:chOff x="5064125" y="3879531"/>
              <a:chExt cx="532448" cy="524194"/>
            </a:xfrm>
          </p:grpSpPr>
          <p:sp>
            <p:nvSpPr>
              <p:cNvPr id="212" name="Ellipszis 211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3" name="Ellipszis 212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sp>
          <p:nvSpPr>
            <p:cNvPr id="217" name="Ellipszis 216"/>
            <p:cNvSpPr/>
            <p:nvPr/>
          </p:nvSpPr>
          <p:spPr>
            <a:xfrm rot="13816579">
              <a:off x="5087652" y="3866114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Ellipszis 222"/>
            <p:cNvSpPr/>
            <p:nvPr/>
          </p:nvSpPr>
          <p:spPr>
            <a:xfrm rot="202106">
              <a:off x="5693580" y="1699915"/>
              <a:ext cx="126670" cy="2422361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Ellipszis 225"/>
            <p:cNvSpPr/>
            <p:nvPr/>
          </p:nvSpPr>
          <p:spPr>
            <a:xfrm rot="19350443">
              <a:off x="5206716" y="2942189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Ellipszis 226"/>
            <p:cNvSpPr/>
            <p:nvPr/>
          </p:nvSpPr>
          <p:spPr>
            <a:xfrm rot="16745583">
              <a:off x="5295494" y="3833554"/>
              <a:ext cx="126670" cy="417320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Ellipszis 227"/>
            <p:cNvSpPr/>
            <p:nvPr/>
          </p:nvSpPr>
          <p:spPr>
            <a:xfrm rot="9468233">
              <a:off x="5726787" y="4099913"/>
              <a:ext cx="126670" cy="683577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2FC2DE80-7635-503C-466C-30F71760CABA}"/>
              </a:ext>
            </a:extLst>
          </p:cNvPr>
          <p:cNvGrpSpPr/>
          <p:nvPr/>
        </p:nvGrpSpPr>
        <p:grpSpPr>
          <a:xfrm>
            <a:off x="5226146" y="4788931"/>
            <a:ext cx="469060" cy="288190"/>
            <a:chOff x="5124303" y="4795614"/>
            <a:chExt cx="398548" cy="244869"/>
          </a:xfrm>
        </p:grpSpPr>
        <p:grpSp>
          <p:nvGrpSpPr>
            <p:cNvPr id="41" name="Csoportba foglalás 40">
              <a:extLst>
                <a:ext uri="{FF2B5EF4-FFF2-40B4-BE49-F238E27FC236}">
                  <a16:creationId xmlns:a16="http://schemas.microsoft.com/office/drawing/2014/main" id="{21E88E5E-8608-A396-D62F-B65B3798968C}"/>
                </a:ext>
              </a:extLst>
            </p:cNvPr>
            <p:cNvGrpSpPr/>
            <p:nvPr/>
          </p:nvGrpSpPr>
          <p:grpSpPr>
            <a:xfrm>
              <a:off x="5124303" y="4795614"/>
              <a:ext cx="259320" cy="244869"/>
              <a:chOff x="5124303" y="4795614"/>
              <a:chExt cx="259320" cy="244869"/>
            </a:xfrm>
          </p:grpSpPr>
          <p:grpSp>
            <p:nvGrpSpPr>
              <p:cNvPr id="43" name="Csoportba foglalás 42">
                <a:extLst>
                  <a:ext uri="{FF2B5EF4-FFF2-40B4-BE49-F238E27FC236}">
                    <a16:creationId xmlns:a16="http://schemas.microsoft.com/office/drawing/2014/main" id="{B1D83B19-DBA6-4BB7-F390-DE4F451390D8}"/>
                  </a:ext>
                </a:extLst>
              </p:cNvPr>
              <p:cNvGrpSpPr/>
              <p:nvPr/>
            </p:nvGrpSpPr>
            <p:grpSpPr>
              <a:xfrm>
                <a:off x="5124303" y="4795614"/>
                <a:ext cx="227052" cy="205550"/>
                <a:chOff x="2966185" y="4749236"/>
                <a:chExt cx="159063" cy="144000"/>
              </a:xfrm>
            </p:grpSpPr>
            <p:sp>
              <p:nvSpPr>
                <p:cNvPr id="45" name="Szabadkézi sokszög: alakzat 44">
                  <a:extLst>
                    <a:ext uri="{FF2B5EF4-FFF2-40B4-BE49-F238E27FC236}">
                      <a16:creationId xmlns:a16="http://schemas.microsoft.com/office/drawing/2014/main" id="{F813D5DE-DA46-64A9-9D81-28103A53DCBE}"/>
                    </a:ext>
                  </a:extLst>
                </p:cNvPr>
                <p:cNvSpPr/>
                <p:nvPr/>
              </p:nvSpPr>
              <p:spPr>
                <a:xfrm>
                  <a:off x="3025502" y="4757130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solidFill>
                  <a:srgbClr val="9BE5FF"/>
                </a:solidFill>
                <a:ln>
                  <a:solidFill>
                    <a:srgbClr val="9BE5FF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Ív 45">
                  <a:extLst>
                    <a:ext uri="{FF2B5EF4-FFF2-40B4-BE49-F238E27FC236}">
                      <a16:creationId xmlns:a16="http://schemas.microsoft.com/office/drawing/2014/main" id="{8F022B1A-BA34-A068-0A39-00854D717CC6}"/>
                    </a:ext>
                  </a:extLst>
                </p:cNvPr>
                <p:cNvSpPr/>
                <p:nvPr/>
              </p:nvSpPr>
              <p:spPr>
                <a:xfrm rot="5886252">
                  <a:off x="2969015" y="4746406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ln w="28575">
                  <a:solidFill>
                    <a:srgbClr val="9BE5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44" name="Ellipszis 43">
                <a:extLst>
                  <a:ext uri="{FF2B5EF4-FFF2-40B4-BE49-F238E27FC236}">
                    <a16:creationId xmlns:a16="http://schemas.microsoft.com/office/drawing/2014/main" id="{A1F4F3DD-15DA-11BB-4D5A-D61CAF5F86FE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2" name="Szabadkézi sokszög: alakzat 41">
              <a:extLst>
                <a:ext uri="{FF2B5EF4-FFF2-40B4-BE49-F238E27FC236}">
                  <a16:creationId xmlns:a16="http://schemas.microsoft.com/office/drawing/2014/main" id="{7BB936BF-5123-2279-4FFD-2A195AF1CB74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Csoportba foglalás 38">
            <a:extLst>
              <a:ext uri="{FF2B5EF4-FFF2-40B4-BE49-F238E27FC236}">
                <a16:creationId xmlns:a16="http://schemas.microsoft.com/office/drawing/2014/main" id="{FD8D6C65-631A-6FBD-28E4-459BA7D29969}"/>
              </a:ext>
            </a:extLst>
          </p:cNvPr>
          <p:cNvGrpSpPr/>
          <p:nvPr/>
        </p:nvGrpSpPr>
        <p:grpSpPr>
          <a:xfrm>
            <a:off x="4285588" y="2626143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84681" y="3846943"/>
              <a:ext cx="64174" cy="136261"/>
              <a:chOff x="10926111" y="4092956"/>
              <a:chExt cx="99543" cy="725490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58492" y="3839803"/>
              <a:ext cx="64147" cy="136262"/>
              <a:chOff x="10926111" y="4092953"/>
              <a:chExt cx="99501" cy="72549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09" name="Csoportba foglalás 208"/>
            <p:cNvGrpSpPr/>
            <p:nvPr/>
          </p:nvGrpSpPr>
          <p:grpSpPr>
            <a:xfrm>
              <a:off x="5483226" y="3719194"/>
              <a:ext cx="532448" cy="524194"/>
              <a:chOff x="5064125" y="3879531"/>
              <a:chExt cx="532448" cy="524194"/>
            </a:xfrm>
          </p:grpSpPr>
          <p:sp>
            <p:nvSpPr>
              <p:cNvPr id="212" name="Ellipszis 211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3" name="Ellipszis 222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26" name="Ellipszis 225"/>
            <p:cNvSpPr/>
            <p:nvPr/>
          </p:nvSpPr>
          <p:spPr>
            <a:xfrm rot="9352661">
              <a:off x="5986176" y="3970889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Ellipszis 227"/>
            <p:cNvSpPr/>
            <p:nvPr/>
          </p:nvSpPr>
          <p:spPr>
            <a:xfrm rot="2036163">
              <a:off x="6353982" y="1814215"/>
              <a:ext cx="126670" cy="2422361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1" name="Ellipszis 230"/>
            <p:cNvSpPr/>
            <p:nvPr/>
          </p:nvSpPr>
          <p:spPr>
            <a:xfrm rot="17708552">
              <a:off x="5090828" y="3108876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7" name="Ellipszis 236"/>
            <p:cNvSpPr/>
            <p:nvPr/>
          </p:nvSpPr>
          <p:spPr>
            <a:xfrm rot="21066948">
              <a:off x="5627283" y="3481129"/>
              <a:ext cx="126670" cy="417320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2" name="Ellipszis 241"/>
            <p:cNvSpPr/>
            <p:nvPr/>
          </p:nvSpPr>
          <p:spPr>
            <a:xfrm rot="14006875">
              <a:off x="5406112" y="3899889"/>
              <a:ext cx="126670" cy="683577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8" name="Ellipszis 247"/>
            <p:cNvSpPr/>
            <p:nvPr/>
          </p:nvSpPr>
          <p:spPr>
            <a:xfrm rot="2036163">
              <a:off x="6373032" y="1814215"/>
              <a:ext cx="126670" cy="2422361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7" name="Ellipszis 256"/>
            <p:cNvSpPr/>
            <p:nvPr/>
          </p:nvSpPr>
          <p:spPr>
            <a:xfrm rot="17708552">
              <a:off x="5109878" y="3108876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8" name="Ellipszis 257"/>
            <p:cNvSpPr/>
            <p:nvPr/>
          </p:nvSpPr>
          <p:spPr>
            <a:xfrm rot="21066948">
              <a:off x="5646333" y="3481129"/>
              <a:ext cx="126670" cy="417320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0D432ADA-A07D-0B08-805A-339A71445B21}"/>
              </a:ext>
            </a:extLst>
          </p:cNvPr>
          <p:cNvGrpSpPr/>
          <p:nvPr/>
        </p:nvGrpSpPr>
        <p:grpSpPr>
          <a:xfrm>
            <a:off x="5316055" y="4728382"/>
            <a:ext cx="469060" cy="288190"/>
            <a:chOff x="5124303" y="4795614"/>
            <a:chExt cx="398548" cy="244869"/>
          </a:xfrm>
        </p:grpSpPr>
        <p:grpSp>
          <p:nvGrpSpPr>
            <p:cNvPr id="41" name="Csoportba foglalás 40">
              <a:extLst>
                <a:ext uri="{FF2B5EF4-FFF2-40B4-BE49-F238E27FC236}">
                  <a16:creationId xmlns:a16="http://schemas.microsoft.com/office/drawing/2014/main" id="{CB45C2F3-73F8-9CC2-662F-D62E490752F7}"/>
                </a:ext>
              </a:extLst>
            </p:cNvPr>
            <p:cNvGrpSpPr/>
            <p:nvPr/>
          </p:nvGrpSpPr>
          <p:grpSpPr>
            <a:xfrm>
              <a:off x="5124303" y="4795614"/>
              <a:ext cx="259320" cy="244869"/>
              <a:chOff x="5124303" y="4795614"/>
              <a:chExt cx="259320" cy="244869"/>
            </a:xfrm>
          </p:grpSpPr>
          <p:grpSp>
            <p:nvGrpSpPr>
              <p:cNvPr id="43" name="Csoportba foglalás 42">
                <a:extLst>
                  <a:ext uri="{FF2B5EF4-FFF2-40B4-BE49-F238E27FC236}">
                    <a16:creationId xmlns:a16="http://schemas.microsoft.com/office/drawing/2014/main" id="{55C42DA3-3E48-58B5-43A6-72330C5A4960}"/>
                  </a:ext>
                </a:extLst>
              </p:cNvPr>
              <p:cNvGrpSpPr/>
              <p:nvPr/>
            </p:nvGrpSpPr>
            <p:grpSpPr>
              <a:xfrm>
                <a:off x="5124303" y="4795614"/>
                <a:ext cx="227052" cy="205550"/>
                <a:chOff x="2966185" y="4749236"/>
                <a:chExt cx="159063" cy="144000"/>
              </a:xfrm>
            </p:grpSpPr>
            <p:sp>
              <p:nvSpPr>
                <p:cNvPr id="45" name="Szabadkézi sokszög: alakzat 44">
                  <a:extLst>
                    <a:ext uri="{FF2B5EF4-FFF2-40B4-BE49-F238E27FC236}">
                      <a16:creationId xmlns:a16="http://schemas.microsoft.com/office/drawing/2014/main" id="{701E0ADC-0957-6E4B-C63F-43F6A01A2574}"/>
                    </a:ext>
                  </a:extLst>
                </p:cNvPr>
                <p:cNvSpPr/>
                <p:nvPr/>
              </p:nvSpPr>
              <p:spPr>
                <a:xfrm>
                  <a:off x="3025502" y="4757130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solidFill>
                  <a:srgbClr val="9BE5FF"/>
                </a:solidFill>
                <a:ln>
                  <a:solidFill>
                    <a:srgbClr val="9BE5FF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Ív 45">
                  <a:extLst>
                    <a:ext uri="{FF2B5EF4-FFF2-40B4-BE49-F238E27FC236}">
                      <a16:creationId xmlns:a16="http://schemas.microsoft.com/office/drawing/2014/main" id="{F81FCE11-2C82-4D63-EFC5-3694E890B2FA}"/>
                    </a:ext>
                  </a:extLst>
                </p:cNvPr>
                <p:cNvSpPr/>
                <p:nvPr/>
              </p:nvSpPr>
              <p:spPr>
                <a:xfrm rot="5886252">
                  <a:off x="2969015" y="4746406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ln w="28575">
                  <a:solidFill>
                    <a:srgbClr val="9BE5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44" name="Ellipszis 43">
                <a:extLst>
                  <a:ext uri="{FF2B5EF4-FFF2-40B4-BE49-F238E27FC236}">
                    <a16:creationId xmlns:a16="http://schemas.microsoft.com/office/drawing/2014/main" id="{22C861F6-2D22-1637-4C39-1544417CF4F1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2" name="Szabadkézi sokszög: alakzat 41">
              <a:extLst>
                <a:ext uri="{FF2B5EF4-FFF2-40B4-BE49-F238E27FC236}">
                  <a16:creationId xmlns:a16="http://schemas.microsoft.com/office/drawing/2014/main" id="{82E9B544-6E83-831E-B744-1681A86A3DA5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0EB8CB4E-0561-17C1-170D-BF763C2961D2}"/>
              </a:ext>
            </a:extLst>
          </p:cNvPr>
          <p:cNvGrpSpPr/>
          <p:nvPr/>
        </p:nvGrpSpPr>
        <p:grpSpPr>
          <a:xfrm>
            <a:off x="4285588" y="2626145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84681" y="3846943"/>
              <a:ext cx="64174" cy="136261"/>
              <a:chOff x="10926111" y="4092956"/>
              <a:chExt cx="99543" cy="725490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58492" y="3839803"/>
              <a:ext cx="64147" cy="136262"/>
              <a:chOff x="10926111" y="4092953"/>
              <a:chExt cx="99501" cy="72549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" name="Csoportba foglalás 208"/>
            <p:cNvGrpSpPr/>
            <p:nvPr/>
          </p:nvGrpSpPr>
          <p:grpSpPr>
            <a:xfrm>
              <a:off x="5483226" y="3719194"/>
              <a:ext cx="532448" cy="524194"/>
              <a:chOff x="5064125" y="3879531"/>
              <a:chExt cx="532448" cy="524194"/>
            </a:xfrm>
          </p:grpSpPr>
          <p:sp>
            <p:nvSpPr>
              <p:cNvPr id="212" name="Ellipszis 211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Ellipszis 222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sp>
          <p:nvSpPr>
            <p:cNvPr id="258" name="Ellipszis 257"/>
            <p:cNvSpPr/>
            <p:nvPr/>
          </p:nvSpPr>
          <p:spPr>
            <a:xfrm rot="9352661">
              <a:off x="5834737" y="4009117"/>
              <a:ext cx="99200" cy="503540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9" name="Ellipszis 258"/>
            <p:cNvSpPr/>
            <p:nvPr/>
          </p:nvSpPr>
          <p:spPr>
            <a:xfrm rot="14006875">
              <a:off x="5573706" y="3978457"/>
              <a:ext cx="115129" cy="272131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0" name="Ellipszis 259"/>
            <p:cNvSpPr/>
            <p:nvPr/>
          </p:nvSpPr>
          <p:spPr>
            <a:xfrm rot="2036163">
              <a:off x="6060779" y="2837590"/>
              <a:ext cx="107549" cy="1297877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1" name="Ellipszis 260"/>
            <p:cNvSpPr/>
            <p:nvPr/>
          </p:nvSpPr>
          <p:spPr>
            <a:xfrm rot="17708552">
              <a:off x="5447858" y="3563339"/>
              <a:ext cx="77422" cy="581321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262" name="Ellipszis 261"/>
            <p:cNvSpPr/>
            <p:nvPr/>
          </p:nvSpPr>
          <p:spPr>
            <a:xfrm rot="21066948">
              <a:off x="5667013" y="3747330"/>
              <a:ext cx="104742" cy="151215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1" name="Csoportba foglalás 40">
            <a:extLst>
              <a:ext uri="{FF2B5EF4-FFF2-40B4-BE49-F238E27FC236}">
                <a16:creationId xmlns:a16="http://schemas.microsoft.com/office/drawing/2014/main" id="{84E661F9-08E4-7559-E238-1EA982468579}"/>
              </a:ext>
            </a:extLst>
          </p:cNvPr>
          <p:cNvGrpSpPr/>
          <p:nvPr/>
        </p:nvGrpSpPr>
        <p:grpSpPr>
          <a:xfrm>
            <a:off x="5319096" y="4721204"/>
            <a:ext cx="469060" cy="288190"/>
            <a:chOff x="5124303" y="4795614"/>
            <a:chExt cx="398548" cy="244869"/>
          </a:xfrm>
        </p:grpSpPr>
        <p:grpSp>
          <p:nvGrpSpPr>
            <p:cNvPr id="42" name="Csoportba foglalás 41">
              <a:extLst>
                <a:ext uri="{FF2B5EF4-FFF2-40B4-BE49-F238E27FC236}">
                  <a16:creationId xmlns:a16="http://schemas.microsoft.com/office/drawing/2014/main" id="{23209848-A598-27B2-A9E1-80267C022D15}"/>
                </a:ext>
              </a:extLst>
            </p:cNvPr>
            <p:cNvGrpSpPr/>
            <p:nvPr/>
          </p:nvGrpSpPr>
          <p:grpSpPr>
            <a:xfrm>
              <a:off x="5124303" y="4795614"/>
              <a:ext cx="259320" cy="244869"/>
              <a:chOff x="5124303" y="4795614"/>
              <a:chExt cx="259320" cy="244869"/>
            </a:xfrm>
          </p:grpSpPr>
          <p:grpSp>
            <p:nvGrpSpPr>
              <p:cNvPr id="44" name="Csoportba foglalás 43">
                <a:extLst>
                  <a:ext uri="{FF2B5EF4-FFF2-40B4-BE49-F238E27FC236}">
                    <a16:creationId xmlns:a16="http://schemas.microsoft.com/office/drawing/2014/main" id="{D0B723C7-B834-5323-7FDE-B51EA36FA7CA}"/>
                  </a:ext>
                </a:extLst>
              </p:cNvPr>
              <p:cNvGrpSpPr/>
              <p:nvPr/>
            </p:nvGrpSpPr>
            <p:grpSpPr>
              <a:xfrm>
                <a:off x="5124303" y="4795614"/>
                <a:ext cx="227052" cy="205550"/>
                <a:chOff x="2966185" y="4749236"/>
                <a:chExt cx="159063" cy="144000"/>
              </a:xfrm>
            </p:grpSpPr>
            <p:sp>
              <p:nvSpPr>
                <p:cNvPr id="46" name="Szabadkézi sokszög: alakzat 45">
                  <a:extLst>
                    <a:ext uri="{FF2B5EF4-FFF2-40B4-BE49-F238E27FC236}">
                      <a16:creationId xmlns:a16="http://schemas.microsoft.com/office/drawing/2014/main" id="{6C54472B-881E-D26D-B3A8-71F9B5FB277A}"/>
                    </a:ext>
                  </a:extLst>
                </p:cNvPr>
                <p:cNvSpPr/>
                <p:nvPr/>
              </p:nvSpPr>
              <p:spPr>
                <a:xfrm>
                  <a:off x="3025502" y="4757130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solidFill>
                  <a:srgbClr val="9BE5FF"/>
                </a:solidFill>
                <a:ln>
                  <a:solidFill>
                    <a:srgbClr val="9BE5FF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7" name="Ív 46">
                  <a:extLst>
                    <a:ext uri="{FF2B5EF4-FFF2-40B4-BE49-F238E27FC236}">
                      <a16:creationId xmlns:a16="http://schemas.microsoft.com/office/drawing/2014/main" id="{E0C9228F-CBF0-1088-5D2E-805F5919896A}"/>
                    </a:ext>
                  </a:extLst>
                </p:cNvPr>
                <p:cNvSpPr/>
                <p:nvPr/>
              </p:nvSpPr>
              <p:spPr>
                <a:xfrm rot="5886252">
                  <a:off x="2969015" y="4746406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ln w="28575">
                  <a:solidFill>
                    <a:srgbClr val="9BE5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45" name="Ellipszis 44">
                <a:extLst>
                  <a:ext uri="{FF2B5EF4-FFF2-40B4-BE49-F238E27FC236}">
                    <a16:creationId xmlns:a16="http://schemas.microsoft.com/office/drawing/2014/main" id="{C48772A4-C42D-2A61-86D9-C0B8F2F35D3D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3" name="Szabadkézi sokszög: alakzat 42">
              <a:extLst>
                <a:ext uri="{FF2B5EF4-FFF2-40B4-BE49-F238E27FC236}">
                  <a16:creationId xmlns:a16="http://schemas.microsoft.com/office/drawing/2014/main" id="{56999DFC-D6AD-C158-B942-480DBD695CA3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9C332303-7902-5EC5-4DB4-00F215D6556A}"/>
              </a:ext>
            </a:extLst>
          </p:cNvPr>
          <p:cNvGrpSpPr/>
          <p:nvPr/>
        </p:nvGrpSpPr>
        <p:grpSpPr>
          <a:xfrm>
            <a:off x="4285590" y="2626147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84681" y="3846943"/>
              <a:ext cx="64174" cy="136261"/>
              <a:chOff x="10926111" y="4092956"/>
              <a:chExt cx="99543" cy="725490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58492" y="3839803"/>
              <a:ext cx="64147" cy="136262"/>
              <a:chOff x="10926111" y="4092953"/>
              <a:chExt cx="99501" cy="72549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" name="Csoportba foglalás 208"/>
            <p:cNvGrpSpPr/>
            <p:nvPr/>
          </p:nvGrpSpPr>
          <p:grpSpPr>
            <a:xfrm>
              <a:off x="5349712" y="3587750"/>
              <a:ext cx="799476" cy="787082"/>
              <a:chOff x="5064125" y="3879531"/>
              <a:chExt cx="532448" cy="524194"/>
            </a:xfrm>
          </p:grpSpPr>
          <p:sp>
            <p:nvSpPr>
              <p:cNvPr id="212" name="Ellipszis 211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3" name="Ellipszis 222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grpSp>
        <p:nvGrpSpPr>
          <p:cNvPr id="41" name="Csoportba foglalás 40">
            <a:extLst>
              <a:ext uri="{FF2B5EF4-FFF2-40B4-BE49-F238E27FC236}">
                <a16:creationId xmlns:a16="http://schemas.microsoft.com/office/drawing/2014/main" id="{78050E25-D667-0BEE-9342-A4A92EEFE3F8}"/>
              </a:ext>
            </a:extLst>
          </p:cNvPr>
          <p:cNvGrpSpPr/>
          <p:nvPr/>
        </p:nvGrpSpPr>
        <p:grpSpPr>
          <a:xfrm>
            <a:off x="5228753" y="4663402"/>
            <a:ext cx="628842" cy="386360"/>
            <a:chOff x="5124303" y="4795614"/>
            <a:chExt cx="398548" cy="244869"/>
          </a:xfrm>
        </p:grpSpPr>
        <p:grpSp>
          <p:nvGrpSpPr>
            <p:cNvPr id="42" name="Csoportba foglalás 41">
              <a:extLst>
                <a:ext uri="{FF2B5EF4-FFF2-40B4-BE49-F238E27FC236}">
                  <a16:creationId xmlns:a16="http://schemas.microsoft.com/office/drawing/2014/main" id="{850E9CEC-C016-7508-382E-474170DB9E93}"/>
                </a:ext>
              </a:extLst>
            </p:cNvPr>
            <p:cNvGrpSpPr/>
            <p:nvPr/>
          </p:nvGrpSpPr>
          <p:grpSpPr>
            <a:xfrm>
              <a:off x="5124303" y="4795614"/>
              <a:ext cx="259320" cy="244869"/>
              <a:chOff x="5124303" y="4795614"/>
              <a:chExt cx="259320" cy="244869"/>
            </a:xfrm>
          </p:grpSpPr>
          <p:grpSp>
            <p:nvGrpSpPr>
              <p:cNvPr id="44" name="Csoportba foglalás 43">
                <a:extLst>
                  <a:ext uri="{FF2B5EF4-FFF2-40B4-BE49-F238E27FC236}">
                    <a16:creationId xmlns:a16="http://schemas.microsoft.com/office/drawing/2014/main" id="{45834D65-73EA-735A-95B6-7658CC8006C9}"/>
                  </a:ext>
                </a:extLst>
              </p:cNvPr>
              <p:cNvGrpSpPr/>
              <p:nvPr/>
            </p:nvGrpSpPr>
            <p:grpSpPr>
              <a:xfrm>
                <a:off x="5124303" y="4795614"/>
                <a:ext cx="227052" cy="205550"/>
                <a:chOff x="2966185" y="4749236"/>
                <a:chExt cx="159063" cy="144000"/>
              </a:xfrm>
            </p:grpSpPr>
            <p:sp>
              <p:nvSpPr>
                <p:cNvPr id="46" name="Szabadkézi sokszög: alakzat 45">
                  <a:extLst>
                    <a:ext uri="{FF2B5EF4-FFF2-40B4-BE49-F238E27FC236}">
                      <a16:creationId xmlns:a16="http://schemas.microsoft.com/office/drawing/2014/main" id="{5514282D-33F3-E565-5C27-1F3D2BB4231D}"/>
                    </a:ext>
                  </a:extLst>
                </p:cNvPr>
                <p:cNvSpPr/>
                <p:nvPr/>
              </p:nvSpPr>
              <p:spPr>
                <a:xfrm>
                  <a:off x="3025502" y="4757130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solidFill>
                  <a:srgbClr val="9BE5FF"/>
                </a:solidFill>
                <a:ln>
                  <a:solidFill>
                    <a:srgbClr val="9BE5FF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7" name="Ív 46">
                  <a:extLst>
                    <a:ext uri="{FF2B5EF4-FFF2-40B4-BE49-F238E27FC236}">
                      <a16:creationId xmlns:a16="http://schemas.microsoft.com/office/drawing/2014/main" id="{B823DEA3-11BF-1E34-FE89-519E6E007667}"/>
                    </a:ext>
                  </a:extLst>
                </p:cNvPr>
                <p:cNvSpPr/>
                <p:nvPr/>
              </p:nvSpPr>
              <p:spPr>
                <a:xfrm rot="5886252">
                  <a:off x="2969015" y="4746406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ln w="57150">
                  <a:solidFill>
                    <a:srgbClr val="9BE5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45" name="Ellipszis 44">
                <a:extLst>
                  <a:ext uri="{FF2B5EF4-FFF2-40B4-BE49-F238E27FC236}">
                    <a16:creationId xmlns:a16="http://schemas.microsoft.com/office/drawing/2014/main" id="{22CD8173-F26F-99F0-DB14-2D8A7BC1B4D0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3" name="Szabadkézi sokszög: alakzat 42">
              <a:extLst>
                <a:ext uri="{FF2B5EF4-FFF2-40B4-BE49-F238E27FC236}">
                  <a16:creationId xmlns:a16="http://schemas.microsoft.com/office/drawing/2014/main" id="{205165D4-ECF3-55D6-5F25-2E137B79E6AA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B9D98DBC-B014-E8F4-1893-85971AA61529}"/>
              </a:ext>
            </a:extLst>
          </p:cNvPr>
          <p:cNvGrpSpPr/>
          <p:nvPr/>
        </p:nvGrpSpPr>
        <p:grpSpPr>
          <a:xfrm>
            <a:off x="4285588" y="2626143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84681" y="3846943"/>
              <a:ext cx="64174" cy="136261"/>
              <a:chOff x="10926111" y="4092956"/>
              <a:chExt cx="99543" cy="725490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58492" y="3839803"/>
              <a:ext cx="64147" cy="136262"/>
              <a:chOff x="10926111" y="4092953"/>
              <a:chExt cx="99501" cy="72549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" name="Csoportba foglalás 208"/>
            <p:cNvGrpSpPr/>
            <p:nvPr/>
          </p:nvGrpSpPr>
          <p:grpSpPr>
            <a:xfrm>
              <a:off x="5065912" y="3308350"/>
              <a:ext cx="1367076" cy="1345882"/>
              <a:chOff x="5064125" y="3879531"/>
              <a:chExt cx="532448" cy="524194"/>
            </a:xfrm>
          </p:grpSpPr>
          <p:sp>
            <p:nvSpPr>
              <p:cNvPr id="212" name="Ellipszis 211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3" name="Ellipszis 222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grpSp>
        <p:nvGrpSpPr>
          <p:cNvPr id="41" name="Csoportba foglalás 40">
            <a:extLst>
              <a:ext uri="{FF2B5EF4-FFF2-40B4-BE49-F238E27FC236}">
                <a16:creationId xmlns:a16="http://schemas.microsoft.com/office/drawing/2014/main" id="{01106B57-70DE-FEF5-28CA-B6728D1A590B}"/>
              </a:ext>
            </a:extLst>
          </p:cNvPr>
          <p:cNvGrpSpPr/>
          <p:nvPr/>
        </p:nvGrpSpPr>
        <p:grpSpPr>
          <a:xfrm>
            <a:off x="4945700" y="4544455"/>
            <a:ext cx="1063152" cy="653200"/>
            <a:chOff x="5124303" y="4795614"/>
            <a:chExt cx="398548" cy="244869"/>
          </a:xfrm>
        </p:grpSpPr>
        <p:grpSp>
          <p:nvGrpSpPr>
            <p:cNvPr id="42" name="Csoportba foglalás 41">
              <a:extLst>
                <a:ext uri="{FF2B5EF4-FFF2-40B4-BE49-F238E27FC236}">
                  <a16:creationId xmlns:a16="http://schemas.microsoft.com/office/drawing/2014/main" id="{B0FB754F-D045-5FE6-750F-F6D1D5B62E6D}"/>
                </a:ext>
              </a:extLst>
            </p:cNvPr>
            <p:cNvGrpSpPr/>
            <p:nvPr/>
          </p:nvGrpSpPr>
          <p:grpSpPr>
            <a:xfrm>
              <a:off x="5124303" y="4795614"/>
              <a:ext cx="259320" cy="244869"/>
              <a:chOff x="5124303" y="4795614"/>
              <a:chExt cx="259320" cy="244869"/>
            </a:xfrm>
          </p:grpSpPr>
          <p:grpSp>
            <p:nvGrpSpPr>
              <p:cNvPr id="44" name="Csoportba foglalás 43">
                <a:extLst>
                  <a:ext uri="{FF2B5EF4-FFF2-40B4-BE49-F238E27FC236}">
                    <a16:creationId xmlns:a16="http://schemas.microsoft.com/office/drawing/2014/main" id="{5899D1F4-B69F-1316-3E0D-FA226348F468}"/>
                  </a:ext>
                </a:extLst>
              </p:cNvPr>
              <p:cNvGrpSpPr/>
              <p:nvPr/>
            </p:nvGrpSpPr>
            <p:grpSpPr>
              <a:xfrm>
                <a:off x="5124303" y="4795614"/>
                <a:ext cx="227052" cy="205550"/>
                <a:chOff x="2966185" y="4749236"/>
                <a:chExt cx="159063" cy="144000"/>
              </a:xfrm>
            </p:grpSpPr>
            <p:sp>
              <p:nvSpPr>
                <p:cNvPr id="46" name="Szabadkézi sokszög: alakzat 45">
                  <a:extLst>
                    <a:ext uri="{FF2B5EF4-FFF2-40B4-BE49-F238E27FC236}">
                      <a16:creationId xmlns:a16="http://schemas.microsoft.com/office/drawing/2014/main" id="{63EFFCAB-66D6-C60C-59A8-8C2B1886CE0D}"/>
                    </a:ext>
                  </a:extLst>
                </p:cNvPr>
                <p:cNvSpPr/>
                <p:nvPr/>
              </p:nvSpPr>
              <p:spPr>
                <a:xfrm>
                  <a:off x="3025502" y="4757130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solidFill>
                  <a:srgbClr val="9BE5FF"/>
                </a:solidFill>
                <a:ln>
                  <a:solidFill>
                    <a:srgbClr val="9BE5FF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7" name="Ív 46">
                  <a:extLst>
                    <a:ext uri="{FF2B5EF4-FFF2-40B4-BE49-F238E27FC236}">
                      <a16:creationId xmlns:a16="http://schemas.microsoft.com/office/drawing/2014/main" id="{805890F4-187F-F5E2-8CAA-0D1ADAF2ADDC}"/>
                    </a:ext>
                  </a:extLst>
                </p:cNvPr>
                <p:cNvSpPr/>
                <p:nvPr/>
              </p:nvSpPr>
              <p:spPr>
                <a:xfrm rot="5886252">
                  <a:off x="2969015" y="4746406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ln w="76200">
                  <a:solidFill>
                    <a:srgbClr val="9BE5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45" name="Ellipszis 44">
                <a:extLst>
                  <a:ext uri="{FF2B5EF4-FFF2-40B4-BE49-F238E27FC236}">
                    <a16:creationId xmlns:a16="http://schemas.microsoft.com/office/drawing/2014/main" id="{26A05DC0-2B68-B436-A95B-B78E077C6CCD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3" name="Szabadkézi sokszög: alakzat 42">
              <a:extLst>
                <a:ext uri="{FF2B5EF4-FFF2-40B4-BE49-F238E27FC236}">
                  <a16:creationId xmlns:a16="http://schemas.microsoft.com/office/drawing/2014/main" id="{0D6DC91F-0588-1FB9-5F77-0ED40D903ACC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A2144A45-78A0-2F8D-1A53-7B53F6178892}"/>
              </a:ext>
            </a:extLst>
          </p:cNvPr>
          <p:cNvGrpSpPr/>
          <p:nvPr/>
        </p:nvGrpSpPr>
        <p:grpSpPr>
          <a:xfrm>
            <a:off x="4285588" y="2626144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84681" y="3846943"/>
              <a:ext cx="64174" cy="136261"/>
              <a:chOff x="10926111" y="4092956"/>
              <a:chExt cx="99543" cy="725490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58492" y="3839803"/>
              <a:ext cx="64147" cy="136262"/>
              <a:chOff x="10926111" y="4092953"/>
              <a:chExt cx="99501" cy="72549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" name="Csoportba foglalás 208"/>
            <p:cNvGrpSpPr/>
            <p:nvPr/>
          </p:nvGrpSpPr>
          <p:grpSpPr>
            <a:xfrm>
              <a:off x="4711162" y="2959100"/>
              <a:ext cx="2076576" cy="2044382"/>
              <a:chOff x="5064125" y="3879531"/>
              <a:chExt cx="532448" cy="524194"/>
            </a:xfrm>
          </p:grpSpPr>
          <p:sp>
            <p:nvSpPr>
              <p:cNvPr id="212" name="Ellipszis 211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3" name="Ellipszis 222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</p:grpSp>
      <p:grpSp>
        <p:nvGrpSpPr>
          <p:cNvPr id="41" name="Csoportba foglalás 40">
            <a:extLst>
              <a:ext uri="{FF2B5EF4-FFF2-40B4-BE49-F238E27FC236}">
                <a16:creationId xmlns:a16="http://schemas.microsoft.com/office/drawing/2014/main" id="{11EBCBC9-352F-A4FA-43C4-913255330D48}"/>
              </a:ext>
            </a:extLst>
          </p:cNvPr>
          <p:cNvGrpSpPr/>
          <p:nvPr/>
        </p:nvGrpSpPr>
        <p:grpSpPr>
          <a:xfrm>
            <a:off x="4622093" y="4314863"/>
            <a:ext cx="1749935" cy="1105924"/>
            <a:chOff x="5133116" y="4794177"/>
            <a:chExt cx="389735" cy="246306"/>
          </a:xfrm>
        </p:grpSpPr>
        <p:grpSp>
          <p:nvGrpSpPr>
            <p:cNvPr id="42" name="Csoportba foglalás 41">
              <a:extLst>
                <a:ext uri="{FF2B5EF4-FFF2-40B4-BE49-F238E27FC236}">
                  <a16:creationId xmlns:a16="http://schemas.microsoft.com/office/drawing/2014/main" id="{7172E32D-FF31-EF5A-3F65-0A239B14DA09}"/>
                </a:ext>
              </a:extLst>
            </p:cNvPr>
            <p:cNvGrpSpPr/>
            <p:nvPr/>
          </p:nvGrpSpPr>
          <p:grpSpPr>
            <a:xfrm>
              <a:off x="5133116" y="4794177"/>
              <a:ext cx="250507" cy="246306"/>
              <a:chOff x="5133116" y="4794177"/>
              <a:chExt cx="250507" cy="246306"/>
            </a:xfrm>
          </p:grpSpPr>
          <p:grpSp>
            <p:nvGrpSpPr>
              <p:cNvPr id="44" name="Csoportba foglalás 43">
                <a:extLst>
                  <a:ext uri="{FF2B5EF4-FFF2-40B4-BE49-F238E27FC236}">
                    <a16:creationId xmlns:a16="http://schemas.microsoft.com/office/drawing/2014/main" id="{E08B96D8-874A-2DF5-D50D-A2168E4127AA}"/>
                  </a:ext>
                </a:extLst>
              </p:cNvPr>
              <p:cNvGrpSpPr/>
              <p:nvPr/>
            </p:nvGrpSpPr>
            <p:grpSpPr>
              <a:xfrm>
                <a:off x="5133116" y="4794177"/>
                <a:ext cx="218230" cy="205550"/>
                <a:chOff x="2972365" y="4748229"/>
                <a:chExt cx="152883" cy="144000"/>
              </a:xfrm>
            </p:grpSpPr>
            <p:sp>
              <p:nvSpPr>
                <p:cNvPr id="46" name="Szabadkézi sokszög: alakzat 45">
                  <a:extLst>
                    <a:ext uri="{FF2B5EF4-FFF2-40B4-BE49-F238E27FC236}">
                      <a16:creationId xmlns:a16="http://schemas.microsoft.com/office/drawing/2014/main" id="{8EB645A1-8944-4FC6-1B8B-F0516E35D0F3}"/>
                    </a:ext>
                  </a:extLst>
                </p:cNvPr>
                <p:cNvSpPr/>
                <p:nvPr/>
              </p:nvSpPr>
              <p:spPr>
                <a:xfrm>
                  <a:off x="3025502" y="4757130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7" name="Ív 46">
                  <a:extLst>
                    <a:ext uri="{FF2B5EF4-FFF2-40B4-BE49-F238E27FC236}">
                      <a16:creationId xmlns:a16="http://schemas.microsoft.com/office/drawing/2014/main" id="{2A362EAA-2C7A-F7A4-E464-0506A15DA408}"/>
                    </a:ext>
                  </a:extLst>
                </p:cNvPr>
                <p:cNvSpPr/>
                <p:nvPr/>
              </p:nvSpPr>
              <p:spPr>
                <a:xfrm rot="5886252">
                  <a:off x="2975195" y="4745399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ln w="76200">
                  <a:solidFill>
                    <a:srgbClr val="9BE5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45" name="Ellipszis 44">
                <a:extLst>
                  <a:ext uri="{FF2B5EF4-FFF2-40B4-BE49-F238E27FC236}">
                    <a16:creationId xmlns:a16="http://schemas.microsoft.com/office/drawing/2014/main" id="{F8F8DCA9-1DBF-C790-15C9-251C1CE6BE31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3" name="Szabadkézi sokszög: alakzat 42">
              <a:extLst>
                <a:ext uri="{FF2B5EF4-FFF2-40B4-BE49-F238E27FC236}">
                  <a16:creationId xmlns:a16="http://schemas.microsoft.com/office/drawing/2014/main" id="{4E7ACB3D-2BEE-616E-61A7-7B00E93F990A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079F2C9A-E025-C20F-6C88-4549E2A6CEBF}"/>
              </a:ext>
            </a:extLst>
          </p:cNvPr>
          <p:cNvGrpSpPr/>
          <p:nvPr/>
        </p:nvGrpSpPr>
        <p:grpSpPr>
          <a:xfrm>
            <a:off x="4181866" y="2677903"/>
            <a:ext cx="3062459" cy="3650932"/>
            <a:chOff x="4311262" y="1746250"/>
            <a:chExt cx="3062459" cy="3650932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84681" y="3846943"/>
              <a:ext cx="64174" cy="136261"/>
              <a:chOff x="10926111" y="4092956"/>
              <a:chExt cx="99543" cy="725490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58492" y="3839803"/>
              <a:ext cx="64147" cy="136262"/>
              <a:chOff x="10926111" y="4092953"/>
              <a:chExt cx="99501" cy="72549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" name="Csoportba foglalás 208"/>
            <p:cNvGrpSpPr/>
            <p:nvPr/>
          </p:nvGrpSpPr>
          <p:grpSpPr>
            <a:xfrm>
              <a:off x="4311262" y="2565400"/>
              <a:ext cx="2876376" cy="2831782"/>
              <a:chOff x="5064125" y="3879531"/>
              <a:chExt cx="532448" cy="524194"/>
            </a:xfrm>
          </p:grpSpPr>
          <p:sp>
            <p:nvSpPr>
              <p:cNvPr id="212" name="Ellipszis 211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3" name="Ellipszis 222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grpSp>
        <p:nvGrpSpPr>
          <p:cNvPr id="41" name="Csoportba foglalás 40">
            <a:extLst>
              <a:ext uri="{FF2B5EF4-FFF2-40B4-BE49-F238E27FC236}">
                <a16:creationId xmlns:a16="http://schemas.microsoft.com/office/drawing/2014/main" id="{C68DC8A7-DA13-6E56-D5D0-7E58DF2E312C}"/>
              </a:ext>
            </a:extLst>
          </p:cNvPr>
          <p:cNvGrpSpPr/>
          <p:nvPr/>
        </p:nvGrpSpPr>
        <p:grpSpPr>
          <a:xfrm>
            <a:off x="4158729" y="4132539"/>
            <a:ext cx="2401736" cy="1501045"/>
            <a:chOff x="5129388" y="4794574"/>
            <a:chExt cx="393463" cy="245909"/>
          </a:xfrm>
        </p:grpSpPr>
        <p:grpSp>
          <p:nvGrpSpPr>
            <p:cNvPr id="42" name="Csoportba foglalás 41">
              <a:extLst>
                <a:ext uri="{FF2B5EF4-FFF2-40B4-BE49-F238E27FC236}">
                  <a16:creationId xmlns:a16="http://schemas.microsoft.com/office/drawing/2014/main" id="{4839B8EB-10B4-53AE-8CDA-B358678CDD95}"/>
                </a:ext>
              </a:extLst>
            </p:cNvPr>
            <p:cNvGrpSpPr/>
            <p:nvPr/>
          </p:nvGrpSpPr>
          <p:grpSpPr>
            <a:xfrm>
              <a:off x="5129388" y="4794574"/>
              <a:ext cx="254235" cy="245909"/>
              <a:chOff x="5129388" y="4794574"/>
              <a:chExt cx="254235" cy="245909"/>
            </a:xfrm>
          </p:grpSpPr>
          <p:grpSp>
            <p:nvGrpSpPr>
              <p:cNvPr id="44" name="Csoportba foglalás 43">
                <a:extLst>
                  <a:ext uri="{FF2B5EF4-FFF2-40B4-BE49-F238E27FC236}">
                    <a16:creationId xmlns:a16="http://schemas.microsoft.com/office/drawing/2014/main" id="{5AA36EC3-A21B-8540-7C0A-3D84147F3220}"/>
                  </a:ext>
                </a:extLst>
              </p:cNvPr>
              <p:cNvGrpSpPr/>
              <p:nvPr/>
            </p:nvGrpSpPr>
            <p:grpSpPr>
              <a:xfrm>
                <a:off x="5129388" y="4794574"/>
                <a:ext cx="221960" cy="205550"/>
                <a:chOff x="2969752" y="4748507"/>
                <a:chExt cx="155496" cy="144000"/>
              </a:xfrm>
            </p:grpSpPr>
            <p:sp>
              <p:nvSpPr>
                <p:cNvPr id="46" name="Szabadkézi sokszög: alakzat 45">
                  <a:extLst>
                    <a:ext uri="{FF2B5EF4-FFF2-40B4-BE49-F238E27FC236}">
                      <a16:creationId xmlns:a16="http://schemas.microsoft.com/office/drawing/2014/main" id="{C2585248-2570-6CD4-BE33-397F3C0276E5}"/>
                    </a:ext>
                  </a:extLst>
                </p:cNvPr>
                <p:cNvSpPr/>
                <p:nvPr/>
              </p:nvSpPr>
              <p:spPr>
                <a:xfrm>
                  <a:off x="3025502" y="4757130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7" name="Ív 46">
                  <a:extLst>
                    <a:ext uri="{FF2B5EF4-FFF2-40B4-BE49-F238E27FC236}">
                      <a16:creationId xmlns:a16="http://schemas.microsoft.com/office/drawing/2014/main" id="{A0D00AE3-A68F-1960-710D-567B04337092}"/>
                    </a:ext>
                  </a:extLst>
                </p:cNvPr>
                <p:cNvSpPr/>
                <p:nvPr/>
              </p:nvSpPr>
              <p:spPr>
                <a:xfrm rot="5886252">
                  <a:off x="2972582" y="4745677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ln w="127000">
                  <a:solidFill>
                    <a:srgbClr val="9BE5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45" name="Ellipszis 44">
                <a:extLst>
                  <a:ext uri="{FF2B5EF4-FFF2-40B4-BE49-F238E27FC236}">
                    <a16:creationId xmlns:a16="http://schemas.microsoft.com/office/drawing/2014/main" id="{DAB306B8-34D4-A772-6A96-511504399CB4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3" name="Szabadkézi sokszög: alakzat 42">
              <a:extLst>
                <a:ext uri="{FF2B5EF4-FFF2-40B4-BE49-F238E27FC236}">
                  <a16:creationId xmlns:a16="http://schemas.microsoft.com/office/drawing/2014/main" id="{1AEDBCBA-F363-F413-821D-C672E83A92A1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220E6A17-8967-A21F-003D-6B4D493F888A}"/>
              </a:ext>
            </a:extLst>
          </p:cNvPr>
          <p:cNvGrpSpPr/>
          <p:nvPr/>
        </p:nvGrpSpPr>
        <p:grpSpPr>
          <a:xfrm>
            <a:off x="3231461" y="1991504"/>
            <a:ext cx="4708176" cy="4635182"/>
            <a:chOff x="3395362" y="1663700"/>
            <a:chExt cx="4708176" cy="4635182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84681" y="3846943"/>
              <a:ext cx="64174" cy="136261"/>
              <a:chOff x="10926111" y="4092956"/>
              <a:chExt cx="99543" cy="725490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58492" y="3839803"/>
              <a:ext cx="64147" cy="136262"/>
              <a:chOff x="10926111" y="4092953"/>
              <a:chExt cx="99501" cy="72549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" name="Csoportba foglalás 208"/>
            <p:cNvGrpSpPr/>
            <p:nvPr/>
          </p:nvGrpSpPr>
          <p:grpSpPr>
            <a:xfrm>
              <a:off x="3395362" y="1663700"/>
              <a:ext cx="4708176" cy="4635182"/>
              <a:chOff x="5064125" y="3879531"/>
              <a:chExt cx="532448" cy="524194"/>
            </a:xfrm>
          </p:grpSpPr>
          <p:sp>
            <p:nvSpPr>
              <p:cNvPr id="212" name="Ellipszis 211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3" name="Ellipszis 222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</p:grpSp>
      <p:grpSp>
        <p:nvGrpSpPr>
          <p:cNvPr id="41" name="Csoportba foglalás 40">
            <a:extLst>
              <a:ext uri="{FF2B5EF4-FFF2-40B4-BE49-F238E27FC236}">
                <a16:creationId xmlns:a16="http://schemas.microsoft.com/office/drawing/2014/main" id="{EFD6B7A8-0E9A-6C69-BC46-75E4BF3CB523}"/>
              </a:ext>
            </a:extLst>
          </p:cNvPr>
          <p:cNvGrpSpPr/>
          <p:nvPr/>
        </p:nvGrpSpPr>
        <p:grpSpPr>
          <a:xfrm>
            <a:off x="3241628" y="3244089"/>
            <a:ext cx="3783286" cy="2364490"/>
            <a:chOff x="5129388" y="4794574"/>
            <a:chExt cx="393463" cy="245909"/>
          </a:xfrm>
        </p:grpSpPr>
        <p:grpSp>
          <p:nvGrpSpPr>
            <p:cNvPr id="42" name="Csoportba foglalás 41">
              <a:extLst>
                <a:ext uri="{FF2B5EF4-FFF2-40B4-BE49-F238E27FC236}">
                  <a16:creationId xmlns:a16="http://schemas.microsoft.com/office/drawing/2014/main" id="{CD664F9E-FCFF-35FB-A764-952D6A15E5C6}"/>
                </a:ext>
              </a:extLst>
            </p:cNvPr>
            <p:cNvGrpSpPr/>
            <p:nvPr/>
          </p:nvGrpSpPr>
          <p:grpSpPr>
            <a:xfrm>
              <a:off x="5129388" y="4794574"/>
              <a:ext cx="254235" cy="245909"/>
              <a:chOff x="5129388" y="4794574"/>
              <a:chExt cx="254235" cy="245909"/>
            </a:xfrm>
          </p:grpSpPr>
          <p:grpSp>
            <p:nvGrpSpPr>
              <p:cNvPr id="44" name="Csoportba foglalás 43">
                <a:extLst>
                  <a:ext uri="{FF2B5EF4-FFF2-40B4-BE49-F238E27FC236}">
                    <a16:creationId xmlns:a16="http://schemas.microsoft.com/office/drawing/2014/main" id="{5606E2B2-D686-D94B-F4B5-364A9718E58E}"/>
                  </a:ext>
                </a:extLst>
              </p:cNvPr>
              <p:cNvGrpSpPr/>
              <p:nvPr/>
            </p:nvGrpSpPr>
            <p:grpSpPr>
              <a:xfrm>
                <a:off x="5129388" y="4794574"/>
                <a:ext cx="221960" cy="205550"/>
                <a:chOff x="2969752" y="4748507"/>
                <a:chExt cx="155496" cy="144000"/>
              </a:xfrm>
            </p:grpSpPr>
            <p:sp>
              <p:nvSpPr>
                <p:cNvPr id="46" name="Szabadkézi sokszög: alakzat 45">
                  <a:extLst>
                    <a:ext uri="{FF2B5EF4-FFF2-40B4-BE49-F238E27FC236}">
                      <a16:creationId xmlns:a16="http://schemas.microsoft.com/office/drawing/2014/main" id="{F2B3C198-F1B6-8D83-03A2-82998949B54D}"/>
                    </a:ext>
                  </a:extLst>
                </p:cNvPr>
                <p:cNvSpPr/>
                <p:nvPr/>
              </p:nvSpPr>
              <p:spPr>
                <a:xfrm>
                  <a:off x="3025502" y="4757130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7" name="Ív 46">
                  <a:extLst>
                    <a:ext uri="{FF2B5EF4-FFF2-40B4-BE49-F238E27FC236}">
                      <a16:creationId xmlns:a16="http://schemas.microsoft.com/office/drawing/2014/main" id="{7AD9CA25-6E04-F354-5D1D-D83DF67877BE}"/>
                    </a:ext>
                  </a:extLst>
                </p:cNvPr>
                <p:cNvSpPr/>
                <p:nvPr/>
              </p:nvSpPr>
              <p:spPr>
                <a:xfrm rot="5886252">
                  <a:off x="2972582" y="4745677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ln w="254000">
                  <a:solidFill>
                    <a:srgbClr val="9BE5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45" name="Ellipszis 44">
                <a:extLst>
                  <a:ext uri="{FF2B5EF4-FFF2-40B4-BE49-F238E27FC236}">
                    <a16:creationId xmlns:a16="http://schemas.microsoft.com/office/drawing/2014/main" id="{15DF3794-3C9C-DA7F-87F0-7BE0671AFC0A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3" name="Szabadkézi sokszög: alakzat 42">
              <a:extLst>
                <a:ext uri="{FF2B5EF4-FFF2-40B4-BE49-F238E27FC236}">
                  <a16:creationId xmlns:a16="http://schemas.microsoft.com/office/drawing/2014/main" id="{FEDD9502-4A21-DF44-F8F6-F5FBA39C70FB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401"/>
          <p:cNvGrpSpPr/>
          <p:nvPr/>
        </p:nvGrpSpPr>
        <p:grpSpPr>
          <a:xfrm>
            <a:off x="4423611" y="1746250"/>
            <a:ext cx="2950110" cy="3566270"/>
            <a:chOff x="4423611" y="1746250"/>
            <a:chExt cx="2950110" cy="3566270"/>
          </a:xfrm>
          <a:solidFill>
            <a:schemeClr val="accent4">
              <a:lumMod val="60000"/>
              <a:lumOff val="40000"/>
              <a:alpha val="40000"/>
            </a:schemeClr>
          </a:solidFill>
        </p:grpSpPr>
        <p:sp>
          <p:nvSpPr>
            <p:cNvPr id="399" name="Ellipszis 398"/>
            <p:cNvSpPr/>
            <p:nvPr/>
          </p:nvSpPr>
          <p:spPr>
            <a:xfrm>
              <a:off x="5166360" y="2313623"/>
              <a:ext cx="1192530" cy="296576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0" name="Ellipszis 399"/>
            <p:cNvSpPr/>
            <p:nvPr/>
          </p:nvSpPr>
          <p:spPr>
            <a:xfrm>
              <a:off x="5586730" y="1827531"/>
              <a:ext cx="393700" cy="29718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7" name="Ellipszis 396"/>
            <p:cNvSpPr/>
            <p:nvPr/>
          </p:nvSpPr>
          <p:spPr>
            <a:xfrm rot="17438591">
              <a:off x="5237760" y="4161075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6" name="Ellipszis 395"/>
            <p:cNvSpPr/>
            <p:nvPr/>
          </p:nvSpPr>
          <p:spPr>
            <a:xfrm rot="18015131">
              <a:off x="5075836" y="3827700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5" name="Ellipszis 394"/>
            <p:cNvSpPr/>
            <p:nvPr/>
          </p:nvSpPr>
          <p:spPr>
            <a:xfrm rot="18936556">
              <a:off x="4980586" y="3956288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4" name="Ellipszis 393"/>
            <p:cNvSpPr/>
            <p:nvPr/>
          </p:nvSpPr>
          <p:spPr>
            <a:xfrm rot="19559640">
              <a:off x="4782391" y="3577247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3" name="Ellipszis 392"/>
            <p:cNvSpPr/>
            <p:nvPr/>
          </p:nvSpPr>
          <p:spPr>
            <a:xfrm rot="18173528">
              <a:off x="4868117" y="3401035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2" name="Ellipszis 391"/>
            <p:cNvSpPr/>
            <p:nvPr/>
          </p:nvSpPr>
          <p:spPr>
            <a:xfrm rot="18680492">
              <a:off x="4968130" y="3020036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1" name="Ellipszis 390"/>
            <p:cNvSpPr/>
            <p:nvPr/>
          </p:nvSpPr>
          <p:spPr>
            <a:xfrm rot="19812551">
              <a:off x="4815730" y="3101000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0" name="Ellipszis 389"/>
            <p:cNvSpPr/>
            <p:nvPr/>
          </p:nvSpPr>
          <p:spPr>
            <a:xfrm rot="459399">
              <a:off x="5071626" y="2828357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9" name="Ellipszis 388"/>
            <p:cNvSpPr/>
            <p:nvPr/>
          </p:nvSpPr>
          <p:spPr>
            <a:xfrm rot="459399">
              <a:off x="4919226" y="2675957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8" name="Ellipszis 387"/>
            <p:cNvSpPr/>
            <p:nvPr/>
          </p:nvSpPr>
          <p:spPr>
            <a:xfrm rot="20790213">
              <a:off x="5219264" y="2699769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7" name="Ellipszis 386"/>
            <p:cNvSpPr/>
            <p:nvPr/>
          </p:nvSpPr>
          <p:spPr>
            <a:xfrm rot="20790213">
              <a:off x="5095438" y="249498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6" name="Ellipszis 385"/>
            <p:cNvSpPr/>
            <p:nvPr/>
          </p:nvSpPr>
          <p:spPr>
            <a:xfrm rot="3577494">
              <a:off x="6540444" y="4227161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5" name="Ellipszis 384"/>
            <p:cNvSpPr/>
            <p:nvPr/>
          </p:nvSpPr>
          <p:spPr>
            <a:xfrm rot="3577494">
              <a:off x="6640457" y="4127149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4" name="Ellipszis 383"/>
            <p:cNvSpPr/>
            <p:nvPr/>
          </p:nvSpPr>
          <p:spPr>
            <a:xfrm rot="2901804">
              <a:off x="6159653" y="4363965"/>
              <a:ext cx="251957" cy="102559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2" name="Ellipszis 381"/>
            <p:cNvSpPr/>
            <p:nvPr/>
          </p:nvSpPr>
          <p:spPr>
            <a:xfrm rot="2612912">
              <a:off x="6462271" y="406184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1" name="Ellipszis 380"/>
            <p:cNvSpPr/>
            <p:nvPr/>
          </p:nvSpPr>
          <p:spPr>
            <a:xfrm rot="2147207">
              <a:off x="6476558" y="346177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0" name="Ellipszis 379"/>
            <p:cNvSpPr/>
            <p:nvPr/>
          </p:nvSpPr>
          <p:spPr>
            <a:xfrm rot="2147207">
              <a:off x="6695633" y="3433195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9" name="Ellipszis 378"/>
            <p:cNvSpPr/>
            <p:nvPr/>
          </p:nvSpPr>
          <p:spPr>
            <a:xfrm rot="3542268">
              <a:off x="6395599" y="287122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8" name="Ellipszis 377"/>
            <p:cNvSpPr/>
            <p:nvPr/>
          </p:nvSpPr>
          <p:spPr>
            <a:xfrm rot="1679753">
              <a:off x="6578875" y="3114348"/>
              <a:ext cx="259714" cy="10769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7" name="Ellipszis 376"/>
            <p:cNvSpPr/>
            <p:nvPr/>
          </p:nvSpPr>
          <p:spPr>
            <a:xfrm rot="20790213">
              <a:off x="6524188" y="2604519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6" name="Ellipszis 375"/>
            <p:cNvSpPr/>
            <p:nvPr/>
          </p:nvSpPr>
          <p:spPr>
            <a:xfrm rot="20790213">
              <a:off x="6443225" y="256165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3" name="Ellipszis 372"/>
            <p:cNvSpPr/>
            <p:nvPr/>
          </p:nvSpPr>
          <p:spPr>
            <a:xfrm rot="2197682">
              <a:off x="5470866" y="3277015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4" name="Ellipszis 373"/>
            <p:cNvSpPr/>
            <p:nvPr/>
          </p:nvSpPr>
          <p:spPr>
            <a:xfrm rot="2197682">
              <a:off x="4966042" y="2986502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5" name="Ellipszis 374"/>
            <p:cNvSpPr/>
            <p:nvPr/>
          </p:nvSpPr>
          <p:spPr>
            <a:xfrm rot="1773522">
              <a:off x="6124138" y="2518793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1" name="Ellipszis 370"/>
            <p:cNvSpPr/>
            <p:nvPr/>
          </p:nvSpPr>
          <p:spPr>
            <a:xfrm rot="4169971">
              <a:off x="5883908" y="4993576"/>
              <a:ext cx="187385" cy="34604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9" name="Ellipszis 368"/>
            <p:cNvSpPr/>
            <p:nvPr/>
          </p:nvSpPr>
          <p:spPr>
            <a:xfrm rot="18022506" flipH="1">
              <a:off x="5068831" y="4265260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0" name="Ellipszis 369"/>
            <p:cNvSpPr/>
            <p:nvPr/>
          </p:nvSpPr>
          <p:spPr>
            <a:xfrm rot="18022506" flipH="1">
              <a:off x="5187894" y="4370036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8" name="Ellipszis 367"/>
            <p:cNvSpPr/>
            <p:nvPr/>
          </p:nvSpPr>
          <p:spPr>
            <a:xfrm rot="18022506" flipH="1">
              <a:off x="4911669" y="4217636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7" name="Ellipszis 366"/>
            <p:cNvSpPr/>
            <p:nvPr/>
          </p:nvSpPr>
          <p:spPr>
            <a:xfrm rot="3577494">
              <a:off x="6640457" y="4146199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6" name="Ellipszis 365"/>
            <p:cNvSpPr/>
            <p:nvPr/>
          </p:nvSpPr>
          <p:spPr>
            <a:xfrm rot="2901804">
              <a:off x="6606012" y="3860991"/>
              <a:ext cx="231420" cy="102559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5" name="Ellipszis 364"/>
            <p:cNvSpPr/>
            <p:nvPr/>
          </p:nvSpPr>
          <p:spPr>
            <a:xfrm rot="2765525">
              <a:off x="6723996" y="3295294"/>
              <a:ext cx="164532" cy="113491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4" name="Ellipszis 363"/>
            <p:cNvSpPr/>
            <p:nvPr/>
          </p:nvSpPr>
          <p:spPr>
            <a:xfrm rot="2445801">
              <a:off x="6586103" y="291408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2" name="Ellipszis 361"/>
            <p:cNvSpPr/>
            <p:nvPr/>
          </p:nvSpPr>
          <p:spPr>
            <a:xfrm rot="500387">
              <a:off x="6343213" y="250450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1" name="Ellipszis 360"/>
            <p:cNvSpPr/>
            <p:nvPr/>
          </p:nvSpPr>
          <p:spPr>
            <a:xfrm rot="20488461">
              <a:off x="5810763" y="1822108"/>
              <a:ext cx="285317" cy="13347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9" name="Ellipszis 358"/>
            <p:cNvSpPr/>
            <p:nvPr/>
          </p:nvSpPr>
          <p:spPr>
            <a:xfrm rot="960565">
              <a:off x="5472626" y="1907834"/>
              <a:ext cx="285317" cy="13347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8" name="Ellipszis 357"/>
            <p:cNvSpPr/>
            <p:nvPr/>
          </p:nvSpPr>
          <p:spPr>
            <a:xfrm>
              <a:off x="5189220" y="2328862"/>
              <a:ext cx="1192530" cy="296576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5" name="Ellipszis 354"/>
            <p:cNvSpPr/>
            <p:nvPr/>
          </p:nvSpPr>
          <p:spPr>
            <a:xfrm>
              <a:off x="5594350" y="1789430"/>
              <a:ext cx="393700" cy="29718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8" name="Ellipszis 397"/>
            <p:cNvSpPr/>
            <p:nvPr/>
          </p:nvSpPr>
          <p:spPr>
            <a:xfrm rot="2197682">
              <a:off x="5140032" y="3117312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70" name="Egyenes összekötő 69">
            <a:extLst>
              <a:ext uri="{FF2B5EF4-FFF2-40B4-BE49-F238E27FC236}">
                <a16:creationId xmlns:a16="http://schemas.microsoft.com/office/drawing/2014/main" id="{75DBB7EB-4CDD-4337-8CC1-B1B5059E8000}"/>
              </a:ext>
            </a:extLst>
          </p:cNvPr>
          <p:cNvCxnSpPr>
            <a:cxnSpLocks/>
          </p:cNvCxnSpPr>
          <p:nvPr/>
        </p:nvCxnSpPr>
        <p:spPr>
          <a:xfrm flipH="1">
            <a:off x="5757194" y="3662346"/>
            <a:ext cx="1" cy="872368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1" name="Egyenes összekötő 70">
            <a:extLst>
              <a:ext uri="{FF2B5EF4-FFF2-40B4-BE49-F238E27FC236}">
                <a16:creationId xmlns:a16="http://schemas.microsoft.com/office/drawing/2014/main" id="{21E1589A-4C45-426A-8782-2386E9474D3D}"/>
              </a:ext>
            </a:extLst>
          </p:cNvPr>
          <p:cNvCxnSpPr>
            <a:cxnSpLocks/>
          </p:cNvCxnSpPr>
          <p:nvPr/>
        </p:nvCxnSpPr>
        <p:spPr>
          <a:xfrm flipH="1">
            <a:off x="5660161" y="4498276"/>
            <a:ext cx="107021" cy="337025"/>
          </a:xfrm>
          <a:prstGeom prst="line">
            <a:avLst/>
          </a:prstGeom>
          <a:ln w="76200">
            <a:solidFill>
              <a:schemeClr val="accent2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2" name="Egyenes összekötő 71">
            <a:extLst>
              <a:ext uri="{FF2B5EF4-FFF2-40B4-BE49-F238E27FC236}">
                <a16:creationId xmlns:a16="http://schemas.microsoft.com/office/drawing/2014/main" id="{CCA17437-17FE-4135-8A7D-531B173B2FF2}"/>
              </a:ext>
            </a:extLst>
          </p:cNvPr>
          <p:cNvCxnSpPr>
            <a:cxnSpLocks/>
          </p:cNvCxnSpPr>
          <p:nvPr/>
        </p:nvCxnSpPr>
        <p:spPr>
          <a:xfrm flipH="1">
            <a:off x="5654848" y="4812990"/>
            <a:ext cx="5313" cy="334003"/>
          </a:xfrm>
          <a:prstGeom prst="line">
            <a:avLst/>
          </a:prstGeom>
          <a:ln w="76200">
            <a:solidFill>
              <a:schemeClr val="accent2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3" name="Egyenes összekötő 72">
            <a:extLst>
              <a:ext uri="{FF2B5EF4-FFF2-40B4-BE49-F238E27FC236}">
                <a16:creationId xmlns:a16="http://schemas.microsoft.com/office/drawing/2014/main" id="{7EABF34E-ED8D-4877-B58C-E0413F8A7B34}"/>
              </a:ext>
            </a:extLst>
          </p:cNvPr>
          <p:cNvCxnSpPr>
            <a:cxnSpLocks/>
          </p:cNvCxnSpPr>
          <p:nvPr/>
        </p:nvCxnSpPr>
        <p:spPr>
          <a:xfrm>
            <a:off x="5767065" y="4514625"/>
            <a:ext cx="115843" cy="36426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4" name="Egyenes összekötő 73">
            <a:extLst>
              <a:ext uri="{FF2B5EF4-FFF2-40B4-BE49-F238E27FC236}">
                <a16:creationId xmlns:a16="http://schemas.microsoft.com/office/drawing/2014/main" id="{C1EE5CFB-110F-4F86-9091-3593B53F5D8E}"/>
              </a:ext>
            </a:extLst>
          </p:cNvPr>
          <p:cNvCxnSpPr>
            <a:cxnSpLocks/>
          </p:cNvCxnSpPr>
          <p:nvPr/>
        </p:nvCxnSpPr>
        <p:spPr>
          <a:xfrm>
            <a:off x="5876422" y="4846348"/>
            <a:ext cx="56252" cy="34446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5" name="Egyenes összekötő 74">
            <a:extLst>
              <a:ext uri="{FF2B5EF4-FFF2-40B4-BE49-F238E27FC236}">
                <a16:creationId xmlns:a16="http://schemas.microsoft.com/office/drawing/2014/main" id="{10AE773F-55A6-4494-90F0-E7CC851F6BEC}"/>
              </a:ext>
            </a:extLst>
          </p:cNvPr>
          <p:cNvCxnSpPr>
            <a:cxnSpLocks/>
          </p:cNvCxnSpPr>
          <p:nvPr/>
        </p:nvCxnSpPr>
        <p:spPr>
          <a:xfrm>
            <a:off x="5615299" y="5190814"/>
            <a:ext cx="78147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6" name="Egyenes összekötő 75">
            <a:extLst>
              <a:ext uri="{FF2B5EF4-FFF2-40B4-BE49-F238E27FC236}">
                <a16:creationId xmlns:a16="http://schemas.microsoft.com/office/drawing/2014/main" id="{81B2B4CD-4755-4A04-998D-BB7C9B9432D8}"/>
              </a:ext>
            </a:extLst>
          </p:cNvPr>
          <p:cNvCxnSpPr>
            <a:cxnSpLocks/>
          </p:cNvCxnSpPr>
          <p:nvPr/>
        </p:nvCxnSpPr>
        <p:spPr>
          <a:xfrm flipH="1" flipV="1">
            <a:off x="5926179" y="5149509"/>
            <a:ext cx="9688" cy="8261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7" name="Egyenes összekötő 76">
            <a:extLst>
              <a:ext uri="{FF2B5EF4-FFF2-40B4-BE49-F238E27FC236}">
                <a16:creationId xmlns:a16="http://schemas.microsoft.com/office/drawing/2014/main" id="{90E45E59-D190-406C-AE5B-538296B65A35}"/>
              </a:ext>
            </a:extLst>
          </p:cNvPr>
          <p:cNvCxnSpPr>
            <a:cxnSpLocks/>
          </p:cNvCxnSpPr>
          <p:nvPr/>
        </p:nvCxnSpPr>
        <p:spPr>
          <a:xfrm flipV="1">
            <a:off x="5720633" y="4475119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8" name="Egyenes összekötő 77">
            <a:extLst>
              <a:ext uri="{FF2B5EF4-FFF2-40B4-BE49-F238E27FC236}">
                <a16:creationId xmlns:a16="http://schemas.microsoft.com/office/drawing/2014/main" id="{A7E24C51-B347-4CB3-8E31-A63327CC4FF4}"/>
              </a:ext>
            </a:extLst>
          </p:cNvPr>
          <p:cNvCxnSpPr>
            <a:cxnSpLocks/>
          </p:cNvCxnSpPr>
          <p:nvPr/>
        </p:nvCxnSpPr>
        <p:spPr>
          <a:xfrm flipH="1">
            <a:off x="5681195" y="4475123"/>
            <a:ext cx="101350" cy="8237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9" name="Egyenes összekötő 78">
            <a:extLst>
              <a:ext uri="{FF2B5EF4-FFF2-40B4-BE49-F238E27FC236}">
                <a16:creationId xmlns:a16="http://schemas.microsoft.com/office/drawing/2014/main" id="{78EA95D6-572A-436F-8106-BBE2C7F94ABE}"/>
              </a:ext>
            </a:extLst>
          </p:cNvPr>
          <p:cNvCxnSpPr>
            <a:cxnSpLocks/>
          </p:cNvCxnSpPr>
          <p:nvPr/>
        </p:nvCxnSpPr>
        <p:spPr>
          <a:xfrm>
            <a:off x="5771316" y="4475119"/>
            <a:ext cx="181367" cy="8238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sp>
        <p:nvSpPr>
          <p:cNvPr id="80" name="Ellipszis 79">
            <a:extLst>
              <a:ext uri="{FF2B5EF4-FFF2-40B4-BE49-F238E27FC236}">
                <a16:creationId xmlns:a16="http://schemas.microsoft.com/office/drawing/2014/main" id="{D2385819-FD57-45BC-8C43-7C867923C060}"/>
              </a:ext>
            </a:extLst>
          </p:cNvPr>
          <p:cNvSpPr/>
          <p:nvPr/>
        </p:nvSpPr>
        <p:spPr>
          <a:xfrm rot="21029991">
            <a:off x="5534353" y="3232589"/>
            <a:ext cx="467414" cy="450603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" name="Csoportba foglalás 352"/>
          <p:cNvGrpSpPr/>
          <p:nvPr/>
        </p:nvGrpSpPr>
        <p:grpSpPr>
          <a:xfrm>
            <a:off x="4985890" y="2400300"/>
            <a:ext cx="1466744" cy="1443260"/>
            <a:chOff x="2787044" y="1332487"/>
            <a:chExt cx="1466744" cy="1443260"/>
          </a:xfrm>
        </p:grpSpPr>
        <p:sp>
          <p:nvSpPr>
            <p:cNvPr id="352" name="Ellipszis 351"/>
            <p:cNvSpPr/>
            <p:nvPr/>
          </p:nvSpPr>
          <p:spPr>
            <a:xfrm rot="17461877" flipV="1">
              <a:off x="3773377" y="2420973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1" name="Ellipszis 350"/>
            <p:cNvSpPr/>
            <p:nvPr/>
          </p:nvSpPr>
          <p:spPr>
            <a:xfrm rot="19260662" flipV="1">
              <a:off x="3729699" y="2466457"/>
              <a:ext cx="130085" cy="6054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0" name="Ellipszis 349"/>
            <p:cNvSpPr/>
            <p:nvPr/>
          </p:nvSpPr>
          <p:spPr>
            <a:xfrm rot="20701905" flipV="1">
              <a:off x="3727732" y="2489344"/>
              <a:ext cx="102370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9" name="Ellipszis 348"/>
            <p:cNvSpPr/>
            <p:nvPr/>
          </p:nvSpPr>
          <p:spPr>
            <a:xfrm rot="20701905" flipV="1">
              <a:off x="3785283" y="2459072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7" name="Ellipszis 346"/>
            <p:cNvSpPr/>
            <p:nvPr/>
          </p:nvSpPr>
          <p:spPr>
            <a:xfrm rot="1557053">
              <a:off x="3845769" y="2170755"/>
              <a:ext cx="78641" cy="29602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6" name="Ellipszis 345"/>
            <p:cNvSpPr/>
            <p:nvPr/>
          </p:nvSpPr>
          <p:spPr>
            <a:xfrm rot="20588735">
              <a:off x="3782985" y="2254403"/>
              <a:ext cx="45719" cy="157873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5" name="Ellipszis 344"/>
            <p:cNvSpPr/>
            <p:nvPr/>
          </p:nvSpPr>
          <p:spPr>
            <a:xfrm rot="19475410">
              <a:off x="3717081" y="2083144"/>
              <a:ext cx="72506" cy="294032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4" name="Ellipszis 343"/>
            <p:cNvSpPr/>
            <p:nvPr/>
          </p:nvSpPr>
          <p:spPr>
            <a:xfrm rot="1557053">
              <a:off x="3805553" y="2053369"/>
              <a:ext cx="72506" cy="270593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3" name="Ellipszis 342"/>
            <p:cNvSpPr/>
            <p:nvPr/>
          </p:nvSpPr>
          <p:spPr>
            <a:xfrm rot="1557053">
              <a:off x="3798044" y="2006945"/>
              <a:ext cx="72506" cy="294032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2" name="Ellipszis 341"/>
            <p:cNvSpPr/>
            <p:nvPr/>
          </p:nvSpPr>
          <p:spPr>
            <a:xfrm rot="18358001">
              <a:off x="3342656" y="1895267"/>
              <a:ext cx="86936" cy="20947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1" name="Ellipszis 340"/>
            <p:cNvSpPr/>
            <p:nvPr/>
          </p:nvSpPr>
          <p:spPr>
            <a:xfrm rot="19740016">
              <a:off x="3328367" y="1930986"/>
              <a:ext cx="86936" cy="20947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0" name="Ellipszis 339"/>
            <p:cNvSpPr/>
            <p:nvPr/>
          </p:nvSpPr>
          <p:spPr>
            <a:xfrm rot="18226193">
              <a:off x="3269164" y="1892887"/>
              <a:ext cx="54104" cy="140936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9" name="Ellipszis 338"/>
            <p:cNvSpPr/>
            <p:nvPr/>
          </p:nvSpPr>
          <p:spPr>
            <a:xfrm rot="16983355">
              <a:off x="3318885" y="2429111"/>
              <a:ext cx="45719" cy="127958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8" name="Ellipszis 337"/>
            <p:cNvSpPr/>
            <p:nvPr/>
          </p:nvSpPr>
          <p:spPr>
            <a:xfrm rot="19280624">
              <a:off x="3272018" y="2325814"/>
              <a:ext cx="53553" cy="17946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7" name="Ellipszis 336"/>
            <p:cNvSpPr/>
            <p:nvPr/>
          </p:nvSpPr>
          <p:spPr>
            <a:xfrm rot="18267339">
              <a:off x="3359120" y="1999113"/>
              <a:ext cx="62830" cy="31059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6" name="Ellipszis 335"/>
            <p:cNvSpPr/>
            <p:nvPr/>
          </p:nvSpPr>
          <p:spPr>
            <a:xfrm rot="20229635">
              <a:off x="3276057" y="2024774"/>
              <a:ext cx="62830" cy="34593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5" name="Ellipszis 334"/>
            <p:cNvSpPr/>
            <p:nvPr/>
          </p:nvSpPr>
          <p:spPr>
            <a:xfrm rot="20229635">
              <a:off x="3185569" y="2000961"/>
              <a:ext cx="62830" cy="34593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4" name="Ellipszis 333"/>
            <p:cNvSpPr/>
            <p:nvPr/>
          </p:nvSpPr>
          <p:spPr>
            <a:xfrm rot="20781721">
              <a:off x="3329143" y="2110792"/>
              <a:ext cx="58402" cy="346635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3" name="Ellipszis 332"/>
            <p:cNvSpPr/>
            <p:nvPr/>
          </p:nvSpPr>
          <p:spPr>
            <a:xfrm rot="20236544">
              <a:off x="3274489" y="2081252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2" name="Ellipszis 331"/>
            <p:cNvSpPr/>
            <p:nvPr/>
          </p:nvSpPr>
          <p:spPr>
            <a:xfrm rot="20554922">
              <a:off x="3629179" y="1972764"/>
              <a:ext cx="72226" cy="3598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1" name="Ellipszis 330"/>
            <p:cNvSpPr/>
            <p:nvPr/>
          </p:nvSpPr>
          <p:spPr>
            <a:xfrm rot="307296">
              <a:off x="3707087" y="2069844"/>
              <a:ext cx="45719" cy="389928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7" name="Ellipszis 326"/>
            <p:cNvSpPr/>
            <p:nvPr/>
          </p:nvSpPr>
          <p:spPr>
            <a:xfrm rot="1131027">
              <a:off x="3531169" y="1895676"/>
              <a:ext cx="310009" cy="34488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6" name="Ellipszis 325"/>
            <p:cNvSpPr/>
            <p:nvPr/>
          </p:nvSpPr>
          <p:spPr>
            <a:xfrm rot="1131027">
              <a:off x="3388832" y="1858662"/>
              <a:ext cx="197318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5" name="Ellipszis 324"/>
            <p:cNvSpPr/>
            <p:nvPr/>
          </p:nvSpPr>
          <p:spPr>
            <a:xfrm rot="307296">
              <a:off x="3360855" y="1912104"/>
              <a:ext cx="58402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3" name="Ellipszis 312"/>
            <p:cNvSpPr/>
            <p:nvPr/>
          </p:nvSpPr>
          <p:spPr>
            <a:xfrm rot="2090414">
              <a:off x="3576242" y="1995732"/>
              <a:ext cx="45719" cy="24453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2" name="Ellipszis 311"/>
            <p:cNvSpPr/>
            <p:nvPr/>
          </p:nvSpPr>
          <p:spPr>
            <a:xfrm rot="4163951">
              <a:off x="3574524" y="1966952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0" name="Ellipszis 309"/>
            <p:cNvSpPr/>
            <p:nvPr/>
          </p:nvSpPr>
          <p:spPr>
            <a:xfrm rot="307296">
              <a:off x="3387049" y="2078793"/>
              <a:ext cx="58402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1" name="Ellipszis 310"/>
            <p:cNvSpPr/>
            <p:nvPr/>
          </p:nvSpPr>
          <p:spPr>
            <a:xfrm rot="2090414">
              <a:off x="3486420" y="1969333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287"/>
            <p:cNvGrpSpPr/>
            <p:nvPr/>
          </p:nvGrpSpPr>
          <p:grpSpPr>
            <a:xfrm rot="1507515">
              <a:off x="3485504" y="1833174"/>
              <a:ext cx="340515" cy="385214"/>
              <a:chOff x="3324745" y="1577582"/>
              <a:chExt cx="436219" cy="460729"/>
            </a:xfrm>
          </p:grpSpPr>
          <p:sp>
            <p:nvSpPr>
              <p:cNvPr id="289" name="Ellipszis 288"/>
              <p:cNvSpPr/>
              <p:nvPr/>
            </p:nvSpPr>
            <p:spPr>
              <a:xfrm rot="1190723">
                <a:off x="3532640" y="1837257"/>
                <a:ext cx="93829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0" name="Ellipszis 289"/>
              <p:cNvSpPr/>
              <p:nvPr/>
            </p:nvSpPr>
            <p:spPr>
              <a:xfrm rot="3450357">
                <a:off x="3626547" y="1855174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1" name="Ellipszis 290"/>
              <p:cNvSpPr/>
              <p:nvPr/>
            </p:nvSpPr>
            <p:spPr>
              <a:xfrm rot="6727867">
                <a:off x="3405089" y="1838506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2" name="Ellipszis 291"/>
              <p:cNvSpPr/>
              <p:nvPr/>
            </p:nvSpPr>
            <p:spPr>
              <a:xfrm rot="3245755">
                <a:off x="3386102" y="1764410"/>
                <a:ext cx="86455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3" name="Ellipszis 292"/>
              <p:cNvSpPr/>
              <p:nvPr/>
            </p:nvSpPr>
            <p:spPr>
              <a:xfrm rot="2136681">
                <a:off x="3439499" y="1736040"/>
                <a:ext cx="257453" cy="26566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4" name="Ellipszis 293"/>
              <p:cNvSpPr/>
              <p:nvPr/>
            </p:nvSpPr>
            <p:spPr>
              <a:xfrm rot="3028841">
                <a:off x="3486139" y="1563294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5" name="Ellipszis 294"/>
              <p:cNvSpPr/>
              <p:nvPr/>
            </p:nvSpPr>
            <p:spPr>
              <a:xfrm rot="2136681">
                <a:off x="3545670" y="1577582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6" name="Ellipszis 295"/>
              <p:cNvSpPr/>
              <p:nvPr/>
            </p:nvSpPr>
            <p:spPr>
              <a:xfrm rot="20256029">
                <a:off x="3626760" y="1685012"/>
                <a:ext cx="45719" cy="4804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7" name="Ellipszis 296"/>
              <p:cNvSpPr/>
              <p:nvPr/>
            </p:nvSpPr>
            <p:spPr>
              <a:xfrm rot="20256029">
                <a:off x="3647963" y="1651344"/>
                <a:ext cx="45719" cy="30930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8" name="Ellipszis 297"/>
              <p:cNvSpPr/>
              <p:nvPr/>
            </p:nvSpPr>
            <p:spPr>
              <a:xfrm rot="20256029">
                <a:off x="3714660" y="1884439"/>
                <a:ext cx="46304" cy="5868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5" name="Csoportba foglalás 286"/>
            <p:cNvGrpSpPr/>
            <p:nvPr/>
          </p:nvGrpSpPr>
          <p:grpSpPr>
            <a:xfrm>
              <a:off x="3324745" y="1577582"/>
              <a:ext cx="436219" cy="460729"/>
              <a:chOff x="3324745" y="1577582"/>
              <a:chExt cx="436219" cy="460729"/>
            </a:xfrm>
          </p:grpSpPr>
          <p:sp>
            <p:nvSpPr>
              <p:cNvPr id="286" name="Ellipszis 285"/>
              <p:cNvSpPr/>
              <p:nvPr/>
            </p:nvSpPr>
            <p:spPr>
              <a:xfrm rot="1190723">
                <a:off x="3532640" y="1837257"/>
                <a:ext cx="93829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5" name="Ellipszis 284"/>
              <p:cNvSpPr/>
              <p:nvPr/>
            </p:nvSpPr>
            <p:spPr>
              <a:xfrm rot="3450357">
                <a:off x="3626547" y="1855174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3" name="Ellipszis 282"/>
              <p:cNvSpPr/>
              <p:nvPr/>
            </p:nvSpPr>
            <p:spPr>
              <a:xfrm rot="6727867">
                <a:off x="3405089" y="1838506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4" name="Ellipszis 283"/>
              <p:cNvSpPr/>
              <p:nvPr/>
            </p:nvSpPr>
            <p:spPr>
              <a:xfrm rot="3245755">
                <a:off x="3386102" y="1764410"/>
                <a:ext cx="86455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2" name="Ellipszis 281"/>
              <p:cNvSpPr/>
              <p:nvPr/>
            </p:nvSpPr>
            <p:spPr>
              <a:xfrm rot="2136681">
                <a:off x="3439499" y="1736040"/>
                <a:ext cx="257453" cy="26566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6" name="Ellipszis 275"/>
              <p:cNvSpPr/>
              <p:nvPr/>
            </p:nvSpPr>
            <p:spPr>
              <a:xfrm rot="3028841">
                <a:off x="3486139" y="1563294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5" name="Ellipszis 274"/>
              <p:cNvSpPr/>
              <p:nvPr/>
            </p:nvSpPr>
            <p:spPr>
              <a:xfrm rot="2136681">
                <a:off x="3545670" y="1577582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0" name="Ellipszis 279"/>
              <p:cNvSpPr/>
              <p:nvPr/>
            </p:nvSpPr>
            <p:spPr>
              <a:xfrm rot="20256029">
                <a:off x="3626760" y="1685012"/>
                <a:ext cx="45719" cy="4804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9" name="Ellipszis 278"/>
              <p:cNvSpPr/>
              <p:nvPr/>
            </p:nvSpPr>
            <p:spPr>
              <a:xfrm rot="20256029">
                <a:off x="3647963" y="1651344"/>
                <a:ext cx="45719" cy="30930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1" name="Ellipszis 280"/>
              <p:cNvSpPr/>
              <p:nvPr/>
            </p:nvSpPr>
            <p:spPr>
              <a:xfrm rot="20256029">
                <a:off x="3714660" y="1884439"/>
                <a:ext cx="46304" cy="5868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6" name="Csoportba foglalás 272"/>
            <p:cNvGrpSpPr/>
            <p:nvPr/>
          </p:nvGrpSpPr>
          <p:grpSpPr>
            <a:xfrm>
              <a:off x="2787044" y="1332487"/>
              <a:ext cx="1466744" cy="1443260"/>
              <a:chOff x="2863244" y="1320580"/>
              <a:chExt cx="1466744" cy="1443260"/>
            </a:xfrm>
          </p:grpSpPr>
          <p:grpSp>
            <p:nvGrpSpPr>
              <p:cNvPr id="7" name="Csoportba foglalás 258"/>
              <p:cNvGrpSpPr/>
              <p:nvPr/>
            </p:nvGrpSpPr>
            <p:grpSpPr>
              <a:xfrm>
                <a:off x="2863244" y="1320580"/>
                <a:ext cx="1466744" cy="1443260"/>
                <a:chOff x="4977793" y="2339755"/>
                <a:chExt cx="1466744" cy="1443260"/>
              </a:xfrm>
              <a:noFill/>
            </p:grpSpPr>
            <p:grpSp>
              <p:nvGrpSpPr>
                <p:cNvPr id="8" name="Csoportba foglalás 237"/>
                <p:cNvGrpSpPr/>
                <p:nvPr/>
              </p:nvGrpSpPr>
              <p:grpSpPr>
                <a:xfrm>
                  <a:off x="5523715" y="3129758"/>
                  <a:ext cx="511266" cy="653257"/>
                  <a:chOff x="4261653" y="2296321"/>
                  <a:chExt cx="511266" cy="653257"/>
                </a:xfrm>
                <a:grpFill/>
              </p:grpSpPr>
              <p:grpSp>
                <p:nvGrpSpPr>
                  <p:cNvPr id="10" name="Csoportba foglalás 187"/>
                  <p:cNvGrpSpPr/>
                  <p:nvPr/>
                </p:nvGrpSpPr>
                <p:grpSpPr>
                  <a:xfrm rot="823178">
                    <a:off x="4360727" y="2357252"/>
                    <a:ext cx="284279" cy="462682"/>
                    <a:chOff x="4230326" y="1571625"/>
                    <a:chExt cx="236899" cy="441327"/>
                  </a:xfrm>
                  <a:grpFill/>
                </p:grpSpPr>
                <p:sp>
                  <p:nvSpPr>
                    <p:cNvPr id="186" name="Ív 185"/>
                    <p:cNvSpPr/>
                    <p:nvPr/>
                  </p:nvSpPr>
                  <p:spPr>
                    <a:xfrm>
                      <a:off x="4230326" y="1610118"/>
                      <a:ext cx="227374" cy="4028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187" name="Ív 186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1" name="Csoportba foglalás 188"/>
                  <p:cNvGrpSpPr/>
                  <p:nvPr/>
                </p:nvGrpSpPr>
                <p:grpSpPr>
                  <a:xfrm>
                    <a:off x="4576146" y="2436966"/>
                    <a:ext cx="175566" cy="312892"/>
                    <a:chOff x="4238625" y="1571625"/>
                    <a:chExt cx="228600" cy="441325"/>
                  </a:xfrm>
                  <a:grpFill/>
                </p:grpSpPr>
                <p:sp>
                  <p:nvSpPr>
                    <p:cNvPr id="190" name="Ív 189"/>
                    <p:cNvSpPr/>
                    <p:nvPr/>
                  </p:nvSpPr>
                  <p:spPr>
                    <a:xfrm>
                      <a:off x="4276641" y="1630745"/>
                      <a:ext cx="181059" cy="38220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191" name="Ív 190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2" name="Csoportba foglalás 191"/>
                  <p:cNvGrpSpPr/>
                  <p:nvPr/>
                </p:nvGrpSpPr>
                <p:grpSpPr>
                  <a:xfrm flipH="1">
                    <a:off x="4313623" y="2296321"/>
                    <a:ext cx="459296" cy="653257"/>
                    <a:chOff x="4221715" y="1547296"/>
                    <a:chExt cx="249617" cy="465654"/>
                  </a:xfrm>
                  <a:grpFill/>
                </p:grpSpPr>
                <p:sp>
                  <p:nvSpPr>
                    <p:cNvPr id="206" name="Ív 205"/>
                    <p:cNvSpPr/>
                    <p:nvPr/>
                  </p:nvSpPr>
                  <p:spPr>
                    <a:xfrm>
                      <a:off x="4229100" y="1619250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07" name="Ív 206"/>
                    <p:cNvSpPr/>
                    <p:nvPr/>
                  </p:nvSpPr>
                  <p:spPr>
                    <a:xfrm rot="1497937">
                      <a:off x="4221715" y="1547296"/>
                      <a:ext cx="249617" cy="41311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3" name="Csoportba foglalás 208"/>
                  <p:cNvGrpSpPr/>
                  <p:nvPr/>
                </p:nvGrpSpPr>
                <p:grpSpPr>
                  <a:xfrm flipH="1">
                    <a:off x="4261653" y="2451692"/>
                    <a:ext cx="175566" cy="312892"/>
                    <a:chOff x="4238625" y="1571625"/>
                    <a:chExt cx="228600" cy="441325"/>
                  </a:xfrm>
                  <a:grpFill/>
                </p:grpSpPr>
                <p:sp>
                  <p:nvSpPr>
                    <p:cNvPr id="210" name="Ív 209"/>
                    <p:cNvSpPr/>
                    <p:nvPr/>
                  </p:nvSpPr>
                  <p:spPr>
                    <a:xfrm>
                      <a:off x="4363886" y="1653638"/>
                      <a:ext cx="93814" cy="359312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11" name="Szabadkézi sokszög 210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custGeom>
                      <a:avLst/>
                      <a:gdLst>
                        <a:gd name="connsiteX0" fmla="*/ 114300 w 228600"/>
                        <a:gd name="connsiteY0" fmla="*/ 0 h 393700"/>
                        <a:gd name="connsiteX1" fmla="*/ 213145 w 228600"/>
                        <a:gd name="connsiteY1" fmla="*/ 98005 h 393700"/>
                        <a:gd name="connsiteX2" fmla="*/ 228600 w 228600"/>
                        <a:gd name="connsiteY2" fmla="*/ 196850 h 393700"/>
                        <a:gd name="connsiteX3" fmla="*/ 114300 w 228600"/>
                        <a:gd name="connsiteY3" fmla="*/ 196850 h 393700"/>
                        <a:gd name="connsiteX4" fmla="*/ 114300 w 228600"/>
                        <a:gd name="connsiteY4" fmla="*/ 0 h 393700"/>
                        <a:gd name="connsiteX0" fmla="*/ 114300 w 228600"/>
                        <a:gd name="connsiteY0" fmla="*/ 0 h 393700"/>
                        <a:gd name="connsiteX1" fmla="*/ 213145 w 228600"/>
                        <a:gd name="connsiteY1" fmla="*/ 98005 h 393700"/>
                        <a:gd name="connsiteX2" fmla="*/ 228600 w 228600"/>
                        <a:gd name="connsiteY2" fmla="*/ 196850 h 393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28600" h="393700" stroke="0" extrusionOk="0">
                          <a:moveTo>
                            <a:pt x="114300" y="0"/>
                          </a:moveTo>
                          <a:cubicBezTo>
                            <a:pt x="155035" y="0"/>
                            <a:pt x="192691" y="37336"/>
                            <a:pt x="213145" y="98005"/>
                          </a:cubicBezTo>
                          <a:cubicBezTo>
                            <a:pt x="223268" y="128030"/>
                            <a:pt x="228600" y="162131"/>
                            <a:pt x="228600" y="196850"/>
                          </a:cubicBezTo>
                          <a:lnTo>
                            <a:pt x="114300" y="196850"/>
                          </a:lnTo>
                          <a:lnTo>
                            <a:pt x="114300" y="0"/>
                          </a:lnTo>
                          <a:close/>
                        </a:path>
                        <a:path w="228600" h="393700" fill="none">
                          <a:moveTo>
                            <a:pt x="114300" y="0"/>
                          </a:moveTo>
                          <a:cubicBezTo>
                            <a:pt x="155035" y="0"/>
                            <a:pt x="192691" y="37336"/>
                            <a:pt x="213145" y="98005"/>
                          </a:cubicBezTo>
                          <a:cubicBezTo>
                            <a:pt x="223268" y="128030"/>
                            <a:pt x="228600" y="162131"/>
                            <a:pt x="228600" y="196850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grpSp>
              <p:nvGrpSpPr>
                <p:cNvPr id="14" name="Csoportba foglalás 216"/>
                <p:cNvGrpSpPr/>
                <p:nvPr/>
              </p:nvGrpSpPr>
              <p:grpSpPr>
                <a:xfrm rot="3198530" flipV="1">
                  <a:off x="5904716" y="3241840"/>
                  <a:ext cx="186467" cy="318155"/>
                  <a:chOff x="4227236" y="1572297"/>
                  <a:chExt cx="242794" cy="448748"/>
                </a:xfrm>
                <a:grpFill/>
              </p:grpSpPr>
              <p:sp>
                <p:nvSpPr>
                  <p:cNvPr id="218" name="Ív 217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0" name="Ív 229"/>
                  <p:cNvSpPr/>
                  <p:nvPr/>
                </p:nvSpPr>
                <p:spPr>
                  <a:xfrm rot="1497937">
                    <a:off x="4227236" y="1572297"/>
                    <a:ext cx="242794" cy="448748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5" name="Csoportba foglalás 230"/>
                <p:cNvGrpSpPr/>
                <p:nvPr/>
              </p:nvGrpSpPr>
              <p:grpSpPr>
                <a:xfrm rot="1932286" flipV="1">
                  <a:off x="5888830" y="2848197"/>
                  <a:ext cx="259320" cy="625017"/>
                  <a:chOff x="4211451" y="1573248"/>
                  <a:chExt cx="265440" cy="485165"/>
                </a:xfrm>
                <a:grpFill/>
              </p:grpSpPr>
              <p:sp>
                <p:nvSpPr>
                  <p:cNvPr id="232" name="Ív 231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3" name="Ív 232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6" name="Csoportba foglalás 233"/>
                <p:cNvGrpSpPr/>
                <p:nvPr/>
              </p:nvGrpSpPr>
              <p:grpSpPr>
                <a:xfrm rot="3087559" flipH="1" flipV="1">
                  <a:off x="5902416" y="2731799"/>
                  <a:ext cx="361677" cy="722564"/>
                  <a:chOff x="4141106" y="1573248"/>
                  <a:chExt cx="335785" cy="485165"/>
                </a:xfrm>
                <a:grpFill/>
              </p:grpSpPr>
              <p:sp>
                <p:nvSpPr>
                  <p:cNvPr id="235" name="Ív 234"/>
                  <p:cNvSpPr/>
                  <p:nvPr/>
                </p:nvSpPr>
                <p:spPr>
                  <a:xfrm>
                    <a:off x="4141106" y="1691168"/>
                    <a:ext cx="316593" cy="32178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6" name="Ív 235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7" name="Csoportba foglalás 238"/>
                <p:cNvGrpSpPr/>
                <p:nvPr/>
              </p:nvGrpSpPr>
              <p:grpSpPr>
                <a:xfrm rot="1932286" flipV="1">
                  <a:off x="5926213" y="2756296"/>
                  <a:ext cx="207254" cy="746334"/>
                  <a:chOff x="4329982" y="1463272"/>
                  <a:chExt cx="212145" cy="579336"/>
                </a:xfrm>
                <a:grpFill/>
              </p:grpSpPr>
              <p:sp>
                <p:nvSpPr>
                  <p:cNvPr id="240" name="Ív 239"/>
                  <p:cNvSpPr/>
                  <p:nvPr/>
                </p:nvSpPr>
                <p:spPr>
                  <a:xfrm rot="10987660">
                    <a:off x="4390592" y="1463272"/>
                    <a:ext cx="151535" cy="38369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1" name="Ív 240"/>
                  <p:cNvSpPr/>
                  <p:nvPr/>
                </p:nvSpPr>
                <p:spPr>
                  <a:xfrm rot="1497937">
                    <a:off x="4329982" y="1614263"/>
                    <a:ext cx="125628" cy="42834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8" name="Csoportba foglalás 241"/>
                <p:cNvGrpSpPr/>
                <p:nvPr/>
              </p:nvGrpSpPr>
              <p:grpSpPr>
                <a:xfrm rot="17691938" flipV="1">
                  <a:off x="5087350" y="2808013"/>
                  <a:ext cx="503450" cy="722564"/>
                  <a:chOff x="4009483" y="1573248"/>
                  <a:chExt cx="467408" cy="485165"/>
                </a:xfrm>
                <a:grpFill/>
              </p:grpSpPr>
              <p:sp>
                <p:nvSpPr>
                  <p:cNvPr id="243" name="Ív 242"/>
                  <p:cNvSpPr/>
                  <p:nvPr/>
                </p:nvSpPr>
                <p:spPr>
                  <a:xfrm>
                    <a:off x="4009483" y="1670763"/>
                    <a:ext cx="455459" cy="37294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4" name="Ív 243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9" name="Csoportba foglalás 244"/>
                <p:cNvGrpSpPr/>
                <p:nvPr/>
              </p:nvGrpSpPr>
              <p:grpSpPr>
                <a:xfrm rot="2290000" flipH="1" flipV="1">
                  <a:off x="5783170" y="2339755"/>
                  <a:ext cx="549798" cy="944900"/>
                  <a:chOff x="3979703" y="1558122"/>
                  <a:chExt cx="510437" cy="634452"/>
                </a:xfrm>
                <a:grpFill/>
              </p:grpSpPr>
              <p:sp>
                <p:nvSpPr>
                  <p:cNvPr id="246" name="Ív 245"/>
                  <p:cNvSpPr/>
                  <p:nvPr/>
                </p:nvSpPr>
                <p:spPr>
                  <a:xfrm>
                    <a:off x="3979703" y="1772277"/>
                    <a:ext cx="489833" cy="29118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7" name="Szabadkézi sokszög 246"/>
                  <p:cNvSpPr/>
                  <p:nvPr/>
                </p:nvSpPr>
                <p:spPr>
                  <a:xfrm rot="1497937">
                    <a:off x="4216290" y="1558122"/>
                    <a:ext cx="273850" cy="634452"/>
                  </a:xfrm>
                  <a:custGeom>
                    <a:avLst/>
                    <a:gdLst>
                      <a:gd name="connsiteX0" fmla="*/ 136925 w 273850"/>
                      <a:gd name="connsiteY0" fmla="*/ 0 h 634452"/>
                      <a:gd name="connsiteX1" fmla="*/ 262639 w 273850"/>
                      <a:gd name="connsiteY1" fmla="*/ 191512 h 634452"/>
                      <a:gd name="connsiteX2" fmla="*/ 273850 w 273850"/>
                      <a:gd name="connsiteY2" fmla="*/ 317226 h 634452"/>
                      <a:gd name="connsiteX3" fmla="*/ 136925 w 273850"/>
                      <a:gd name="connsiteY3" fmla="*/ 317226 h 634452"/>
                      <a:gd name="connsiteX4" fmla="*/ 136925 w 273850"/>
                      <a:gd name="connsiteY4" fmla="*/ 0 h 634452"/>
                      <a:gd name="connsiteX0" fmla="*/ 136925 w 273850"/>
                      <a:gd name="connsiteY0" fmla="*/ 0 h 634452"/>
                      <a:gd name="connsiteX1" fmla="*/ 262639 w 273850"/>
                      <a:gd name="connsiteY1" fmla="*/ 191512 h 634452"/>
                      <a:gd name="connsiteX2" fmla="*/ 273850 w 273850"/>
                      <a:gd name="connsiteY2" fmla="*/ 317226 h 634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3850" h="634452" stroke="0" extrusionOk="0">
                        <a:moveTo>
                          <a:pt x="136925" y="0"/>
                        </a:moveTo>
                        <a:cubicBezTo>
                          <a:pt x="191570" y="0"/>
                          <a:pt x="240983" y="75276"/>
                          <a:pt x="262639" y="191512"/>
                        </a:cubicBezTo>
                        <a:cubicBezTo>
                          <a:pt x="270035" y="231209"/>
                          <a:pt x="273850" y="273989"/>
                          <a:pt x="273850" y="317226"/>
                        </a:cubicBezTo>
                        <a:lnTo>
                          <a:pt x="136925" y="317226"/>
                        </a:lnTo>
                        <a:lnTo>
                          <a:pt x="136925" y="0"/>
                        </a:lnTo>
                        <a:close/>
                      </a:path>
                      <a:path w="273850" h="634452" fill="none">
                        <a:moveTo>
                          <a:pt x="136925" y="0"/>
                        </a:moveTo>
                        <a:cubicBezTo>
                          <a:pt x="191570" y="0"/>
                          <a:pt x="240983" y="75276"/>
                          <a:pt x="262639" y="191512"/>
                        </a:cubicBezTo>
                        <a:cubicBezTo>
                          <a:pt x="270035" y="231209"/>
                          <a:pt x="273850" y="273989"/>
                          <a:pt x="273850" y="317226"/>
                        </a:cubicBezTo>
                      </a:path>
                    </a:pathLst>
                  </a:cu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0" name="Csoportba foglalás 247"/>
                <p:cNvGrpSpPr/>
                <p:nvPr/>
              </p:nvGrpSpPr>
              <p:grpSpPr>
                <a:xfrm rot="19849264" flipH="1" flipV="1">
                  <a:off x="5332647" y="2663622"/>
                  <a:ext cx="322511" cy="692746"/>
                  <a:chOff x="4188337" y="1563662"/>
                  <a:chExt cx="299423" cy="465144"/>
                </a:xfrm>
                <a:grpFill/>
              </p:grpSpPr>
              <p:sp>
                <p:nvSpPr>
                  <p:cNvPr id="249" name="Ív 248"/>
                  <p:cNvSpPr/>
                  <p:nvPr/>
                </p:nvSpPr>
                <p:spPr>
                  <a:xfrm>
                    <a:off x="4261105" y="1686491"/>
                    <a:ext cx="196597" cy="326461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0" name="Ív 249"/>
                  <p:cNvSpPr/>
                  <p:nvPr/>
                </p:nvSpPr>
                <p:spPr>
                  <a:xfrm rot="1497937">
                    <a:off x="4188337" y="1563662"/>
                    <a:ext cx="299423" cy="465144"/>
                  </a:xfrm>
                  <a:prstGeom prst="arc">
                    <a:avLst>
                      <a:gd name="adj1" fmla="val 16200000"/>
                      <a:gd name="adj2" fmla="val 377478"/>
                    </a:avLst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1" name="Csoportba foglalás 250"/>
                <p:cNvGrpSpPr/>
                <p:nvPr/>
              </p:nvGrpSpPr>
              <p:grpSpPr>
                <a:xfrm rot="16891319" flipH="1" flipV="1">
                  <a:off x="5433047" y="3303604"/>
                  <a:ext cx="140562" cy="249942"/>
                  <a:chOff x="4281478" y="1586677"/>
                  <a:chExt cx="186213" cy="450714"/>
                </a:xfrm>
                <a:grpFill/>
              </p:grpSpPr>
              <p:sp>
                <p:nvSpPr>
                  <p:cNvPr id="252" name="Ív 251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3" name="Ív 252"/>
                  <p:cNvSpPr/>
                  <p:nvPr/>
                </p:nvSpPr>
                <p:spPr>
                  <a:xfrm rot="2063920">
                    <a:off x="4281478" y="1586677"/>
                    <a:ext cx="186213" cy="450714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2" name="Csoportba foglalás 253"/>
                <p:cNvGrpSpPr/>
                <p:nvPr/>
              </p:nvGrpSpPr>
              <p:grpSpPr>
                <a:xfrm rot="19182483" flipH="1" flipV="1">
                  <a:off x="5411799" y="3158496"/>
                  <a:ext cx="186467" cy="318155"/>
                  <a:chOff x="4227236" y="1572297"/>
                  <a:chExt cx="242794" cy="448748"/>
                </a:xfrm>
                <a:grpFill/>
              </p:grpSpPr>
              <p:sp>
                <p:nvSpPr>
                  <p:cNvPr id="255" name="Ív 254"/>
                  <p:cNvSpPr/>
                  <p:nvPr/>
                </p:nvSpPr>
                <p:spPr>
                  <a:xfrm>
                    <a:off x="4301430" y="1736617"/>
                    <a:ext cx="156270" cy="276334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6" name="Ív 255"/>
                  <p:cNvSpPr/>
                  <p:nvPr/>
                </p:nvSpPr>
                <p:spPr>
                  <a:xfrm rot="1497937">
                    <a:off x="4227236" y="1572297"/>
                    <a:ext cx="242794" cy="448748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  <p:sp>
            <p:nvSpPr>
              <p:cNvPr id="267" name="Ív 266"/>
              <p:cNvSpPr/>
              <p:nvPr/>
            </p:nvSpPr>
            <p:spPr>
              <a:xfrm rot="16609204" flipV="1">
                <a:off x="3772604" y="2001117"/>
                <a:ext cx="200997" cy="83992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1" name="Ív 270"/>
              <p:cNvSpPr/>
              <p:nvPr/>
            </p:nvSpPr>
            <p:spPr>
              <a:xfrm rot="19647609" flipH="1" flipV="1">
                <a:off x="3300449" y="1857354"/>
                <a:ext cx="121369" cy="221497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2" name="Ív 271"/>
              <p:cNvSpPr/>
              <p:nvPr/>
            </p:nvSpPr>
            <p:spPr>
              <a:xfrm rot="111529" flipH="1" flipV="1">
                <a:off x="3308672" y="1870021"/>
                <a:ext cx="136626" cy="268577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348" name="Ellipszis 347"/>
            <p:cNvSpPr/>
            <p:nvPr/>
          </p:nvSpPr>
          <p:spPr>
            <a:xfrm rot="1557053" flipV="1">
              <a:off x="3799572" y="2297148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23" name="Csoportba foglalás 139">
            <a:extLst>
              <a:ext uri="{FF2B5EF4-FFF2-40B4-BE49-F238E27FC236}">
                <a16:creationId xmlns:a16="http://schemas.microsoft.com/office/drawing/2014/main" id="{6EB88FBB-929F-4B4D-9B2A-C9712C0B5C84}"/>
              </a:ext>
            </a:extLst>
          </p:cNvPr>
          <p:cNvGrpSpPr/>
          <p:nvPr/>
        </p:nvGrpSpPr>
        <p:grpSpPr>
          <a:xfrm rot="19405082">
            <a:off x="5784681" y="3846943"/>
            <a:ext cx="64174" cy="136261"/>
            <a:chOff x="10926111" y="4092956"/>
            <a:chExt cx="99543" cy="725490"/>
          </a:xfrm>
        </p:grpSpPr>
        <p:cxnSp>
          <p:nvCxnSpPr>
            <p:cNvPr id="213" name="Egyenes összekötő 212">
              <a:extLst>
                <a:ext uri="{FF2B5EF4-FFF2-40B4-BE49-F238E27FC236}">
                  <a16:creationId xmlns:a16="http://schemas.microsoft.com/office/drawing/2014/main" id="{1F33EDE7-13B4-4621-B85C-BBEDB603710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24" name="Csoportba foglalás 107">
              <a:extLst>
                <a:ext uri="{FF2B5EF4-FFF2-40B4-BE49-F238E27FC236}">
                  <a16:creationId xmlns:a16="http://schemas.microsoft.com/office/drawing/2014/main" id="{4D20A68F-4B6C-4414-A348-C48116DFD9B6}"/>
                </a:ext>
              </a:extLst>
            </p:cNvPr>
            <p:cNvGrpSpPr/>
            <p:nvPr/>
          </p:nvGrpSpPr>
          <p:grpSpPr>
            <a:xfrm>
              <a:off x="10926111" y="4387257"/>
              <a:ext cx="52249" cy="431189"/>
              <a:chOff x="5400341" y="3105193"/>
              <a:chExt cx="52249" cy="431189"/>
            </a:xfrm>
          </p:grpSpPr>
          <p:cxnSp>
            <p:nvCxnSpPr>
              <p:cNvPr id="227" name="Egyenes összekötő 226">
                <a:extLst>
                  <a:ext uri="{FF2B5EF4-FFF2-40B4-BE49-F238E27FC236}">
                    <a16:creationId xmlns:a16="http://schemas.microsoft.com/office/drawing/2014/main" id="{5728C0A8-CF5B-4E1F-ABA8-1FC10127C6BE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371442" y="3179525"/>
                <a:ext cx="155479" cy="681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17" name="Egyenes összekötő 216">
                <a:extLst>
                  <a:ext uri="{FF2B5EF4-FFF2-40B4-BE49-F238E27FC236}">
                    <a16:creationId xmlns:a16="http://schemas.microsoft.com/office/drawing/2014/main" id="{47735CD3-81A9-41D3-9F84-CFEACDD5D310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 flipH="1" flipV="1">
                <a:off x="5403165" y="3187131"/>
                <a:ext cx="88825" cy="37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29" name="Egyenes összekötő 228">
                <a:extLst>
                  <a:ext uri="{FF2B5EF4-FFF2-40B4-BE49-F238E27FC236}">
                    <a16:creationId xmlns:a16="http://schemas.microsoft.com/office/drawing/2014/main" id="{2172A2B5-EAF0-4E4E-8872-78BD1538A336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194027" y="3324874"/>
                <a:ext cx="417822" cy="5193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5" name="Csoportba foglalás 139">
            <a:extLst>
              <a:ext uri="{FF2B5EF4-FFF2-40B4-BE49-F238E27FC236}">
                <a16:creationId xmlns:a16="http://schemas.microsoft.com/office/drawing/2014/main" id="{6EB88FBB-929F-4B4D-9B2A-C9712C0B5C84}"/>
              </a:ext>
            </a:extLst>
          </p:cNvPr>
          <p:cNvGrpSpPr/>
          <p:nvPr/>
        </p:nvGrpSpPr>
        <p:grpSpPr>
          <a:xfrm rot="2194918" flipH="1">
            <a:off x="5658492" y="3839803"/>
            <a:ext cx="64147" cy="136262"/>
            <a:chOff x="10926111" y="4092953"/>
            <a:chExt cx="99501" cy="725493"/>
          </a:xfrm>
        </p:grpSpPr>
        <p:cxnSp>
          <p:nvCxnSpPr>
            <p:cNvPr id="234" name="Egyenes összekötő 233">
              <a:extLst>
                <a:ext uri="{FF2B5EF4-FFF2-40B4-BE49-F238E27FC236}">
                  <a16:creationId xmlns:a16="http://schemas.microsoft.com/office/drawing/2014/main" id="{1F33EDE7-13B4-4621-B85C-BBEDB603710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26" name="Csoportba foglalás 107">
              <a:extLst>
                <a:ext uri="{FF2B5EF4-FFF2-40B4-BE49-F238E27FC236}">
                  <a16:creationId xmlns:a16="http://schemas.microsoft.com/office/drawing/2014/main" id="{4D20A68F-4B6C-4414-A348-C48116DFD9B6}"/>
                </a:ext>
              </a:extLst>
            </p:cNvPr>
            <p:cNvGrpSpPr/>
            <p:nvPr/>
          </p:nvGrpSpPr>
          <p:grpSpPr>
            <a:xfrm>
              <a:off x="10926111" y="4387257"/>
              <a:ext cx="52249" cy="431189"/>
              <a:chOff x="5400341" y="3105193"/>
              <a:chExt cx="52249" cy="431189"/>
            </a:xfrm>
          </p:grpSpPr>
          <p:cxnSp>
            <p:nvCxnSpPr>
              <p:cNvPr id="238" name="Egyenes összekötő 237">
                <a:extLst>
                  <a:ext uri="{FF2B5EF4-FFF2-40B4-BE49-F238E27FC236}">
                    <a16:creationId xmlns:a16="http://schemas.microsoft.com/office/drawing/2014/main" id="{5728C0A8-CF5B-4E1F-ABA8-1FC10127C6BE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371442" y="3179525"/>
                <a:ext cx="155479" cy="681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39" name="Egyenes összekötő 238">
                <a:extLst>
                  <a:ext uri="{FF2B5EF4-FFF2-40B4-BE49-F238E27FC236}">
                    <a16:creationId xmlns:a16="http://schemas.microsoft.com/office/drawing/2014/main" id="{47735CD3-81A9-41D3-9F84-CFEACDD5D310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 flipH="1" flipV="1">
                <a:off x="5403165" y="3187131"/>
                <a:ext cx="88825" cy="37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5" name="Egyenes összekötő 244">
                <a:extLst>
                  <a:ext uri="{FF2B5EF4-FFF2-40B4-BE49-F238E27FC236}">
                    <a16:creationId xmlns:a16="http://schemas.microsoft.com/office/drawing/2014/main" id="{2172A2B5-EAF0-4E4E-8872-78BD1538A336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194027" y="3324874"/>
                <a:ext cx="417822" cy="5193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7" name="Csoportba foglalás 208"/>
          <p:cNvGrpSpPr/>
          <p:nvPr/>
        </p:nvGrpSpPr>
        <p:grpSpPr>
          <a:xfrm>
            <a:off x="2322862" y="0"/>
            <a:ext cx="7081776" cy="6971982"/>
            <a:chOff x="5064125" y="3879531"/>
            <a:chExt cx="532448" cy="524194"/>
          </a:xfrm>
        </p:grpSpPr>
        <p:sp>
          <p:nvSpPr>
            <p:cNvPr id="212" name="Ellipszis 211"/>
            <p:cNvSpPr/>
            <p:nvPr/>
          </p:nvSpPr>
          <p:spPr>
            <a:xfrm>
              <a:off x="5064125" y="3879531"/>
              <a:ext cx="532448" cy="524194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Ellipszis 215"/>
            <p:cNvSpPr/>
            <p:nvPr/>
          </p:nvSpPr>
          <p:spPr>
            <a:xfrm>
              <a:off x="5111748" y="3929857"/>
              <a:ext cx="433390" cy="43339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223" name="Ellipszis 222"/>
            <p:cNvSpPr/>
            <p:nvPr/>
          </p:nvSpPr>
          <p:spPr>
            <a:xfrm>
              <a:off x="5199061" y="4023520"/>
              <a:ext cx="258764" cy="258764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D7BC40A9-4DD5-5394-C865-B7120077F975}"/>
              </a:ext>
            </a:extLst>
          </p:cNvPr>
          <p:cNvGrpSpPr/>
          <p:nvPr/>
        </p:nvGrpSpPr>
        <p:grpSpPr>
          <a:xfrm>
            <a:off x="2024184" y="1477661"/>
            <a:ext cx="6244454" cy="3902678"/>
            <a:chOff x="5129388" y="4794574"/>
            <a:chExt cx="393463" cy="245909"/>
          </a:xfrm>
          <a:noFill/>
        </p:grpSpPr>
        <p:grpSp>
          <p:nvGrpSpPr>
            <p:cNvPr id="41" name="Csoportba foglalás 40">
              <a:extLst>
                <a:ext uri="{FF2B5EF4-FFF2-40B4-BE49-F238E27FC236}">
                  <a16:creationId xmlns:a16="http://schemas.microsoft.com/office/drawing/2014/main" id="{00575590-1E35-2FF1-BF41-5B66E2EEBBE0}"/>
                </a:ext>
              </a:extLst>
            </p:cNvPr>
            <p:cNvGrpSpPr/>
            <p:nvPr/>
          </p:nvGrpSpPr>
          <p:grpSpPr>
            <a:xfrm>
              <a:off x="5129388" y="4794574"/>
              <a:ext cx="254235" cy="245909"/>
              <a:chOff x="5129388" y="4794574"/>
              <a:chExt cx="254235" cy="245909"/>
            </a:xfrm>
            <a:grpFill/>
          </p:grpSpPr>
          <p:grpSp>
            <p:nvGrpSpPr>
              <p:cNvPr id="43" name="Csoportba foglalás 42">
                <a:extLst>
                  <a:ext uri="{FF2B5EF4-FFF2-40B4-BE49-F238E27FC236}">
                    <a16:creationId xmlns:a16="http://schemas.microsoft.com/office/drawing/2014/main" id="{C55F2F78-A141-AE4E-EB8A-F2C11D4812E7}"/>
                  </a:ext>
                </a:extLst>
              </p:cNvPr>
              <p:cNvGrpSpPr/>
              <p:nvPr/>
            </p:nvGrpSpPr>
            <p:grpSpPr>
              <a:xfrm>
                <a:off x="5129388" y="4794574"/>
                <a:ext cx="221960" cy="205550"/>
                <a:chOff x="2969752" y="4748507"/>
                <a:chExt cx="155496" cy="144000"/>
              </a:xfrm>
              <a:grpFill/>
            </p:grpSpPr>
            <p:sp>
              <p:nvSpPr>
                <p:cNvPr id="45" name="Szabadkézi sokszög: alakzat 44">
                  <a:extLst>
                    <a:ext uri="{FF2B5EF4-FFF2-40B4-BE49-F238E27FC236}">
                      <a16:creationId xmlns:a16="http://schemas.microsoft.com/office/drawing/2014/main" id="{7A45BB0A-2F6D-BEC5-DAC7-27A397CE4233}"/>
                    </a:ext>
                  </a:extLst>
                </p:cNvPr>
                <p:cNvSpPr/>
                <p:nvPr/>
              </p:nvSpPr>
              <p:spPr>
                <a:xfrm>
                  <a:off x="3025502" y="4757130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Ív 45">
                  <a:extLst>
                    <a:ext uri="{FF2B5EF4-FFF2-40B4-BE49-F238E27FC236}">
                      <a16:creationId xmlns:a16="http://schemas.microsoft.com/office/drawing/2014/main" id="{9D4010E2-CBD8-1FAD-233F-B088E9E2B633}"/>
                    </a:ext>
                  </a:extLst>
                </p:cNvPr>
                <p:cNvSpPr/>
                <p:nvPr/>
              </p:nvSpPr>
              <p:spPr>
                <a:xfrm rot="5886252">
                  <a:off x="2972582" y="4745677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grpFill/>
                <a:ln w="2540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44" name="Ellipszis 43">
                <a:extLst>
                  <a:ext uri="{FF2B5EF4-FFF2-40B4-BE49-F238E27FC236}">
                    <a16:creationId xmlns:a16="http://schemas.microsoft.com/office/drawing/2014/main" id="{308FBBA3-4C0F-C5DF-4D73-B3D2B6A0AFD3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2" name="Szabadkézi sokszög: alakzat 41">
              <a:extLst>
                <a:ext uri="{FF2B5EF4-FFF2-40B4-BE49-F238E27FC236}">
                  <a16:creationId xmlns:a16="http://schemas.microsoft.com/office/drawing/2014/main" id="{FDE46D31-D6F5-D5F4-D75B-03B24EB38CB1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</p:grpSp>
      <p:grpSp>
        <p:nvGrpSpPr>
          <p:cNvPr id="47" name="Csoportba foglalás 46">
            <a:extLst>
              <a:ext uri="{FF2B5EF4-FFF2-40B4-BE49-F238E27FC236}">
                <a16:creationId xmlns:a16="http://schemas.microsoft.com/office/drawing/2014/main" id="{C3687BA4-8B79-AC43-6382-1C6EE91EC3CF}"/>
              </a:ext>
            </a:extLst>
          </p:cNvPr>
          <p:cNvGrpSpPr/>
          <p:nvPr/>
        </p:nvGrpSpPr>
        <p:grpSpPr>
          <a:xfrm>
            <a:off x="2181210" y="1790710"/>
            <a:ext cx="5989259" cy="3743272"/>
            <a:chOff x="5129397" y="4794560"/>
            <a:chExt cx="393454" cy="245923"/>
          </a:xfrm>
        </p:grpSpPr>
        <p:grpSp>
          <p:nvGrpSpPr>
            <p:cNvPr id="48" name="Csoportba foglalás 47">
              <a:extLst>
                <a:ext uri="{FF2B5EF4-FFF2-40B4-BE49-F238E27FC236}">
                  <a16:creationId xmlns:a16="http://schemas.microsoft.com/office/drawing/2014/main" id="{A51BCA31-43EA-3AF2-611D-EFC1FE1567BF}"/>
                </a:ext>
              </a:extLst>
            </p:cNvPr>
            <p:cNvGrpSpPr/>
            <p:nvPr/>
          </p:nvGrpSpPr>
          <p:grpSpPr>
            <a:xfrm>
              <a:off x="5129397" y="4794560"/>
              <a:ext cx="254226" cy="245923"/>
              <a:chOff x="5129397" y="4794560"/>
              <a:chExt cx="254226" cy="245923"/>
            </a:xfrm>
          </p:grpSpPr>
          <p:grpSp>
            <p:nvGrpSpPr>
              <p:cNvPr id="50" name="Csoportba foglalás 49">
                <a:extLst>
                  <a:ext uri="{FF2B5EF4-FFF2-40B4-BE49-F238E27FC236}">
                    <a16:creationId xmlns:a16="http://schemas.microsoft.com/office/drawing/2014/main" id="{1A64EDFF-AA75-A503-7551-65AD4715F37D}"/>
                  </a:ext>
                </a:extLst>
              </p:cNvPr>
              <p:cNvGrpSpPr/>
              <p:nvPr/>
            </p:nvGrpSpPr>
            <p:grpSpPr>
              <a:xfrm>
                <a:off x="5129397" y="4794560"/>
                <a:ext cx="232059" cy="205550"/>
                <a:chOff x="2969741" y="4748497"/>
                <a:chExt cx="162570" cy="144000"/>
              </a:xfrm>
            </p:grpSpPr>
            <p:sp>
              <p:nvSpPr>
                <p:cNvPr id="52" name="Szabadkézi sokszög: alakzat 51">
                  <a:extLst>
                    <a:ext uri="{FF2B5EF4-FFF2-40B4-BE49-F238E27FC236}">
                      <a16:creationId xmlns:a16="http://schemas.microsoft.com/office/drawing/2014/main" id="{3A3B9144-31CE-CC78-43D3-A32EF6F1ED97}"/>
                    </a:ext>
                  </a:extLst>
                </p:cNvPr>
                <p:cNvSpPr/>
                <p:nvPr/>
              </p:nvSpPr>
              <p:spPr>
                <a:xfrm>
                  <a:off x="3032565" y="4758470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>
                    <a:pattFill prst="pct5">
                      <a:fgClr>
                        <a:srgbClr val="9BE5FF"/>
                      </a:fgClr>
                      <a:bgClr>
                        <a:schemeClr val="bg1"/>
                      </a:bgClr>
                    </a:pattFill>
                  </a:endParaRPr>
                </a:p>
              </p:txBody>
            </p:sp>
            <p:sp>
              <p:nvSpPr>
                <p:cNvPr id="53" name="Ív 52">
                  <a:extLst>
                    <a:ext uri="{FF2B5EF4-FFF2-40B4-BE49-F238E27FC236}">
                      <a16:creationId xmlns:a16="http://schemas.microsoft.com/office/drawing/2014/main" id="{136549BF-1F1F-6F9D-2F42-C590D9671FEB}"/>
                    </a:ext>
                  </a:extLst>
                </p:cNvPr>
                <p:cNvSpPr/>
                <p:nvPr/>
              </p:nvSpPr>
              <p:spPr>
                <a:xfrm rot="5886252">
                  <a:off x="2972571" y="4745667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ln w="508000">
                  <a:solidFill>
                    <a:srgbClr val="9BE5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>
                    <a:pattFill prst="pct5">
                      <a:fgClr>
                        <a:srgbClr val="9BE5FF"/>
                      </a:fgClr>
                      <a:bgClr>
                        <a:schemeClr val="bg1"/>
                      </a:bgClr>
                    </a:pattFill>
                  </a:endParaRPr>
                </a:p>
              </p:txBody>
            </p:sp>
          </p:grpSp>
          <p:sp>
            <p:nvSpPr>
              <p:cNvPr id="51" name="Ellipszis 50">
                <a:extLst>
                  <a:ext uri="{FF2B5EF4-FFF2-40B4-BE49-F238E27FC236}">
                    <a16:creationId xmlns:a16="http://schemas.microsoft.com/office/drawing/2014/main" id="{3DEA2D79-81AC-C1A1-7C41-83E45429DCB1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>
                  <a:pattFill prst="pct5">
                    <a:fgClr>
                      <a:srgbClr val="9BE5FF"/>
                    </a:fgClr>
                    <a:bgClr>
                      <a:schemeClr val="bg1"/>
                    </a:bgClr>
                  </a:pattFill>
                </a:endParaRPr>
              </a:p>
            </p:txBody>
          </p:sp>
        </p:grpSp>
        <p:sp>
          <p:nvSpPr>
            <p:cNvPr id="49" name="Szabadkézi sokszög: alakzat 48">
              <a:extLst>
                <a:ext uri="{FF2B5EF4-FFF2-40B4-BE49-F238E27FC236}">
                  <a16:creationId xmlns:a16="http://schemas.microsoft.com/office/drawing/2014/main" id="{4EB7F516-6CF3-A5A8-1BBC-D1250B008D0A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>
                <a:pattFill prst="pct5">
                  <a:fgClr>
                    <a:srgbClr val="9BE5FF"/>
                  </a:fgClr>
                  <a:bgClr>
                    <a:schemeClr val="bg1"/>
                  </a:bgClr>
                </a:patt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401"/>
          <p:cNvGrpSpPr/>
          <p:nvPr/>
        </p:nvGrpSpPr>
        <p:grpSpPr>
          <a:xfrm>
            <a:off x="4423611" y="1746250"/>
            <a:ext cx="2950110" cy="3566270"/>
            <a:chOff x="4423611" y="1746250"/>
            <a:chExt cx="2950110" cy="3566270"/>
          </a:xfrm>
          <a:solidFill>
            <a:schemeClr val="accent4">
              <a:lumMod val="60000"/>
              <a:lumOff val="40000"/>
              <a:alpha val="40000"/>
            </a:schemeClr>
          </a:solidFill>
        </p:grpSpPr>
        <p:sp>
          <p:nvSpPr>
            <p:cNvPr id="399" name="Ellipszis 398"/>
            <p:cNvSpPr/>
            <p:nvPr/>
          </p:nvSpPr>
          <p:spPr>
            <a:xfrm>
              <a:off x="5166360" y="2313623"/>
              <a:ext cx="1192530" cy="296576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0" name="Ellipszis 399"/>
            <p:cNvSpPr/>
            <p:nvPr/>
          </p:nvSpPr>
          <p:spPr>
            <a:xfrm>
              <a:off x="5586730" y="1827531"/>
              <a:ext cx="393700" cy="29718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7" name="Ellipszis 396"/>
            <p:cNvSpPr/>
            <p:nvPr/>
          </p:nvSpPr>
          <p:spPr>
            <a:xfrm rot="17438591">
              <a:off x="5237760" y="4161075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6" name="Ellipszis 395"/>
            <p:cNvSpPr/>
            <p:nvPr/>
          </p:nvSpPr>
          <p:spPr>
            <a:xfrm rot="18015131">
              <a:off x="5075836" y="3827700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5" name="Ellipszis 394"/>
            <p:cNvSpPr/>
            <p:nvPr/>
          </p:nvSpPr>
          <p:spPr>
            <a:xfrm rot="18936556">
              <a:off x="4980586" y="3956288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4" name="Ellipszis 393"/>
            <p:cNvSpPr/>
            <p:nvPr/>
          </p:nvSpPr>
          <p:spPr>
            <a:xfrm rot="19559640">
              <a:off x="4782391" y="3577247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3" name="Ellipszis 392"/>
            <p:cNvSpPr/>
            <p:nvPr/>
          </p:nvSpPr>
          <p:spPr>
            <a:xfrm rot="18173528">
              <a:off x="4868117" y="3401035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2" name="Ellipszis 391"/>
            <p:cNvSpPr/>
            <p:nvPr/>
          </p:nvSpPr>
          <p:spPr>
            <a:xfrm rot="18680492">
              <a:off x="4968130" y="3020036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1" name="Ellipszis 390"/>
            <p:cNvSpPr/>
            <p:nvPr/>
          </p:nvSpPr>
          <p:spPr>
            <a:xfrm rot="19812551">
              <a:off x="4815730" y="3101000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0" name="Ellipszis 389"/>
            <p:cNvSpPr/>
            <p:nvPr/>
          </p:nvSpPr>
          <p:spPr>
            <a:xfrm rot="459399">
              <a:off x="5071626" y="2828357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9" name="Ellipszis 388"/>
            <p:cNvSpPr/>
            <p:nvPr/>
          </p:nvSpPr>
          <p:spPr>
            <a:xfrm rot="459399">
              <a:off x="4919226" y="2675957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8" name="Ellipszis 387"/>
            <p:cNvSpPr/>
            <p:nvPr/>
          </p:nvSpPr>
          <p:spPr>
            <a:xfrm rot="20790213">
              <a:off x="5219264" y="2699769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7" name="Ellipszis 386"/>
            <p:cNvSpPr/>
            <p:nvPr/>
          </p:nvSpPr>
          <p:spPr>
            <a:xfrm rot="20790213">
              <a:off x="5095438" y="249498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6" name="Ellipszis 385"/>
            <p:cNvSpPr/>
            <p:nvPr/>
          </p:nvSpPr>
          <p:spPr>
            <a:xfrm rot="3577494">
              <a:off x="6540444" y="4227161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5" name="Ellipszis 384"/>
            <p:cNvSpPr/>
            <p:nvPr/>
          </p:nvSpPr>
          <p:spPr>
            <a:xfrm rot="3577494">
              <a:off x="6640457" y="4127149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4" name="Ellipszis 383"/>
            <p:cNvSpPr/>
            <p:nvPr/>
          </p:nvSpPr>
          <p:spPr>
            <a:xfrm rot="2901804">
              <a:off x="6159653" y="4363965"/>
              <a:ext cx="251957" cy="102559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2" name="Ellipszis 381"/>
            <p:cNvSpPr/>
            <p:nvPr/>
          </p:nvSpPr>
          <p:spPr>
            <a:xfrm rot="2612912">
              <a:off x="6462271" y="406184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1" name="Ellipszis 380"/>
            <p:cNvSpPr/>
            <p:nvPr/>
          </p:nvSpPr>
          <p:spPr>
            <a:xfrm rot="2147207">
              <a:off x="6476558" y="346177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0" name="Ellipszis 379"/>
            <p:cNvSpPr/>
            <p:nvPr/>
          </p:nvSpPr>
          <p:spPr>
            <a:xfrm rot="2147207">
              <a:off x="6695633" y="3433195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9" name="Ellipszis 378"/>
            <p:cNvSpPr/>
            <p:nvPr/>
          </p:nvSpPr>
          <p:spPr>
            <a:xfrm rot="3542268">
              <a:off x="6395599" y="287122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8" name="Ellipszis 377"/>
            <p:cNvSpPr/>
            <p:nvPr/>
          </p:nvSpPr>
          <p:spPr>
            <a:xfrm rot="1679753">
              <a:off x="6578875" y="3114348"/>
              <a:ext cx="259714" cy="10769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7" name="Ellipszis 376"/>
            <p:cNvSpPr/>
            <p:nvPr/>
          </p:nvSpPr>
          <p:spPr>
            <a:xfrm rot="20790213">
              <a:off x="6524188" y="2604519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6" name="Ellipszis 375"/>
            <p:cNvSpPr/>
            <p:nvPr/>
          </p:nvSpPr>
          <p:spPr>
            <a:xfrm rot="20790213">
              <a:off x="6443225" y="256165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3" name="Ellipszis 372"/>
            <p:cNvSpPr/>
            <p:nvPr/>
          </p:nvSpPr>
          <p:spPr>
            <a:xfrm rot="2197682">
              <a:off x="5470866" y="3277015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4" name="Ellipszis 373"/>
            <p:cNvSpPr/>
            <p:nvPr/>
          </p:nvSpPr>
          <p:spPr>
            <a:xfrm rot="2197682">
              <a:off x="4966042" y="2986502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5" name="Ellipszis 374"/>
            <p:cNvSpPr/>
            <p:nvPr/>
          </p:nvSpPr>
          <p:spPr>
            <a:xfrm rot="1773522">
              <a:off x="6124138" y="2518793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1" name="Ellipszis 370"/>
            <p:cNvSpPr/>
            <p:nvPr/>
          </p:nvSpPr>
          <p:spPr>
            <a:xfrm rot="4169971">
              <a:off x="5883908" y="4993576"/>
              <a:ext cx="187385" cy="34604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9" name="Ellipszis 368"/>
            <p:cNvSpPr/>
            <p:nvPr/>
          </p:nvSpPr>
          <p:spPr>
            <a:xfrm rot="18022506" flipH="1">
              <a:off x="5068831" y="4265260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0" name="Ellipszis 369"/>
            <p:cNvSpPr/>
            <p:nvPr/>
          </p:nvSpPr>
          <p:spPr>
            <a:xfrm rot="18022506" flipH="1">
              <a:off x="5187894" y="4370036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8" name="Ellipszis 367"/>
            <p:cNvSpPr/>
            <p:nvPr/>
          </p:nvSpPr>
          <p:spPr>
            <a:xfrm rot="18022506" flipH="1">
              <a:off x="4911669" y="4217636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7" name="Ellipszis 366"/>
            <p:cNvSpPr/>
            <p:nvPr/>
          </p:nvSpPr>
          <p:spPr>
            <a:xfrm rot="3577494">
              <a:off x="6640457" y="4146199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6" name="Ellipszis 365"/>
            <p:cNvSpPr/>
            <p:nvPr/>
          </p:nvSpPr>
          <p:spPr>
            <a:xfrm rot="2901804">
              <a:off x="6606012" y="3860991"/>
              <a:ext cx="231420" cy="102559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5" name="Ellipszis 364"/>
            <p:cNvSpPr/>
            <p:nvPr/>
          </p:nvSpPr>
          <p:spPr>
            <a:xfrm rot="2765525">
              <a:off x="6723996" y="3295294"/>
              <a:ext cx="164532" cy="113491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4" name="Ellipszis 363"/>
            <p:cNvSpPr/>
            <p:nvPr/>
          </p:nvSpPr>
          <p:spPr>
            <a:xfrm rot="2445801">
              <a:off x="6586103" y="291408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2" name="Ellipszis 361"/>
            <p:cNvSpPr/>
            <p:nvPr/>
          </p:nvSpPr>
          <p:spPr>
            <a:xfrm rot="500387">
              <a:off x="6343213" y="250450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1" name="Ellipszis 360"/>
            <p:cNvSpPr/>
            <p:nvPr/>
          </p:nvSpPr>
          <p:spPr>
            <a:xfrm rot="20488461">
              <a:off x="5810763" y="1822108"/>
              <a:ext cx="285317" cy="13347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9" name="Ellipszis 358"/>
            <p:cNvSpPr/>
            <p:nvPr/>
          </p:nvSpPr>
          <p:spPr>
            <a:xfrm rot="960565">
              <a:off x="5472626" y="1907834"/>
              <a:ext cx="285317" cy="13347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8" name="Ellipszis 357"/>
            <p:cNvSpPr/>
            <p:nvPr/>
          </p:nvSpPr>
          <p:spPr>
            <a:xfrm>
              <a:off x="5189220" y="2328862"/>
              <a:ext cx="1192530" cy="296576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5" name="Ellipszis 354"/>
            <p:cNvSpPr/>
            <p:nvPr/>
          </p:nvSpPr>
          <p:spPr>
            <a:xfrm>
              <a:off x="5594350" y="1789430"/>
              <a:ext cx="393700" cy="29718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8" name="Ellipszis 397"/>
            <p:cNvSpPr/>
            <p:nvPr/>
          </p:nvSpPr>
          <p:spPr>
            <a:xfrm rot="2197682">
              <a:off x="5140032" y="3117312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70" name="Egyenes összekötő 69">
            <a:extLst>
              <a:ext uri="{FF2B5EF4-FFF2-40B4-BE49-F238E27FC236}">
                <a16:creationId xmlns:a16="http://schemas.microsoft.com/office/drawing/2014/main" id="{75DBB7EB-4CDD-4337-8CC1-B1B5059E8000}"/>
              </a:ext>
            </a:extLst>
          </p:cNvPr>
          <p:cNvCxnSpPr>
            <a:cxnSpLocks/>
          </p:cNvCxnSpPr>
          <p:nvPr/>
        </p:nvCxnSpPr>
        <p:spPr>
          <a:xfrm flipH="1">
            <a:off x="5757194" y="3662346"/>
            <a:ext cx="1" cy="872368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1" name="Egyenes összekötő 70">
            <a:extLst>
              <a:ext uri="{FF2B5EF4-FFF2-40B4-BE49-F238E27FC236}">
                <a16:creationId xmlns:a16="http://schemas.microsoft.com/office/drawing/2014/main" id="{21E1589A-4C45-426A-8782-2386E9474D3D}"/>
              </a:ext>
            </a:extLst>
          </p:cNvPr>
          <p:cNvCxnSpPr>
            <a:cxnSpLocks/>
          </p:cNvCxnSpPr>
          <p:nvPr/>
        </p:nvCxnSpPr>
        <p:spPr>
          <a:xfrm flipH="1">
            <a:off x="5660161" y="4498276"/>
            <a:ext cx="107021" cy="337025"/>
          </a:xfrm>
          <a:prstGeom prst="line">
            <a:avLst/>
          </a:prstGeom>
          <a:ln w="76200">
            <a:solidFill>
              <a:schemeClr val="accent2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2" name="Egyenes összekötő 71">
            <a:extLst>
              <a:ext uri="{FF2B5EF4-FFF2-40B4-BE49-F238E27FC236}">
                <a16:creationId xmlns:a16="http://schemas.microsoft.com/office/drawing/2014/main" id="{CCA17437-17FE-4135-8A7D-531B173B2FF2}"/>
              </a:ext>
            </a:extLst>
          </p:cNvPr>
          <p:cNvCxnSpPr>
            <a:cxnSpLocks/>
          </p:cNvCxnSpPr>
          <p:nvPr/>
        </p:nvCxnSpPr>
        <p:spPr>
          <a:xfrm flipH="1">
            <a:off x="5654848" y="4812990"/>
            <a:ext cx="5313" cy="334003"/>
          </a:xfrm>
          <a:prstGeom prst="line">
            <a:avLst/>
          </a:prstGeom>
          <a:ln w="76200">
            <a:solidFill>
              <a:schemeClr val="accent2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3" name="Egyenes összekötő 72">
            <a:extLst>
              <a:ext uri="{FF2B5EF4-FFF2-40B4-BE49-F238E27FC236}">
                <a16:creationId xmlns:a16="http://schemas.microsoft.com/office/drawing/2014/main" id="{7EABF34E-ED8D-4877-B58C-E0413F8A7B34}"/>
              </a:ext>
            </a:extLst>
          </p:cNvPr>
          <p:cNvCxnSpPr>
            <a:cxnSpLocks/>
          </p:cNvCxnSpPr>
          <p:nvPr/>
        </p:nvCxnSpPr>
        <p:spPr>
          <a:xfrm>
            <a:off x="5767065" y="4514625"/>
            <a:ext cx="115843" cy="36426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4" name="Egyenes összekötő 73">
            <a:extLst>
              <a:ext uri="{FF2B5EF4-FFF2-40B4-BE49-F238E27FC236}">
                <a16:creationId xmlns:a16="http://schemas.microsoft.com/office/drawing/2014/main" id="{C1EE5CFB-110F-4F86-9091-3593B53F5D8E}"/>
              </a:ext>
            </a:extLst>
          </p:cNvPr>
          <p:cNvCxnSpPr>
            <a:cxnSpLocks/>
          </p:cNvCxnSpPr>
          <p:nvPr/>
        </p:nvCxnSpPr>
        <p:spPr>
          <a:xfrm>
            <a:off x="5876422" y="4846348"/>
            <a:ext cx="56252" cy="34446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5" name="Egyenes összekötő 74">
            <a:extLst>
              <a:ext uri="{FF2B5EF4-FFF2-40B4-BE49-F238E27FC236}">
                <a16:creationId xmlns:a16="http://schemas.microsoft.com/office/drawing/2014/main" id="{10AE773F-55A6-4494-90F0-E7CC851F6BEC}"/>
              </a:ext>
            </a:extLst>
          </p:cNvPr>
          <p:cNvCxnSpPr>
            <a:cxnSpLocks/>
          </p:cNvCxnSpPr>
          <p:nvPr/>
        </p:nvCxnSpPr>
        <p:spPr>
          <a:xfrm>
            <a:off x="5615299" y="5190814"/>
            <a:ext cx="78147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6" name="Egyenes összekötő 75">
            <a:extLst>
              <a:ext uri="{FF2B5EF4-FFF2-40B4-BE49-F238E27FC236}">
                <a16:creationId xmlns:a16="http://schemas.microsoft.com/office/drawing/2014/main" id="{81B2B4CD-4755-4A04-998D-BB7C9B9432D8}"/>
              </a:ext>
            </a:extLst>
          </p:cNvPr>
          <p:cNvCxnSpPr>
            <a:cxnSpLocks/>
          </p:cNvCxnSpPr>
          <p:nvPr/>
        </p:nvCxnSpPr>
        <p:spPr>
          <a:xfrm flipH="1" flipV="1">
            <a:off x="5926179" y="5149509"/>
            <a:ext cx="9688" cy="8261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7" name="Egyenes összekötő 76">
            <a:extLst>
              <a:ext uri="{FF2B5EF4-FFF2-40B4-BE49-F238E27FC236}">
                <a16:creationId xmlns:a16="http://schemas.microsoft.com/office/drawing/2014/main" id="{90E45E59-D190-406C-AE5B-538296B65A35}"/>
              </a:ext>
            </a:extLst>
          </p:cNvPr>
          <p:cNvCxnSpPr>
            <a:cxnSpLocks/>
          </p:cNvCxnSpPr>
          <p:nvPr/>
        </p:nvCxnSpPr>
        <p:spPr>
          <a:xfrm flipV="1">
            <a:off x="5720633" y="4475119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8" name="Egyenes összekötő 77">
            <a:extLst>
              <a:ext uri="{FF2B5EF4-FFF2-40B4-BE49-F238E27FC236}">
                <a16:creationId xmlns:a16="http://schemas.microsoft.com/office/drawing/2014/main" id="{A7E24C51-B347-4CB3-8E31-A63327CC4FF4}"/>
              </a:ext>
            </a:extLst>
          </p:cNvPr>
          <p:cNvCxnSpPr>
            <a:cxnSpLocks/>
          </p:cNvCxnSpPr>
          <p:nvPr/>
        </p:nvCxnSpPr>
        <p:spPr>
          <a:xfrm flipH="1">
            <a:off x="5681195" y="4475123"/>
            <a:ext cx="101350" cy="8237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9" name="Egyenes összekötő 78">
            <a:extLst>
              <a:ext uri="{FF2B5EF4-FFF2-40B4-BE49-F238E27FC236}">
                <a16:creationId xmlns:a16="http://schemas.microsoft.com/office/drawing/2014/main" id="{78EA95D6-572A-436F-8106-BBE2C7F94ABE}"/>
              </a:ext>
            </a:extLst>
          </p:cNvPr>
          <p:cNvCxnSpPr>
            <a:cxnSpLocks/>
          </p:cNvCxnSpPr>
          <p:nvPr/>
        </p:nvCxnSpPr>
        <p:spPr>
          <a:xfrm>
            <a:off x="5771316" y="4475119"/>
            <a:ext cx="181367" cy="8238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sp>
        <p:nvSpPr>
          <p:cNvPr id="80" name="Ellipszis 79">
            <a:extLst>
              <a:ext uri="{FF2B5EF4-FFF2-40B4-BE49-F238E27FC236}">
                <a16:creationId xmlns:a16="http://schemas.microsoft.com/office/drawing/2014/main" id="{D2385819-FD57-45BC-8C43-7C867923C060}"/>
              </a:ext>
            </a:extLst>
          </p:cNvPr>
          <p:cNvSpPr/>
          <p:nvPr/>
        </p:nvSpPr>
        <p:spPr>
          <a:xfrm rot="21029991">
            <a:off x="5534353" y="3232589"/>
            <a:ext cx="467414" cy="450603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" name="Csoportba foglalás 352"/>
          <p:cNvGrpSpPr/>
          <p:nvPr/>
        </p:nvGrpSpPr>
        <p:grpSpPr>
          <a:xfrm>
            <a:off x="4985890" y="2400300"/>
            <a:ext cx="1466744" cy="1443260"/>
            <a:chOff x="2787044" y="1332487"/>
            <a:chExt cx="1466744" cy="1443260"/>
          </a:xfrm>
        </p:grpSpPr>
        <p:sp>
          <p:nvSpPr>
            <p:cNvPr id="352" name="Ellipszis 351"/>
            <p:cNvSpPr/>
            <p:nvPr/>
          </p:nvSpPr>
          <p:spPr>
            <a:xfrm rot="17461877" flipV="1">
              <a:off x="3773377" y="2420973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1" name="Ellipszis 350"/>
            <p:cNvSpPr/>
            <p:nvPr/>
          </p:nvSpPr>
          <p:spPr>
            <a:xfrm rot="19260662" flipV="1">
              <a:off x="3729699" y="2466457"/>
              <a:ext cx="130085" cy="6054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0" name="Ellipszis 349"/>
            <p:cNvSpPr/>
            <p:nvPr/>
          </p:nvSpPr>
          <p:spPr>
            <a:xfrm rot="20701905" flipV="1">
              <a:off x="3727732" y="2489344"/>
              <a:ext cx="102370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9" name="Ellipszis 348"/>
            <p:cNvSpPr/>
            <p:nvPr/>
          </p:nvSpPr>
          <p:spPr>
            <a:xfrm rot="20701905" flipV="1">
              <a:off x="3785283" y="2459072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7" name="Ellipszis 346"/>
            <p:cNvSpPr/>
            <p:nvPr/>
          </p:nvSpPr>
          <p:spPr>
            <a:xfrm rot="1557053">
              <a:off x="3845769" y="2170755"/>
              <a:ext cx="78641" cy="29602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6" name="Ellipszis 345"/>
            <p:cNvSpPr/>
            <p:nvPr/>
          </p:nvSpPr>
          <p:spPr>
            <a:xfrm rot="20588735">
              <a:off x="3782985" y="2254403"/>
              <a:ext cx="45719" cy="157873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5" name="Ellipszis 344"/>
            <p:cNvSpPr/>
            <p:nvPr/>
          </p:nvSpPr>
          <p:spPr>
            <a:xfrm rot="19475410">
              <a:off x="3717081" y="2083144"/>
              <a:ext cx="72506" cy="294032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4" name="Ellipszis 343"/>
            <p:cNvSpPr/>
            <p:nvPr/>
          </p:nvSpPr>
          <p:spPr>
            <a:xfrm rot="1557053">
              <a:off x="3805553" y="2053369"/>
              <a:ext cx="72506" cy="270593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3" name="Ellipszis 342"/>
            <p:cNvSpPr/>
            <p:nvPr/>
          </p:nvSpPr>
          <p:spPr>
            <a:xfrm rot="1557053">
              <a:off x="3798044" y="2006945"/>
              <a:ext cx="72506" cy="294032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2" name="Ellipszis 341"/>
            <p:cNvSpPr/>
            <p:nvPr/>
          </p:nvSpPr>
          <p:spPr>
            <a:xfrm rot="18358001">
              <a:off x="3342656" y="1895267"/>
              <a:ext cx="86936" cy="20947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1" name="Ellipszis 340"/>
            <p:cNvSpPr/>
            <p:nvPr/>
          </p:nvSpPr>
          <p:spPr>
            <a:xfrm rot="19740016">
              <a:off x="3328367" y="1930986"/>
              <a:ext cx="86936" cy="20947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0" name="Ellipszis 339"/>
            <p:cNvSpPr/>
            <p:nvPr/>
          </p:nvSpPr>
          <p:spPr>
            <a:xfrm rot="18226193">
              <a:off x="3269164" y="1892887"/>
              <a:ext cx="54104" cy="140936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9" name="Ellipszis 338"/>
            <p:cNvSpPr/>
            <p:nvPr/>
          </p:nvSpPr>
          <p:spPr>
            <a:xfrm rot="16983355">
              <a:off x="3318885" y="2429111"/>
              <a:ext cx="45719" cy="127958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8" name="Ellipszis 337"/>
            <p:cNvSpPr/>
            <p:nvPr/>
          </p:nvSpPr>
          <p:spPr>
            <a:xfrm rot="19280624">
              <a:off x="3272018" y="2325814"/>
              <a:ext cx="53553" cy="17946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7" name="Ellipszis 336"/>
            <p:cNvSpPr/>
            <p:nvPr/>
          </p:nvSpPr>
          <p:spPr>
            <a:xfrm rot="18267339">
              <a:off x="3359120" y="1999113"/>
              <a:ext cx="62830" cy="31059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6" name="Ellipszis 335"/>
            <p:cNvSpPr/>
            <p:nvPr/>
          </p:nvSpPr>
          <p:spPr>
            <a:xfrm rot="20229635">
              <a:off x="3276057" y="2024774"/>
              <a:ext cx="62830" cy="34593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5" name="Ellipszis 334"/>
            <p:cNvSpPr/>
            <p:nvPr/>
          </p:nvSpPr>
          <p:spPr>
            <a:xfrm rot="20229635">
              <a:off x="3185569" y="2000961"/>
              <a:ext cx="62830" cy="34593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4" name="Ellipszis 333"/>
            <p:cNvSpPr/>
            <p:nvPr/>
          </p:nvSpPr>
          <p:spPr>
            <a:xfrm rot="20781721">
              <a:off x="3329143" y="2110792"/>
              <a:ext cx="58402" cy="346635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3" name="Ellipszis 332"/>
            <p:cNvSpPr/>
            <p:nvPr/>
          </p:nvSpPr>
          <p:spPr>
            <a:xfrm rot="20236544">
              <a:off x="3274489" y="2081252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2" name="Ellipszis 331"/>
            <p:cNvSpPr/>
            <p:nvPr/>
          </p:nvSpPr>
          <p:spPr>
            <a:xfrm rot="20554922">
              <a:off x="3629179" y="1972764"/>
              <a:ext cx="72226" cy="3598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1" name="Ellipszis 330"/>
            <p:cNvSpPr/>
            <p:nvPr/>
          </p:nvSpPr>
          <p:spPr>
            <a:xfrm rot="307296">
              <a:off x="3707087" y="2069844"/>
              <a:ext cx="45719" cy="389928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7" name="Ellipszis 326"/>
            <p:cNvSpPr/>
            <p:nvPr/>
          </p:nvSpPr>
          <p:spPr>
            <a:xfrm rot="1131027">
              <a:off x="3531169" y="1895676"/>
              <a:ext cx="310009" cy="34488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6" name="Ellipszis 325"/>
            <p:cNvSpPr/>
            <p:nvPr/>
          </p:nvSpPr>
          <p:spPr>
            <a:xfrm rot="1131027">
              <a:off x="3388832" y="1858662"/>
              <a:ext cx="197318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5" name="Ellipszis 324"/>
            <p:cNvSpPr/>
            <p:nvPr/>
          </p:nvSpPr>
          <p:spPr>
            <a:xfrm rot="307296">
              <a:off x="3360855" y="1912104"/>
              <a:ext cx="58402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3" name="Ellipszis 312"/>
            <p:cNvSpPr/>
            <p:nvPr/>
          </p:nvSpPr>
          <p:spPr>
            <a:xfrm rot="2090414">
              <a:off x="3576242" y="1995732"/>
              <a:ext cx="45719" cy="24453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2" name="Ellipszis 311"/>
            <p:cNvSpPr/>
            <p:nvPr/>
          </p:nvSpPr>
          <p:spPr>
            <a:xfrm rot="4163951">
              <a:off x="3574524" y="1966952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0" name="Ellipszis 309"/>
            <p:cNvSpPr/>
            <p:nvPr/>
          </p:nvSpPr>
          <p:spPr>
            <a:xfrm rot="307296">
              <a:off x="3387049" y="2078793"/>
              <a:ext cx="58402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1" name="Ellipszis 310"/>
            <p:cNvSpPr/>
            <p:nvPr/>
          </p:nvSpPr>
          <p:spPr>
            <a:xfrm rot="2090414">
              <a:off x="3486420" y="1969333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287"/>
            <p:cNvGrpSpPr/>
            <p:nvPr/>
          </p:nvGrpSpPr>
          <p:grpSpPr>
            <a:xfrm rot="1507515">
              <a:off x="3485504" y="1833174"/>
              <a:ext cx="340515" cy="385214"/>
              <a:chOff x="3324745" y="1577582"/>
              <a:chExt cx="436219" cy="460729"/>
            </a:xfrm>
          </p:grpSpPr>
          <p:sp>
            <p:nvSpPr>
              <p:cNvPr id="289" name="Ellipszis 288"/>
              <p:cNvSpPr/>
              <p:nvPr/>
            </p:nvSpPr>
            <p:spPr>
              <a:xfrm rot="1190723">
                <a:off x="3532640" y="1837257"/>
                <a:ext cx="93829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0" name="Ellipszis 289"/>
              <p:cNvSpPr/>
              <p:nvPr/>
            </p:nvSpPr>
            <p:spPr>
              <a:xfrm rot="3450357">
                <a:off x="3626547" y="1855174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1" name="Ellipszis 290"/>
              <p:cNvSpPr/>
              <p:nvPr/>
            </p:nvSpPr>
            <p:spPr>
              <a:xfrm rot="6727867">
                <a:off x="3405089" y="1838506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2" name="Ellipszis 291"/>
              <p:cNvSpPr/>
              <p:nvPr/>
            </p:nvSpPr>
            <p:spPr>
              <a:xfrm rot="3245755">
                <a:off x="3386102" y="1764410"/>
                <a:ext cx="86455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3" name="Ellipszis 292"/>
              <p:cNvSpPr/>
              <p:nvPr/>
            </p:nvSpPr>
            <p:spPr>
              <a:xfrm rot="2136681">
                <a:off x="3439499" y="1736040"/>
                <a:ext cx="257453" cy="26566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4" name="Ellipszis 293"/>
              <p:cNvSpPr/>
              <p:nvPr/>
            </p:nvSpPr>
            <p:spPr>
              <a:xfrm rot="3028841">
                <a:off x="3486139" y="1563294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5" name="Ellipszis 294"/>
              <p:cNvSpPr/>
              <p:nvPr/>
            </p:nvSpPr>
            <p:spPr>
              <a:xfrm rot="2136681">
                <a:off x="3545670" y="1577582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6" name="Ellipszis 295"/>
              <p:cNvSpPr/>
              <p:nvPr/>
            </p:nvSpPr>
            <p:spPr>
              <a:xfrm rot="20256029">
                <a:off x="3626760" y="1685012"/>
                <a:ext cx="45719" cy="4804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7" name="Ellipszis 296"/>
              <p:cNvSpPr/>
              <p:nvPr/>
            </p:nvSpPr>
            <p:spPr>
              <a:xfrm rot="20256029">
                <a:off x="3647963" y="1651344"/>
                <a:ext cx="45719" cy="30930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8" name="Ellipszis 297"/>
              <p:cNvSpPr/>
              <p:nvPr/>
            </p:nvSpPr>
            <p:spPr>
              <a:xfrm rot="20256029">
                <a:off x="3714660" y="1884439"/>
                <a:ext cx="46304" cy="5868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5" name="Csoportba foglalás 286"/>
            <p:cNvGrpSpPr/>
            <p:nvPr/>
          </p:nvGrpSpPr>
          <p:grpSpPr>
            <a:xfrm>
              <a:off x="3324745" y="1577582"/>
              <a:ext cx="436219" cy="460729"/>
              <a:chOff x="3324745" y="1577582"/>
              <a:chExt cx="436219" cy="460729"/>
            </a:xfrm>
          </p:grpSpPr>
          <p:sp>
            <p:nvSpPr>
              <p:cNvPr id="286" name="Ellipszis 285"/>
              <p:cNvSpPr/>
              <p:nvPr/>
            </p:nvSpPr>
            <p:spPr>
              <a:xfrm rot="1190723">
                <a:off x="3532640" y="1837257"/>
                <a:ext cx="93829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5" name="Ellipszis 284"/>
              <p:cNvSpPr/>
              <p:nvPr/>
            </p:nvSpPr>
            <p:spPr>
              <a:xfrm rot="3450357">
                <a:off x="3626547" y="1855174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3" name="Ellipszis 282"/>
              <p:cNvSpPr/>
              <p:nvPr/>
            </p:nvSpPr>
            <p:spPr>
              <a:xfrm rot="6727867">
                <a:off x="3405089" y="1838506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4" name="Ellipszis 283"/>
              <p:cNvSpPr/>
              <p:nvPr/>
            </p:nvSpPr>
            <p:spPr>
              <a:xfrm rot="3245755">
                <a:off x="3386102" y="1764410"/>
                <a:ext cx="86455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2" name="Ellipszis 281"/>
              <p:cNvSpPr/>
              <p:nvPr/>
            </p:nvSpPr>
            <p:spPr>
              <a:xfrm rot="2136681">
                <a:off x="3439499" y="1736040"/>
                <a:ext cx="257453" cy="26566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6" name="Ellipszis 275"/>
              <p:cNvSpPr/>
              <p:nvPr/>
            </p:nvSpPr>
            <p:spPr>
              <a:xfrm rot="3028841">
                <a:off x="3486139" y="1563294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5" name="Ellipszis 274"/>
              <p:cNvSpPr/>
              <p:nvPr/>
            </p:nvSpPr>
            <p:spPr>
              <a:xfrm rot="2136681">
                <a:off x="3545670" y="1577582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0" name="Ellipszis 279"/>
              <p:cNvSpPr/>
              <p:nvPr/>
            </p:nvSpPr>
            <p:spPr>
              <a:xfrm rot="20256029">
                <a:off x="3626760" y="1685012"/>
                <a:ext cx="45719" cy="4804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9" name="Ellipszis 278"/>
              <p:cNvSpPr/>
              <p:nvPr/>
            </p:nvSpPr>
            <p:spPr>
              <a:xfrm rot="20256029">
                <a:off x="3647963" y="1651344"/>
                <a:ext cx="45719" cy="30930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1" name="Ellipszis 280"/>
              <p:cNvSpPr/>
              <p:nvPr/>
            </p:nvSpPr>
            <p:spPr>
              <a:xfrm rot="20256029">
                <a:off x="3714660" y="1884439"/>
                <a:ext cx="46304" cy="5868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6" name="Csoportba foglalás 272"/>
            <p:cNvGrpSpPr/>
            <p:nvPr/>
          </p:nvGrpSpPr>
          <p:grpSpPr>
            <a:xfrm>
              <a:off x="2787044" y="1332487"/>
              <a:ext cx="1466744" cy="1443260"/>
              <a:chOff x="2863244" y="1320580"/>
              <a:chExt cx="1466744" cy="1443260"/>
            </a:xfrm>
          </p:grpSpPr>
          <p:grpSp>
            <p:nvGrpSpPr>
              <p:cNvPr id="7" name="Csoportba foglalás 258"/>
              <p:cNvGrpSpPr/>
              <p:nvPr/>
            </p:nvGrpSpPr>
            <p:grpSpPr>
              <a:xfrm>
                <a:off x="2863244" y="1320580"/>
                <a:ext cx="1466744" cy="1443260"/>
                <a:chOff x="4977793" y="2339755"/>
                <a:chExt cx="1466744" cy="1443260"/>
              </a:xfrm>
              <a:noFill/>
            </p:grpSpPr>
            <p:grpSp>
              <p:nvGrpSpPr>
                <p:cNvPr id="8" name="Csoportba foglalás 237"/>
                <p:cNvGrpSpPr/>
                <p:nvPr/>
              </p:nvGrpSpPr>
              <p:grpSpPr>
                <a:xfrm>
                  <a:off x="5523715" y="3129758"/>
                  <a:ext cx="511266" cy="653257"/>
                  <a:chOff x="4261653" y="2296321"/>
                  <a:chExt cx="511266" cy="653257"/>
                </a:xfrm>
                <a:grpFill/>
              </p:grpSpPr>
              <p:grpSp>
                <p:nvGrpSpPr>
                  <p:cNvPr id="10" name="Csoportba foglalás 187"/>
                  <p:cNvGrpSpPr/>
                  <p:nvPr/>
                </p:nvGrpSpPr>
                <p:grpSpPr>
                  <a:xfrm rot="823178">
                    <a:off x="4360727" y="2357252"/>
                    <a:ext cx="284279" cy="462682"/>
                    <a:chOff x="4230326" y="1571625"/>
                    <a:chExt cx="236899" cy="441327"/>
                  </a:xfrm>
                  <a:grpFill/>
                </p:grpSpPr>
                <p:sp>
                  <p:nvSpPr>
                    <p:cNvPr id="186" name="Ív 185"/>
                    <p:cNvSpPr/>
                    <p:nvPr/>
                  </p:nvSpPr>
                  <p:spPr>
                    <a:xfrm>
                      <a:off x="4230326" y="1610118"/>
                      <a:ext cx="227374" cy="4028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187" name="Ív 186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1" name="Csoportba foglalás 188"/>
                  <p:cNvGrpSpPr/>
                  <p:nvPr/>
                </p:nvGrpSpPr>
                <p:grpSpPr>
                  <a:xfrm>
                    <a:off x="4576146" y="2436966"/>
                    <a:ext cx="175566" cy="312892"/>
                    <a:chOff x="4238625" y="1571625"/>
                    <a:chExt cx="228600" cy="441325"/>
                  </a:xfrm>
                  <a:grpFill/>
                </p:grpSpPr>
                <p:sp>
                  <p:nvSpPr>
                    <p:cNvPr id="190" name="Ív 189"/>
                    <p:cNvSpPr/>
                    <p:nvPr/>
                  </p:nvSpPr>
                  <p:spPr>
                    <a:xfrm>
                      <a:off x="4276641" y="1630745"/>
                      <a:ext cx="181059" cy="38220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191" name="Ív 190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2" name="Csoportba foglalás 191"/>
                  <p:cNvGrpSpPr/>
                  <p:nvPr/>
                </p:nvGrpSpPr>
                <p:grpSpPr>
                  <a:xfrm flipH="1">
                    <a:off x="4313623" y="2296321"/>
                    <a:ext cx="459296" cy="653257"/>
                    <a:chOff x="4221715" y="1547296"/>
                    <a:chExt cx="249617" cy="465654"/>
                  </a:xfrm>
                  <a:grpFill/>
                </p:grpSpPr>
                <p:sp>
                  <p:nvSpPr>
                    <p:cNvPr id="206" name="Ív 205"/>
                    <p:cNvSpPr/>
                    <p:nvPr/>
                  </p:nvSpPr>
                  <p:spPr>
                    <a:xfrm>
                      <a:off x="4229100" y="1619250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07" name="Ív 206"/>
                    <p:cNvSpPr/>
                    <p:nvPr/>
                  </p:nvSpPr>
                  <p:spPr>
                    <a:xfrm rot="1497937">
                      <a:off x="4221715" y="1547296"/>
                      <a:ext cx="249617" cy="41311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3" name="Csoportba foglalás 208"/>
                  <p:cNvGrpSpPr/>
                  <p:nvPr/>
                </p:nvGrpSpPr>
                <p:grpSpPr>
                  <a:xfrm flipH="1">
                    <a:off x="4261653" y="2451692"/>
                    <a:ext cx="175566" cy="312892"/>
                    <a:chOff x="4238625" y="1571625"/>
                    <a:chExt cx="228600" cy="441325"/>
                  </a:xfrm>
                  <a:grpFill/>
                </p:grpSpPr>
                <p:sp>
                  <p:nvSpPr>
                    <p:cNvPr id="210" name="Ív 209"/>
                    <p:cNvSpPr/>
                    <p:nvPr/>
                  </p:nvSpPr>
                  <p:spPr>
                    <a:xfrm>
                      <a:off x="4363886" y="1653638"/>
                      <a:ext cx="93814" cy="359312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11" name="Szabadkézi sokszög 210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custGeom>
                      <a:avLst/>
                      <a:gdLst>
                        <a:gd name="connsiteX0" fmla="*/ 114300 w 228600"/>
                        <a:gd name="connsiteY0" fmla="*/ 0 h 393700"/>
                        <a:gd name="connsiteX1" fmla="*/ 213145 w 228600"/>
                        <a:gd name="connsiteY1" fmla="*/ 98005 h 393700"/>
                        <a:gd name="connsiteX2" fmla="*/ 228600 w 228600"/>
                        <a:gd name="connsiteY2" fmla="*/ 196850 h 393700"/>
                        <a:gd name="connsiteX3" fmla="*/ 114300 w 228600"/>
                        <a:gd name="connsiteY3" fmla="*/ 196850 h 393700"/>
                        <a:gd name="connsiteX4" fmla="*/ 114300 w 228600"/>
                        <a:gd name="connsiteY4" fmla="*/ 0 h 393700"/>
                        <a:gd name="connsiteX0" fmla="*/ 114300 w 228600"/>
                        <a:gd name="connsiteY0" fmla="*/ 0 h 393700"/>
                        <a:gd name="connsiteX1" fmla="*/ 213145 w 228600"/>
                        <a:gd name="connsiteY1" fmla="*/ 98005 h 393700"/>
                        <a:gd name="connsiteX2" fmla="*/ 228600 w 228600"/>
                        <a:gd name="connsiteY2" fmla="*/ 196850 h 393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28600" h="393700" stroke="0" extrusionOk="0">
                          <a:moveTo>
                            <a:pt x="114300" y="0"/>
                          </a:moveTo>
                          <a:cubicBezTo>
                            <a:pt x="155035" y="0"/>
                            <a:pt x="192691" y="37336"/>
                            <a:pt x="213145" y="98005"/>
                          </a:cubicBezTo>
                          <a:cubicBezTo>
                            <a:pt x="223268" y="128030"/>
                            <a:pt x="228600" y="162131"/>
                            <a:pt x="228600" y="196850"/>
                          </a:cubicBezTo>
                          <a:lnTo>
                            <a:pt x="114300" y="196850"/>
                          </a:lnTo>
                          <a:lnTo>
                            <a:pt x="114300" y="0"/>
                          </a:lnTo>
                          <a:close/>
                        </a:path>
                        <a:path w="228600" h="393700" fill="none">
                          <a:moveTo>
                            <a:pt x="114300" y="0"/>
                          </a:moveTo>
                          <a:cubicBezTo>
                            <a:pt x="155035" y="0"/>
                            <a:pt x="192691" y="37336"/>
                            <a:pt x="213145" y="98005"/>
                          </a:cubicBezTo>
                          <a:cubicBezTo>
                            <a:pt x="223268" y="128030"/>
                            <a:pt x="228600" y="162131"/>
                            <a:pt x="228600" y="196850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grpSp>
              <p:nvGrpSpPr>
                <p:cNvPr id="14" name="Csoportba foglalás 216"/>
                <p:cNvGrpSpPr/>
                <p:nvPr/>
              </p:nvGrpSpPr>
              <p:grpSpPr>
                <a:xfrm rot="3198530" flipV="1">
                  <a:off x="5904716" y="3241840"/>
                  <a:ext cx="186467" cy="318155"/>
                  <a:chOff x="4227236" y="1572297"/>
                  <a:chExt cx="242794" cy="448748"/>
                </a:xfrm>
                <a:grpFill/>
              </p:grpSpPr>
              <p:sp>
                <p:nvSpPr>
                  <p:cNvPr id="218" name="Ív 217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0" name="Ív 229"/>
                  <p:cNvSpPr/>
                  <p:nvPr/>
                </p:nvSpPr>
                <p:spPr>
                  <a:xfrm rot="1497937">
                    <a:off x="4227236" y="1572297"/>
                    <a:ext cx="242794" cy="448748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5" name="Csoportba foglalás 230"/>
                <p:cNvGrpSpPr/>
                <p:nvPr/>
              </p:nvGrpSpPr>
              <p:grpSpPr>
                <a:xfrm rot="1932286" flipV="1">
                  <a:off x="5888830" y="2848197"/>
                  <a:ext cx="259320" cy="625017"/>
                  <a:chOff x="4211451" y="1573248"/>
                  <a:chExt cx="265440" cy="485165"/>
                </a:xfrm>
                <a:grpFill/>
              </p:grpSpPr>
              <p:sp>
                <p:nvSpPr>
                  <p:cNvPr id="232" name="Ív 231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3" name="Ív 232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6" name="Csoportba foglalás 233"/>
                <p:cNvGrpSpPr/>
                <p:nvPr/>
              </p:nvGrpSpPr>
              <p:grpSpPr>
                <a:xfrm rot="3087559" flipH="1" flipV="1">
                  <a:off x="5902416" y="2731799"/>
                  <a:ext cx="361677" cy="722564"/>
                  <a:chOff x="4141106" y="1573248"/>
                  <a:chExt cx="335785" cy="485165"/>
                </a:xfrm>
                <a:grpFill/>
              </p:grpSpPr>
              <p:sp>
                <p:nvSpPr>
                  <p:cNvPr id="235" name="Ív 234"/>
                  <p:cNvSpPr/>
                  <p:nvPr/>
                </p:nvSpPr>
                <p:spPr>
                  <a:xfrm>
                    <a:off x="4141106" y="1691168"/>
                    <a:ext cx="316593" cy="32178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6" name="Ív 235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7" name="Csoportba foglalás 238"/>
                <p:cNvGrpSpPr/>
                <p:nvPr/>
              </p:nvGrpSpPr>
              <p:grpSpPr>
                <a:xfrm rot="1932286" flipV="1">
                  <a:off x="5926213" y="2756296"/>
                  <a:ext cx="207254" cy="746334"/>
                  <a:chOff x="4329982" y="1463272"/>
                  <a:chExt cx="212145" cy="579336"/>
                </a:xfrm>
                <a:grpFill/>
              </p:grpSpPr>
              <p:sp>
                <p:nvSpPr>
                  <p:cNvPr id="240" name="Ív 239"/>
                  <p:cNvSpPr/>
                  <p:nvPr/>
                </p:nvSpPr>
                <p:spPr>
                  <a:xfrm rot="10987660">
                    <a:off x="4390592" y="1463272"/>
                    <a:ext cx="151535" cy="38369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1" name="Ív 240"/>
                  <p:cNvSpPr/>
                  <p:nvPr/>
                </p:nvSpPr>
                <p:spPr>
                  <a:xfrm rot="1497937">
                    <a:off x="4329982" y="1614263"/>
                    <a:ext cx="125628" cy="42834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8" name="Csoportba foglalás 241"/>
                <p:cNvGrpSpPr/>
                <p:nvPr/>
              </p:nvGrpSpPr>
              <p:grpSpPr>
                <a:xfrm rot="17691938" flipV="1">
                  <a:off x="5087350" y="2808013"/>
                  <a:ext cx="503450" cy="722564"/>
                  <a:chOff x="4009483" y="1573248"/>
                  <a:chExt cx="467408" cy="485165"/>
                </a:xfrm>
                <a:grpFill/>
              </p:grpSpPr>
              <p:sp>
                <p:nvSpPr>
                  <p:cNvPr id="243" name="Ív 242"/>
                  <p:cNvSpPr/>
                  <p:nvPr/>
                </p:nvSpPr>
                <p:spPr>
                  <a:xfrm>
                    <a:off x="4009483" y="1670763"/>
                    <a:ext cx="455459" cy="37294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4" name="Ív 243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9" name="Csoportba foglalás 244"/>
                <p:cNvGrpSpPr/>
                <p:nvPr/>
              </p:nvGrpSpPr>
              <p:grpSpPr>
                <a:xfrm rot="2290000" flipH="1" flipV="1">
                  <a:off x="5783170" y="2339755"/>
                  <a:ext cx="549798" cy="944900"/>
                  <a:chOff x="3979703" y="1558122"/>
                  <a:chExt cx="510437" cy="634452"/>
                </a:xfrm>
                <a:grpFill/>
              </p:grpSpPr>
              <p:sp>
                <p:nvSpPr>
                  <p:cNvPr id="246" name="Ív 245"/>
                  <p:cNvSpPr/>
                  <p:nvPr/>
                </p:nvSpPr>
                <p:spPr>
                  <a:xfrm>
                    <a:off x="3979703" y="1772277"/>
                    <a:ext cx="489833" cy="29118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7" name="Szabadkézi sokszög 246"/>
                  <p:cNvSpPr/>
                  <p:nvPr/>
                </p:nvSpPr>
                <p:spPr>
                  <a:xfrm rot="1497937">
                    <a:off x="4216290" y="1558122"/>
                    <a:ext cx="273850" cy="634452"/>
                  </a:xfrm>
                  <a:custGeom>
                    <a:avLst/>
                    <a:gdLst>
                      <a:gd name="connsiteX0" fmla="*/ 136925 w 273850"/>
                      <a:gd name="connsiteY0" fmla="*/ 0 h 634452"/>
                      <a:gd name="connsiteX1" fmla="*/ 262639 w 273850"/>
                      <a:gd name="connsiteY1" fmla="*/ 191512 h 634452"/>
                      <a:gd name="connsiteX2" fmla="*/ 273850 w 273850"/>
                      <a:gd name="connsiteY2" fmla="*/ 317226 h 634452"/>
                      <a:gd name="connsiteX3" fmla="*/ 136925 w 273850"/>
                      <a:gd name="connsiteY3" fmla="*/ 317226 h 634452"/>
                      <a:gd name="connsiteX4" fmla="*/ 136925 w 273850"/>
                      <a:gd name="connsiteY4" fmla="*/ 0 h 634452"/>
                      <a:gd name="connsiteX0" fmla="*/ 136925 w 273850"/>
                      <a:gd name="connsiteY0" fmla="*/ 0 h 634452"/>
                      <a:gd name="connsiteX1" fmla="*/ 262639 w 273850"/>
                      <a:gd name="connsiteY1" fmla="*/ 191512 h 634452"/>
                      <a:gd name="connsiteX2" fmla="*/ 273850 w 273850"/>
                      <a:gd name="connsiteY2" fmla="*/ 317226 h 634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3850" h="634452" stroke="0" extrusionOk="0">
                        <a:moveTo>
                          <a:pt x="136925" y="0"/>
                        </a:moveTo>
                        <a:cubicBezTo>
                          <a:pt x="191570" y="0"/>
                          <a:pt x="240983" y="75276"/>
                          <a:pt x="262639" y="191512"/>
                        </a:cubicBezTo>
                        <a:cubicBezTo>
                          <a:pt x="270035" y="231209"/>
                          <a:pt x="273850" y="273989"/>
                          <a:pt x="273850" y="317226"/>
                        </a:cubicBezTo>
                        <a:lnTo>
                          <a:pt x="136925" y="317226"/>
                        </a:lnTo>
                        <a:lnTo>
                          <a:pt x="136925" y="0"/>
                        </a:lnTo>
                        <a:close/>
                      </a:path>
                      <a:path w="273850" h="634452" fill="none">
                        <a:moveTo>
                          <a:pt x="136925" y="0"/>
                        </a:moveTo>
                        <a:cubicBezTo>
                          <a:pt x="191570" y="0"/>
                          <a:pt x="240983" y="75276"/>
                          <a:pt x="262639" y="191512"/>
                        </a:cubicBezTo>
                        <a:cubicBezTo>
                          <a:pt x="270035" y="231209"/>
                          <a:pt x="273850" y="273989"/>
                          <a:pt x="273850" y="317226"/>
                        </a:cubicBezTo>
                      </a:path>
                    </a:pathLst>
                  </a:cu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0" name="Csoportba foglalás 247"/>
                <p:cNvGrpSpPr/>
                <p:nvPr/>
              </p:nvGrpSpPr>
              <p:grpSpPr>
                <a:xfrm rot="19849264" flipH="1" flipV="1">
                  <a:off x="5332647" y="2663622"/>
                  <a:ext cx="322511" cy="692746"/>
                  <a:chOff x="4188337" y="1563662"/>
                  <a:chExt cx="299423" cy="465144"/>
                </a:xfrm>
                <a:grpFill/>
              </p:grpSpPr>
              <p:sp>
                <p:nvSpPr>
                  <p:cNvPr id="249" name="Ív 248"/>
                  <p:cNvSpPr/>
                  <p:nvPr/>
                </p:nvSpPr>
                <p:spPr>
                  <a:xfrm>
                    <a:off x="4261105" y="1686491"/>
                    <a:ext cx="196597" cy="326461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0" name="Ív 249"/>
                  <p:cNvSpPr/>
                  <p:nvPr/>
                </p:nvSpPr>
                <p:spPr>
                  <a:xfrm rot="1497937">
                    <a:off x="4188337" y="1563662"/>
                    <a:ext cx="299423" cy="465144"/>
                  </a:xfrm>
                  <a:prstGeom prst="arc">
                    <a:avLst>
                      <a:gd name="adj1" fmla="val 16200000"/>
                      <a:gd name="adj2" fmla="val 377478"/>
                    </a:avLst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1" name="Csoportba foglalás 250"/>
                <p:cNvGrpSpPr/>
                <p:nvPr/>
              </p:nvGrpSpPr>
              <p:grpSpPr>
                <a:xfrm rot="16891319" flipH="1" flipV="1">
                  <a:off x="5433047" y="3303604"/>
                  <a:ext cx="140562" cy="249942"/>
                  <a:chOff x="4281478" y="1586677"/>
                  <a:chExt cx="186213" cy="450714"/>
                </a:xfrm>
                <a:grpFill/>
              </p:grpSpPr>
              <p:sp>
                <p:nvSpPr>
                  <p:cNvPr id="252" name="Ív 251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3" name="Ív 252"/>
                  <p:cNvSpPr/>
                  <p:nvPr/>
                </p:nvSpPr>
                <p:spPr>
                  <a:xfrm rot="2063920">
                    <a:off x="4281478" y="1586677"/>
                    <a:ext cx="186213" cy="450714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2" name="Csoportba foglalás 253"/>
                <p:cNvGrpSpPr/>
                <p:nvPr/>
              </p:nvGrpSpPr>
              <p:grpSpPr>
                <a:xfrm rot="19182483" flipH="1" flipV="1">
                  <a:off x="5411799" y="3158496"/>
                  <a:ext cx="186467" cy="318155"/>
                  <a:chOff x="4227236" y="1572297"/>
                  <a:chExt cx="242794" cy="448748"/>
                </a:xfrm>
                <a:grpFill/>
              </p:grpSpPr>
              <p:sp>
                <p:nvSpPr>
                  <p:cNvPr id="255" name="Ív 254"/>
                  <p:cNvSpPr/>
                  <p:nvPr/>
                </p:nvSpPr>
                <p:spPr>
                  <a:xfrm>
                    <a:off x="4301430" y="1736617"/>
                    <a:ext cx="156270" cy="276334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6" name="Ív 255"/>
                  <p:cNvSpPr/>
                  <p:nvPr/>
                </p:nvSpPr>
                <p:spPr>
                  <a:xfrm rot="1497937">
                    <a:off x="4227236" y="1572297"/>
                    <a:ext cx="242794" cy="448748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  <p:sp>
            <p:nvSpPr>
              <p:cNvPr id="267" name="Ív 266"/>
              <p:cNvSpPr/>
              <p:nvPr/>
            </p:nvSpPr>
            <p:spPr>
              <a:xfrm rot="16609204" flipV="1">
                <a:off x="3772604" y="2001117"/>
                <a:ext cx="200997" cy="83992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1" name="Ív 270"/>
              <p:cNvSpPr/>
              <p:nvPr/>
            </p:nvSpPr>
            <p:spPr>
              <a:xfrm rot="19647609" flipH="1" flipV="1">
                <a:off x="3300449" y="1857354"/>
                <a:ext cx="121369" cy="221497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2" name="Ív 271"/>
              <p:cNvSpPr/>
              <p:nvPr/>
            </p:nvSpPr>
            <p:spPr>
              <a:xfrm rot="111529" flipH="1" flipV="1">
                <a:off x="3308672" y="1870021"/>
                <a:ext cx="136626" cy="268577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348" name="Ellipszis 347"/>
            <p:cNvSpPr/>
            <p:nvPr/>
          </p:nvSpPr>
          <p:spPr>
            <a:xfrm rot="1557053" flipV="1">
              <a:off x="3799572" y="2297148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23" name="Csoportba foglalás 139">
            <a:extLst>
              <a:ext uri="{FF2B5EF4-FFF2-40B4-BE49-F238E27FC236}">
                <a16:creationId xmlns:a16="http://schemas.microsoft.com/office/drawing/2014/main" id="{6EB88FBB-929F-4B4D-9B2A-C9712C0B5C84}"/>
              </a:ext>
            </a:extLst>
          </p:cNvPr>
          <p:cNvGrpSpPr/>
          <p:nvPr/>
        </p:nvGrpSpPr>
        <p:grpSpPr>
          <a:xfrm rot="19405082">
            <a:off x="5784681" y="3846943"/>
            <a:ext cx="64174" cy="136261"/>
            <a:chOff x="10926111" y="4092956"/>
            <a:chExt cx="99543" cy="725490"/>
          </a:xfrm>
        </p:grpSpPr>
        <p:cxnSp>
          <p:nvCxnSpPr>
            <p:cNvPr id="213" name="Egyenes összekötő 212">
              <a:extLst>
                <a:ext uri="{FF2B5EF4-FFF2-40B4-BE49-F238E27FC236}">
                  <a16:creationId xmlns:a16="http://schemas.microsoft.com/office/drawing/2014/main" id="{1F33EDE7-13B4-4621-B85C-BBEDB603710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24" name="Csoportba foglalás 107">
              <a:extLst>
                <a:ext uri="{FF2B5EF4-FFF2-40B4-BE49-F238E27FC236}">
                  <a16:creationId xmlns:a16="http://schemas.microsoft.com/office/drawing/2014/main" id="{4D20A68F-4B6C-4414-A348-C48116DFD9B6}"/>
                </a:ext>
              </a:extLst>
            </p:cNvPr>
            <p:cNvGrpSpPr/>
            <p:nvPr/>
          </p:nvGrpSpPr>
          <p:grpSpPr>
            <a:xfrm>
              <a:off x="10926111" y="4387257"/>
              <a:ext cx="52249" cy="431189"/>
              <a:chOff x="5400341" y="3105193"/>
              <a:chExt cx="52249" cy="431189"/>
            </a:xfrm>
          </p:grpSpPr>
          <p:cxnSp>
            <p:nvCxnSpPr>
              <p:cNvPr id="227" name="Egyenes összekötő 226">
                <a:extLst>
                  <a:ext uri="{FF2B5EF4-FFF2-40B4-BE49-F238E27FC236}">
                    <a16:creationId xmlns:a16="http://schemas.microsoft.com/office/drawing/2014/main" id="{5728C0A8-CF5B-4E1F-ABA8-1FC10127C6BE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371442" y="3179525"/>
                <a:ext cx="155479" cy="681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17" name="Egyenes összekötő 216">
                <a:extLst>
                  <a:ext uri="{FF2B5EF4-FFF2-40B4-BE49-F238E27FC236}">
                    <a16:creationId xmlns:a16="http://schemas.microsoft.com/office/drawing/2014/main" id="{47735CD3-81A9-41D3-9F84-CFEACDD5D310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 flipH="1" flipV="1">
                <a:off x="5403165" y="3187131"/>
                <a:ext cx="88825" cy="37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29" name="Egyenes összekötő 228">
                <a:extLst>
                  <a:ext uri="{FF2B5EF4-FFF2-40B4-BE49-F238E27FC236}">
                    <a16:creationId xmlns:a16="http://schemas.microsoft.com/office/drawing/2014/main" id="{2172A2B5-EAF0-4E4E-8872-78BD1538A336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194027" y="3324874"/>
                <a:ext cx="417822" cy="5193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5" name="Csoportba foglalás 139">
            <a:extLst>
              <a:ext uri="{FF2B5EF4-FFF2-40B4-BE49-F238E27FC236}">
                <a16:creationId xmlns:a16="http://schemas.microsoft.com/office/drawing/2014/main" id="{6EB88FBB-929F-4B4D-9B2A-C9712C0B5C84}"/>
              </a:ext>
            </a:extLst>
          </p:cNvPr>
          <p:cNvGrpSpPr/>
          <p:nvPr/>
        </p:nvGrpSpPr>
        <p:grpSpPr>
          <a:xfrm rot="2194918" flipH="1">
            <a:off x="5658492" y="3839803"/>
            <a:ext cx="64147" cy="136262"/>
            <a:chOff x="10926111" y="4092953"/>
            <a:chExt cx="99501" cy="725493"/>
          </a:xfrm>
        </p:grpSpPr>
        <p:cxnSp>
          <p:nvCxnSpPr>
            <p:cNvPr id="234" name="Egyenes összekötő 233">
              <a:extLst>
                <a:ext uri="{FF2B5EF4-FFF2-40B4-BE49-F238E27FC236}">
                  <a16:creationId xmlns:a16="http://schemas.microsoft.com/office/drawing/2014/main" id="{1F33EDE7-13B4-4621-B85C-BBEDB603710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26" name="Csoportba foglalás 107">
              <a:extLst>
                <a:ext uri="{FF2B5EF4-FFF2-40B4-BE49-F238E27FC236}">
                  <a16:creationId xmlns:a16="http://schemas.microsoft.com/office/drawing/2014/main" id="{4D20A68F-4B6C-4414-A348-C48116DFD9B6}"/>
                </a:ext>
              </a:extLst>
            </p:cNvPr>
            <p:cNvGrpSpPr/>
            <p:nvPr/>
          </p:nvGrpSpPr>
          <p:grpSpPr>
            <a:xfrm>
              <a:off x="10926111" y="4387257"/>
              <a:ext cx="52249" cy="431189"/>
              <a:chOff x="5400341" y="3105193"/>
              <a:chExt cx="52249" cy="431189"/>
            </a:xfrm>
          </p:grpSpPr>
          <p:cxnSp>
            <p:nvCxnSpPr>
              <p:cNvPr id="238" name="Egyenes összekötő 237">
                <a:extLst>
                  <a:ext uri="{FF2B5EF4-FFF2-40B4-BE49-F238E27FC236}">
                    <a16:creationId xmlns:a16="http://schemas.microsoft.com/office/drawing/2014/main" id="{5728C0A8-CF5B-4E1F-ABA8-1FC10127C6BE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371442" y="3179525"/>
                <a:ext cx="155479" cy="681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39" name="Egyenes összekötő 238">
                <a:extLst>
                  <a:ext uri="{FF2B5EF4-FFF2-40B4-BE49-F238E27FC236}">
                    <a16:creationId xmlns:a16="http://schemas.microsoft.com/office/drawing/2014/main" id="{47735CD3-81A9-41D3-9F84-CFEACDD5D310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 flipH="1" flipV="1">
                <a:off x="5403165" y="3187131"/>
                <a:ext cx="88825" cy="37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5" name="Egyenes összekötő 244">
                <a:extLst>
                  <a:ext uri="{FF2B5EF4-FFF2-40B4-BE49-F238E27FC236}">
                    <a16:creationId xmlns:a16="http://schemas.microsoft.com/office/drawing/2014/main" id="{2172A2B5-EAF0-4E4E-8872-78BD1538A336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194027" y="3324874"/>
                <a:ext cx="417822" cy="5193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7" name="Csoportba foglalás 208"/>
          <p:cNvGrpSpPr/>
          <p:nvPr/>
        </p:nvGrpSpPr>
        <p:grpSpPr>
          <a:xfrm>
            <a:off x="-2064700" y="-4319538"/>
            <a:ext cx="15856900" cy="15611058"/>
            <a:chOff x="5064125" y="3879531"/>
            <a:chExt cx="532448" cy="524194"/>
          </a:xfrm>
        </p:grpSpPr>
        <p:sp>
          <p:nvSpPr>
            <p:cNvPr id="212" name="Ellipszis 211"/>
            <p:cNvSpPr/>
            <p:nvPr/>
          </p:nvSpPr>
          <p:spPr>
            <a:xfrm>
              <a:off x="5064125" y="3879531"/>
              <a:ext cx="532448" cy="524194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Ellipszis 215"/>
            <p:cNvSpPr/>
            <p:nvPr/>
          </p:nvSpPr>
          <p:spPr>
            <a:xfrm>
              <a:off x="5111748" y="3929857"/>
              <a:ext cx="433390" cy="43339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223" name="Ellipszis 222"/>
            <p:cNvSpPr/>
            <p:nvPr/>
          </p:nvSpPr>
          <p:spPr>
            <a:xfrm>
              <a:off x="5199061" y="4023520"/>
              <a:ext cx="258764" cy="258764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</p:grpSp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24DFAADD-658D-9453-66D7-08A38DB692FE}"/>
              </a:ext>
            </a:extLst>
          </p:cNvPr>
          <p:cNvGrpSpPr/>
          <p:nvPr/>
        </p:nvGrpSpPr>
        <p:grpSpPr>
          <a:xfrm>
            <a:off x="-1856632" y="-578852"/>
            <a:ext cx="12917922" cy="8073484"/>
            <a:chOff x="5129388" y="4794574"/>
            <a:chExt cx="393463" cy="245909"/>
          </a:xfrm>
        </p:grpSpPr>
        <p:grpSp>
          <p:nvGrpSpPr>
            <p:cNvPr id="41" name="Csoportba foglalás 40">
              <a:extLst>
                <a:ext uri="{FF2B5EF4-FFF2-40B4-BE49-F238E27FC236}">
                  <a16:creationId xmlns:a16="http://schemas.microsoft.com/office/drawing/2014/main" id="{8B616689-5A8E-62D7-8A90-65809F671458}"/>
                </a:ext>
              </a:extLst>
            </p:cNvPr>
            <p:cNvGrpSpPr/>
            <p:nvPr/>
          </p:nvGrpSpPr>
          <p:grpSpPr>
            <a:xfrm>
              <a:off x="5129388" y="4794574"/>
              <a:ext cx="254235" cy="245909"/>
              <a:chOff x="5129388" y="4794574"/>
              <a:chExt cx="254235" cy="245909"/>
            </a:xfrm>
          </p:grpSpPr>
          <p:grpSp>
            <p:nvGrpSpPr>
              <p:cNvPr id="43" name="Csoportba foglalás 42">
                <a:extLst>
                  <a:ext uri="{FF2B5EF4-FFF2-40B4-BE49-F238E27FC236}">
                    <a16:creationId xmlns:a16="http://schemas.microsoft.com/office/drawing/2014/main" id="{2F4D0CE4-984C-0814-8482-FCE549DDCBA3}"/>
                  </a:ext>
                </a:extLst>
              </p:cNvPr>
              <p:cNvGrpSpPr/>
              <p:nvPr/>
            </p:nvGrpSpPr>
            <p:grpSpPr>
              <a:xfrm>
                <a:off x="5129388" y="4794574"/>
                <a:ext cx="221960" cy="205550"/>
                <a:chOff x="2969752" y="4748507"/>
                <a:chExt cx="155496" cy="144000"/>
              </a:xfrm>
            </p:grpSpPr>
            <p:sp>
              <p:nvSpPr>
                <p:cNvPr id="45" name="Szabadkézi sokszög: alakzat 44">
                  <a:extLst>
                    <a:ext uri="{FF2B5EF4-FFF2-40B4-BE49-F238E27FC236}">
                      <a16:creationId xmlns:a16="http://schemas.microsoft.com/office/drawing/2014/main" id="{5EB8C7F3-0F8C-3C45-46B3-39F6AAC6E4E4}"/>
                    </a:ext>
                  </a:extLst>
                </p:cNvPr>
                <p:cNvSpPr/>
                <p:nvPr/>
              </p:nvSpPr>
              <p:spPr>
                <a:xfrm>
                  <a:off x="3025502" y="4757130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Ív 45">
                  <a:extLst>
                    <a:ext uri="{FF2B5EF4-FFF2-40B4-BE49-F238E27FC236}">
                      <a16:creationId xmlns:a16="http://schemas.microsoft.com/office/drawing/2014/main" id="{92AD911E-08FB-B20D-7531-2633753CEFBD}"/>
                    </a:ext>
                  </a:extLst>
                </p:cNvPr>
                <p:cNvSpPr/>
                <p:nvPr/>
              </p:nvSpPr>
              <p:spPr>
                <a:xfrm rot="5886252">
                  <a:off x="2972582" y="4745677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ln w="635000">
                  <a:solidFill>
                    <a:srgbClr val="9BE5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44" name="Ellipszis 43">
                <a:extLst>
                  <a:ext uri="{FF2B5EF4-FFF2-40B4-BE49-F238E27FC236}">
                    <a16:creationId xmlns:a16="http://schemas.microsoft.com/office/drawing/2014/main" id="{944DEEF8-245A-89CA-8647-3D793CDAFF62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2" name="Szabadkézi sokszög: alakzat 41">
              <a:extLst>
                <a:ext uri="{FF2B5EF4-FFF2-40B4-BE49-F238E27FC236}">
                  <a16:creationId xmlns:a16="http://schemas.microsoft.com/office/drawing/2014/main" id="{80BCF78F-42C3-8061-05C8-A1304265124C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>
        <p:cut/>
      </p:transition>
    </mc:Choice>
    <mc:Fallback xmlns="">
      <p:transition advTm="0">
        <p:cut/>
      </p:transition>
    </mc:Fallback>
  </mc:AlternateContent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401"/>
          <p:cNvGrpSpPr/>
          <p:nvPr/>
        </p:nvGrpSpPr>
        <p:grpSpPr>
          <a:xfrm>
            <a:off x="4423611" y="1746250"/>
            <a:ext cx="2950110" cy="3566270"/>
            <a:chOff x="4423611" y="1746250"/>
            <a:chExt cx="2950110" cy="3566270"/>
          </a:xfrm>
          <a:solidFill>
            <a:schemeClr val="accent4">
              <a:lumMod val="60000"/>
              <a:lumOff val="40000"/>
              <a:alpha val="40000"/>
            </a:schemeClr>
          </a:solidFill>
        </p:grpSpPr>
        <p:sp>
          <p:nvSpPr>
            <p:cNvPr id="399" name="Ellipszis 398"/>
            <p:cNvSpPr/>
            <p:nvPr/>
          </p:nvSpPr>
          <p:spPr>
            <a:xfrm>
              <a:off x="5166360" y="2313623"/>
              <a:ext cx="1192530" cy="296576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0" name="Ellipszis 399"/>
            <p:cNvSpPr/>
            <p:nvPr/>
          </p:nvSpPr>
          <p:spPr>
            <a:xfrm>
              <a:off x="5586730" y="1827531"/>
              <a:ext cx="393700" cy="29718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7" name="Ellipszis 396"/>
            <p:cNvSpPr/>
            <p:nvPr/>
          </p:nvSpPr>
          <p:spPr>
            <a:xfrm rot="17438591">
              <a:off x="5237760" y="4161075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6" name="Ellipszis 395"/>
            <p:cNvSpPr/>
            <p:nvPr/>
          </p:nvSpPr>
          <p:spPr>
            <a:xfrm rot="18015131">
              <a:off x="5075836" y="3827700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5" name="Ellipszis 394"/>
            <p:cNvSpPr/>
            <p:nvPr/>
          </p:nvSpPr>
          <p:spPr>
            <a:xfrm rot="18936556">
              <a:off x="4980586" y="3956288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4" name="Ellipszis 393"/>
            <p:cNvSpPr/>
            <p:nvPr/>
          </p:nvSpPr>
          <p:spPr>
            <a:xfrm rot="19559640">
              <a:off x="4782391" y="3577247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3" name="Ellipszis 392"/>
            <p:cNvSpPr/>
            <p:nvPr/>
          </p:nvSpPr>
          <p:spPr>
            <a:xfrm rot="18173528">
              <a:off x="4868117" y="3401035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2" name="Ellipszis 391"/>
            <p:cNvSpPr/>
            <p:nvPr/>
          </p:nvSpPr>
          <p:spPr>
            <a:xfrm rot="18680492">
              <a:off x="4968130" y="3020036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1" name="Ellipszis 390"/>
            <p:cNvSpPr/>
            <p:nvPr/>
          </p:nvSpPr>
          <p:spPr>
            <a:xfrm rot="19812551">
              <a:off x="4815730" y="3101000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0" name="Ellipszis 389"/>
            <p:cNvSpPr/>
            <p:nvPr/>
          </p:nvSpPr>
          <p:spPr>
            <a:xfrm rot="459399">
              <a:off x="5071626" y="2828357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9" name="Ellipszis 388"/>
            <p:cNvSpPr/>
            <p:nvPr/>
          </p:nvSpPr>
          <p:spPr>
            <a:xfrm rot="459399">
              <a:off x="4919226" y="2675957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8" name="Ellipszis 387"/>
            <p:cNvSpPr/>
            <p:nvPr/>
          </p:nvSpPr>
          <p:spPr>
            <a:xfrm rot="20790213">
              <a:off x="5219264" y="2699769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7" name="Ellipszis 386"/>
            <p:cNvSpPr/>
            <p:nvPr/>
          </p:nvSpPr>
          <p:spPr>
            <a:xfrm rot="20790213">
              <a:off x="5095438" y="249498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6" name="Ellipszis 385"/>
            <p:cNvSpPr/>
            <p:nvPr/>
          </p:nvSpPr>
          <p:spPr>
            <a:xfrm rot="3577494">
              <a:off x="6540444" y="4227161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5" name="Ellipszis 384"/>
            <p:cNvSpPr/>
            <p:nvPr/>
          </p:nvSpPr>
          <p:spPr>
            <a:xfrm rot="3577494">
              <a:off x="6640457" y="4127149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4" name="Ellipszis 383"/>
            <p:cNvSpPr/>
            <p:nvPr/>
          </p:nvSpPr>
          <p:spPr>
            <a:xfrm rot="2901804">
              <a:off x="6159653" y="4363965"/>
              <a:ext cx="251957" cy="102559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2" name="Ellipszis 381"/>
            <p:cNvSpPr/>
            <p:nvPr/>
          </p:nvSpPr>
          <p:spPr>
            <a:xfrm rot="2612912">
              <a:off x="6462271" y="406184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1" name="Ellipszis 380"/>
            <p:cNvSpPr/>
            <p:nvPr/>
          </p:nvSpPr>
          <p:spPr>
            <a:xfrm rot="2147207">
              <a:off x="6476558" y="346177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0" name="Ellipszis 379"/>
            <p:cNvSpPr/>
            <p:nvPr/>
          </p:nvSpPr>
          <p:spPr>
            <a:xfrm rot="2147207">
              <a:off x="6695633" y="3433195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9" name="Ellipszis 378"/>
            <p:cNvSpPr/>
            <p:nvPr/>
          </p:nvSpPr>
          <p:spPr>
            <a:xfrm rot="3542268">
              <a:off x="6395599" y="287122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8" name="Ellipszis 377"/>
            <p:cNvSpPr/>
            <p:nvPr/>
          </p:nvSpPr>
          <p:spPr>
            <a:xfrm rot="1679753">
              <a:off x="6578875" y="3114348"/>
              <a:ext cx="259714" cy="10769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7" name="Ellipszis 376"/>
            <p:cNvSpPr/>
            <p:nvPr/>
          </p:nvSpPr>
          <p:spPr>
            <a:xfrm rot="20790213">
              <a:off x="6524188" y="2604519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6" name="Ellipszis 375"/>
            <p:cNvSpPr/>
            <p:nvPr/>
          </p:nvSpPr>
          <p:spPr>
            <a:xfrm rot="20790213">
              <a:off x="6443225" y="256165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3" name="Ellipszis 372"/>
            <p:cNvSpPr/>
            <p:nvPr/>
          </p:nvSpPr>
          <p:spPr>
            <a:xfrm rot="2197682">
              <a:off x="5470866" y="3277015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4" name="Ellipszis 373"/>
            <p:cNvSpPr/>
            <p:nvPr/>
          </p:nvSpPr>
          <p:spPr>
            <a:xfrm rot="2197682">
              <a:off x="4966042" y="2986502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5" name="Ellipszis 374"/>
            <p:cNvSpPr/>
            <p:nvPr/>
          </p:nvSpPr>
          <p:spPr>
            <a:xfrm rot="1773522">
              <a:off x="6124138" y="2518793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1" name="Ellipszis 370"/>
            <p:cNvSpPr/>
            <p:nvPr/>
          </p:nvSpPr>
          <p:spPr>
            <a:xfrm rot="4169971">
              <a:off x="5883908" y="4993576"/>
              <a:ext cx="187385" cy="34604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9" name="Ellipszis 368"/>
            <p:cNvSpPr/>
            <p:nvPr/>
          </p:nvSpPr>
          <p:spPr>
            <a:xfrm rot="18022506" flipH="1">
              <a:off x="5068831" y="4265260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0" name="Ellipszis 369"/>
            <p:cNvSpPr/>
            <p:nvPr/>
          </p:nvSpPr>
          <p:spPr>
            <a:xfrm rot="18022506" flipH="1">
              <a:off x="5187894" y="4370036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8" name="Ellipszis 367"/>
            <p:cNvSpPr/>
            <p:nvPr/>
          </p:nvSpPr>
          <p:spPr>
            <a:xfrm rot="18022506" flipH="1">
              <a:off x="4911669" y="4217636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7" name="Ellipszis 366"/>
            <p:cNvSpPr/>
            <p:nvPr/>
          </p:nvSpPr>
          <p:spPr>
            <a:xfrm rot="3577494">
              <a:off x="6640457" y="4146199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6" name="Ellipszis 365"/>
            <p:cNvSpPr/>
            <p:nvPr/>
          </p:nvSpPr>
          <p:spPr>
            <a:xfrm rot="2901804">
              <a:off x="6606012" y="3860991"/>
              <a:ext cx="231420" cy="102559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5" name="Ellipszis 364"/>
            <p:cNvSpPr/>
            <p:nvPr/>
          </p:nvSpPr>
          <p:spPr>
            <a:xfrm rot="2765525">
              <a:off x="6723996" y="3295294"/>
              <a:ext cx="164532" cy="113491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4" name="Ellipszis 363"/>
            <p:cNvSpPr/>
            <p:nvPr/>
          </p:nvSpPr>
          <p:spPr>
            <a:xfrm rot="2445801">
              <a:off x="6586103" y="291408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2" name="Ellipszis 361"/>
            <p:cNvSpPr/>
            <p:nvPr/>
          </p:nvSpPr>
          <p:spPr>
            <a:xfrm rot="500387">
              <a:off x="6343213" y="250450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1" name="Ellipszis 360"/>
            <p:cNvSpPr/>
            <p:nvPr/>
          </p:nvSpPr>
          <p:spPr>
            <a:xfrm rot="20488461">
              <a:off x="5810763" y="1822108"/>
              <a:ext cx="285317" cy="13347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9" name="Ellipszis 358"/>
            <p:cNvSpPr/>
            <p:nvPr/>
          </p:nvSpPr>
          <p:spPr>
            <a:xfrm rot="960565">
              <a:off x="5472626" y="1907834"/>
              <a:ext cx="285317" cy="13347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8" name="Ellipszis 357"/>
            <p:cNvSpPr/>
            <p:nvPr/>
          </p:nvSpPr>
          <p:spPr>
            <a:xfrm>
              <a:off x="5189220" y="2328862"/>
              <a:ext cx="1192530" cy="296576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5" name="Ellipszis 354"/>
            <p:cNvSpPr/>
            <p:nvPr/>
          </p:nvSpPr>
          <p:spPr>
            <a:xfrm>
              <a:off x="5594350" y="1789430"/>
              <a:ext cx="393700" cy="29718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8" name="Ellipszis 397"/>
            <p:cNvSpPr/>
            <p:nvPr/>
          </p:nvSpPr>
          <p:spPr>
            <a:xfrm rot="2197682">
              <a:off x="5140032" y="3117312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70" name="Egyenes összekötő 69">
            <a:extLst>
              <a:ext uri="{FF2B5EF4-FFF2-40B4-BE49-F238E27FC236}">
                <a16:creationId xmlns:a16="http://schemas.microsoft.com/office/drawing/2014/main" id="{75DBB7EB-4CDD-4337-8CC1-B1B5059E8000}"/>
              </a:ext>
            </a:extLst>
          </p:cNvPr>
          <p:cNvCxnSpPr>
            <a:cxnSpLocks/>
          </p:cNvCxnSpPr>
          <p:nvPr/>
        </p:nvCxnSpPr>
        <p:spPr>
          <a:xfrm flipH="1">
            <a:off x="5757194" y="3662346"/>
            <a:ext cx="1" cy="872368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1" name="Egyenes összekötő 70">
            <a:extLst>
              <a:ext uri="{FF2B5EF4-FFF2-40B4-BE49-F238E27FC236}">
                <a16:creationId xmlns:a16="http://schemas.microsoft.com/office/drawing/2014/main" id="{21E1589A-4C45-426A-8782-2386E9474D3D}"/>
              </a:ext>
            </a:extLst>
          </p:cNvPr>
          <p:cNvCxnSpPr>
            <a:cxnSpLocks/>
          </p:cNvCxnSpPr>
          <p:nvPr/>
        </p:nvCxnSpPr>
        <p:spPr>
          <a:xfrm flipH="1">
            <a:off x="5660161" y="4498276"/>
            <a:ext cx="107021" cy="337025"/>
          </a:xfrm>
          <a:prstGeom prst="line">
            <a:avLst/>
          </a:prstGeom>
          <a:ln w="76200">
            <a:solidFill>
              <a:schemeClr val="accent2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2" name="Egyenes összekötő 71">
            <a:extLst>
              <a:ext uri="{FF2B5EF4-FFF2-40B4-BE49-F238E27FC236}">
                <a16:creationId xmlns:a16="http://schemas.microsoft.com/office/drawing/2014/main" id="{CCA17437-17FE-4135-8A7D-531B173B2FF2}"/>
              </a:ext>
            </a:extLst>
          </p:cNvPr>
          <p:cNvCxnSpPr>
            <a:cxnSpLocks/>
          </p:cNvCxnSpPr>
          <p:nvPr/>
        </p:nvCxnSpPr>
        <p:spPr>
          <a:xfrm flipH="1">
            <a:off x="5654848" y="4812990"/>
            <a:ext cx="5313" cy="334003"/>
          </a:xfrm>
          <a:prstGeom prst="line">
            <a:avLst/>
          </a:prstGeom>
          <a:ln w="76200">
            <a:solidFill>
              <a:schemeClr val="accent2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3" name="Egyenes összekötő 72">
            <a:extLst>
              <a:ext uri="{FF2B5EF4-FFF2-40B4-BE49-F238E27FC236}">
                <a16:creationId xmlns:a16="http://schemas.microsoft.com/office/drawing/2014/main" id="{7EABF34E-ED8D-4877-B58C-E0413F8A7B34}"/>
              </a:ext>
            </a:extLst>
          </p:cNvPr>
          <p:cNvCxnSpPr>
            <a:cxnSpLocks/>
          </p:cNvCxnSpPr>
          <p:nvPr/>
        </p:nvCxnSpPr>
        <p:spPr>
          <a:xfrm>
            <a:off x="5767065" y="4514625"/>
            <a:ext cx="115843" cy="36426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4" name="Egyenes összekötő 73">
            <a:extLst>
              <a:ext uri="{FF2B5EF4-FFF2-40B4-BE49-F238E27FC236}">
                <a16:creationId xmlns:a16="http://schemas.microsoft.com/office/drawing/2014/main" id="{C1EE5CFB-110F-4F86-9091-3593B53F5D8E}"/>
              </a:ext>
            </a:extLst>
          </p:cNvPr>
          <p:cNvCxnSpPr>
            <a:cxnSpLocks/>
          </p:cNvCxnSpPr>
          <p:nvPr/>
        </p:nvCxnSpPr>
        <p:spPr>
          <a:xfrm>
            <a:off x="5876422" y="4846348"/>
            <a:ext cx="56252" cy="34446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5" name="Egyenes összekötő 74">
            <a:extLst>
              <a:ext uri="{FF2B5EF4-FFF2-40B4-BE49-F238E27FC236}">
                <a16:creationId xmlns:a16="http://schemas.microsoft.com/office/drawing/2014/main" id="{10AE773F-55A6-4494-90F0-E7CC851F6BEC}"/>
              </a:ext>
            </a:extLst>
          </p:cNvPr>
          <p:cNvCxnSpPr>
            <a:cxnSpLocks/>
          </p:cNvCxnSpPr>
          <p:nvPr/>
        </p:nvCxnSpPr>
        <p:spPr>
          <a:xfrm>
            <a:off x="5615299" y="5190814"/>
            <a:ext cx="78147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6" name="Egyenes összekötő 75">
            <a:extLst>
              <a:ext uri="{FF2B5EF4-FFF2-40B4-BE49-F238E27FC236}">
                <a16:creationId xmlns:a16="http://schemas.microsoft.com/office/drawing/2014/main" id="{81B2B4CD-4755-4A04-998D-BB7C9B9432D8}"/>
              </a:ext>
            </a:extLst>
          </p:cNvPr>
          <p:cNvCxnSpPr>
            <a:cxnSpLocks/>
          </p:cNvCxnSpPr>
          <p:nvPr/>
        </p:nvCxnSpPr>
        <p:spPr>
          <a:xfrm flipH="1" flipV="1">
            <a:off x="5926179" y="5149509"/>
            <a:ext cx="9688" cy="8261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7" name="Egyenes összekötő 76">
            <a:extLst>
              <a:ext uri="{FF2B5EF4-FFF2-40B4-BE49-F238E27FC236}">
                <a16:creationId xmlns:a16="http://schemas.microsoft.com/office/drawing/2014/main" id="{90E45E59-D190-406C-AE5B-538296B65A35}"/>
              </a:ext>
            </a:extLst>
          </p:cNvPr>
          <p:cNvCxnSpPr>
            <a:cxnSpLocks/>
          </p:cNvCxnSpPr>
          <p:nvPr/>
        </p:nvCxnSpPr>
        <p:spPr>
          <a:xfrm flipV="1">
            <a:off x="5720633" y="4475119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8" name="Egyenes összekötő 77">
            <a:extLst>
              <a:ext uri="{FF2B5EF4-FFF2-40B4-BE49-F238E27FC236}">
                <a16:creationId xmlns:a16="http://schemas.microsoft.com/office/drawing/2014/main" id="{A7E24C51-B347-4CB3-8E31-A63327CC4FF4}"/>
              </a:ext>
            </a:extLst>
          </p:cNvPr>
          <p:cNvCxnSpPr>
            <a:cxnSpLocks/>
          </p:cNvCxnSpPr>
          <p:nvPr/>
        </p:nvCxnSpPr>
        <p:spPr>
          <a:xfrm flipH="1">
            <a:off x="5681195" y="4475123"/>
            <a:ext cx="101350" cy="8237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9" name="Egyenes összekötő 78">
            <a:extLst>
              <a:ext uri="{FF2B5EF4-FFF2-40B4-BE49-F238E27FC236}">
                <a16:creationId xmlns:a16="http://schemas.microsoft.com/office/drawing/2014/main" id="{78EA95D6-572A-436F-8106-BBE2C7F94ABE}"/>
              </a:ext>
            </a:extLst>
          </p:cNvPr>
          <p:cNvCxnSpPr>
            <a:cxnSpLocks/>
          </p:cNvCxnSpPr>
          <p:nvPr/>
        </p:nvCxnSpPr>
        <p:spPr>
          <a:xfrm>
            <a:off x="5771316" y="4475119"/>
            <a:ext cx="181367" cy="8238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sp>
        <p:nvSpPr>
          <p:cNvPr id="80" name="Ellipszis 79">
            <a:extLst>
              <a:ext uri="{FF2B5EF4-FFF2-40B4-BE49-F238E27FC236}">
                <a16:creationId xmlns:a16="http://schemas.microsoft.com/office/drawing/2014/main" id="{D2385819-FD57-45BC-8C43-7C867923C060}"/>
              </a:ext>
            </a:extLst>
          </p:cNvPr>
          <p:cNvSpPr/>
          <p:nvPr/>
        </p:nvSpPr>
        <p:spPr>
          <a:xfrm rot="21029991">
            <a:off x="5534353" y="3232589"/>
            <a:ext cx="467414" cy="450603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" name="Csoportba foglalás 352"/>
          <p:cNvGrpSpPr/>
          <p:nvPr/>
        </p:nvGrpSpPr>
        <p:grpSpPr>
          <a:xfrm>
            <a:off x="4985890" y="2400300"/>
            <a:ext cx="1466744" cy="1443260"/>
            <a:chOff x="2787044" y="1332487"/>
            <a:chExt cx="1466744" cy="1443260"/>
          </a:xfrm>
        </p:grpSpPr>
        <p:sp>
          <p:nvSpPr>
            <p:cNvPr id="352" name="Ellipszis 351"/>
            <p:cNvSpPr/>
            <p:nvPr/>
          </p:nvSpPr>
          <p:spPr>
            <a:xfrm rot="17461877" flipV="1">
              <a:off x="3773377" y="2420973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1" name="Ellipszis 350"/>
            <p:cNvSpPr/>
            <p:nvPr/>
          </p:nvSpPr>
          <p:spPr>
            <a:xfrm rot="19260662" flipV="1">
              <a:off x="3729699" y="2466457"/>
              <a:ext cx="130085" cy="6054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0" name="Ellipszis 349"/>
            <p:cNvSpPr/>
            <p:nvPr/>
          </p:nvSpPr>
          <p:spPr>
            <a:xfrm rot="20701905" flipV="1">
              <a:off x="3727732" y="2489344"/>
              <a:ext cx="102370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9" name="Ellipszis 348"/>
            <p:cNvSpPr/>
            <p:nvPr/>
          </p:nvSpPr>
          <p:spPr>
            <a:xfrm rot="20701905" flipV="1">
              <a:off x="3785283" y="2459072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7" name="Ellipszis 346"/>
            <p:cNvSpPr/>
            <p:nvPr/>
          </p:nvSpPr>
          <p:spPr>
            <a:xfrm rot="1557053">
              <a:off x="3845769" y="2170755"/>
              <a:ext cx="78641" cy="29602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6" name="Ellipszis 345"/>
            <p:cNvSpPr/>
            <p:nvPr/>
          </p:nvSpPr>
          <p:spPr>
            <a:xfrm rot="20588735">
              <a:off x="3782985" y="2254403"/>
              <a:ext cx="45719" cy="157873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5" name="Ellipszis 344"/>
            <p:cNvSpPr/>
            <p:nvPr/>
          </p:nvSpPr>
          <p:spPr>
            <a:xfrm rot="19475410">
              <a:off x="3717081" y="2083144"/>
              <a:ext cx="72506" cy="294032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4" name="Ellipszis 343"/>
            <p:cNvSpPr/>
            <p:nvPr/>
          </p:nvSpPr>
          <p:spPr>
            <a:xfrm rot="1557053">
              <a:off x="3805553" y="2053369"/>
              <a:ext cx="72506" cy="270593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3" name="Ellipszis 342"/>
            <p:cNvSpPr/>
            <p:nvPr/>
          </p:nvSpPr>
          <p:spPr>
            <a:xfrm rot="1557053">
              <a:off x="3798044" y="2006945"/>
              <a:ext cx="72506" cy="294032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2" name="Ellipszis 341"/>
            <p:cNvSpPr/>
            <p:nvPr/>
          </p:nvSpPr>
          <p:spPr>
            <a:xfrm rot="18358001">
              <a:off x="3342656" y="1895267"/>
              <a:ext cx="86936" cy="20947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1" name="Ellipszis 340"/>
            <p:cNvSpPr/>
            <p:nvPr/>
          </p:nvSpPr>
          <p:spPr>
            <a:xfrm rot="19740016">
              <a:off x="3328367" y="1930986"/>
              <a:ext cx="86936" cy="20947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0" name="Ellipszis 339"/>
            <p:cNvSpPr/>
            <p:nvPr/>
          </p:nvSpPr>
          <p:spPr>
            <a:xfrm rot="18226193">
              <a:off x="3269164" y="1892887"/>
              <a:ext cx="54104" cy="140936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9" name="Ellipszis 338"/>
            <p:cNvSpPr/>
            <p:nvPr/>
          </p:nvSpPr>
          <p:spPr>
            <a:xfrm rot="16983355">
              <a:off x="3318885" y="2429111"/>
              <a:ext cx="45719" cy="127958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8" name="Ellipszis 337"/>
            <p:cNvSpPr/>
            <p:nvPr/>
          </p:nvSpPr>
          <p:spPr>
            <a:xfrm rot="19280624">
              <a:off x="3272018" y="2325814"/>
              <a:ext cx="53553" cy="17946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7" name="Ellipszis 336"/>
            <p:cNvSpPr/>
            <p:nvPr/>
          </p:nvSpPr>
          <p:spPr>
            <a:xfrm rot="18267339">
              <a:off x="3359120" y="1999113"/>
              <a:ext cx="62830" cy="31059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6" name="Ellipszis 335"/>
            <p:cNvSpPr/>
            <p:nvPr/>
          </p:nvSpPr>
          <p:spPr>
            <a:xfrm rot="20229635">
              <a:off x="3276057" y="2024774"/>
              <a:ext cx="62830" cy="34593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5" name="Ellipszis 334"/>
            <p:cNvSpPr/>
            <p:nvPr/>
          </p:nvSpPr>
          <p:spPr>
            <a:xfrm rot="20229635">
              <a:off x="3185569" y="2000961"/>
              <a:ext cx="62830" cy="34593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4" name="Ellipszis 333"/>
            <p:cNvSpPr/>
            <p:nvPr/>
          </p:nvSpPr>
          <p:spPr>
            <a:xfrm rot="20781721">
              <a:off x="3329143" y="2110792"/>
              <a:ext cx="58402" cy="346635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3" name="Ellipszis 332"/>
            <p:cNvSpPr/>
            <p:nvPr/>
          </p:nvSpPr>
          <p:spPr>
            <a:xfrm rot="20236544">
              <a:off x="3274489" y="2081252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2" name="Ellipszis 331"/>
            <p:cNvSpPr/>
            <p:nvPr/>
          </p:nvSpPr>
          <p:spPr>
            <a:xfrm rot="20554922">
              <a:off x="3629179" y="1972764"/>
              <a:ext cx="72226" cy="3598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1" name="Ellipszis 330"/>
            <p:cNvSpPr/>
            <p:nvPr/>
          </p:nvSpPr>
          <p:spPr>
            <a:xfrm rot="307296">
              <a:off x="3707087" y="2069844"/>
              <a:ext cx="45719" cy="389928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7" name="Ellipszis 326"/>
            <p:cNvSpPr/>
            <p:nvPr/>
          </p:nvSpPr>
          <p:spPr>
            <a:xfrm rot="1131027">
              <a:off x="3531169" y="1895676"/>
              <a:ext cx="310009" cy="34488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6" name="Ellipszis 325"/>
            <p:cNvSpPr/>
            <p:nvPr/>
          </p:nvSpPr>
          <p:spPr>
            <a:xfrm rot="1131027">
              <a:off x="3388832" y="1858662"/>
              <a:ext cx="197318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5" name="Ellipszis 324"/>
            <p:cNvSpPr/>
            <p:nvPr/>
          </p:nvSpPr>
          <p:spPr>
            <a:xfrm rot="307296">
              <a:off x="3360855" y="1912104"/>
              <a:ext cx="58402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3" name="Ellipszis 312"/>
            <p:cNvSpPr/>
            <p:nvPr/>
          </p:nvSpPr>
          <p:spPr>
            <a:xfrm rot="2090414">
              <a:off x="3576242" y="1995732"/>
              <a:ext cx="45719" cy="24453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2" name="Ellipszis 311"/>
            <p:cNvSpPr/>
            <p:nvPr/>
          </p:nvSpPr>
          <p:spPr>
            <a:xfrm rot="4163951">
              <a:off x="3574524" y="1966952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0" name="Ellipszis 309"/>
            <p:cNvSpPr/>
            <p:nvPr/>
          </p:nvSpPr>
          <p:spPr>
            <a:xfrm rot="307296">
              <a:off x="3387049" y="2078793"/>
              <a:ext cx="58402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1" name="Ellipszis 310"/>
            <p:cNvSpPr/>
            <p:nvPr/>
          </p:nvSpPr>
          <p:spPr>
            <a:xfrm rot="2090414">
              <a:off x="3486420" y="1969333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287"/>
            <p:cNvGrpSpPr/>
            <p:nvPr/>
          </p:nvGrpSpPr>
          <p:grpSpPr>
            <a:xfrm rot="1507515">
              <a:off x="3485504" y="1833174"/>
              <a:ext cx="340515" cy="385214"/>
              <a:chOff x="3324745" y="1577582"/>
              <a:chExt cx="436219" cy="460729"/>
            </a:xfrm>
          </p:grpSpPr>
          <p:sp>
            <p:nvSpPr>
              <p:cNvPr id="289" name="Ellipszis 288"/>
              <p:cNvSpPr/>
              <p:nvPr/>
            </p:nvSpPr>
            <p:spPr>
              <a:xfrm rot="1190723">
                <a:off x="3532640" y="1837257"/>
                <a:ext cx="93829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0" name="Ellipszis 289"/>
              <p:cNvSpPr/>
              <p:nvPr/>
            </p:nvSpPr>
            <p:spPr>
              <a:xfrm rot="3450357">
                <a:off x="3626547" y="1855174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1" name="Ellipszis 290"/>
              <p:cNvSpPr/>
              <p:nvPr/>
            </p:nvSpPr>
            <p:spPr>
              <a:xfrm rot="6727867">
                <a:off x="3405089" y="1838506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2" name="Ellipszis 291"/>
              <p:cNvSpPr/>
              <p:nvPr/>
            </p:nvSpPr>
            <p:spPr>
              <a:xfrm rot="3245755">
                <a:off x="3386102" y="1764410"/>
                <a:ext cx="86455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3" name="Ellipszis 292"/>
              <p:cNvSpPr/>
              <p:nvPr/>
            </p:nvSpPr>
            <p:spPr>
              <a:xfrm rot="2136681">
                <a:off x="3439499" y="1736040"/>
                <a:ext cx="257453" cy="26566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4" name="Ellipszis 293"/>
              <p:cNvSpPr/>
              <p:nvPr/>
            </p:nvSpPr>
            <p:spPr>
              <a:xfrm rot="3028841">
                <a:off x="3486139" y="1563294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5" name="Ellipszis 294"/>
              <p:cNvSpPr/>
              <p:nvPr/>
            </p:nvSpPr>
            <p:spPr>
              <a:xfrm rot="2136681">
                <a:off x="3545670" y="1577582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6" name="Ellipszis 295"/>
              <p:cNvSpPr/>
              <p:nvPr/>
            </p:nvSpPr>
            <p:spPr>
              <a:xfrm rot="20256029">
                <a:off x="3626760" y="1685012"/>
                <a:ext cx="45719" cy="4804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7" name="Ellipszis 296"/>
              <p:cNvSpPr/>
              <p:nvPr/>
            </p:nvSpPr>
            <p:spPr>
              <a:xfrm rot="20256029">
                <a:off x="3647963" y="1651344"/>
                <a:ext cx="45719" cy="30930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8" name="Ellipszis 297"/>
              <p:cNvSpPr/>
              <p:nvPr/>
            </p:nvSpPr>
            <p:spPr>
              <a:xfrm rot="20256029">
                <a:off x="3714660" y="1884439"/>
                <a:ext cx="46304" cy="5868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5" name="Csoportba foglalás 286"/>
            <p:cNvGrpSpPr/>
            <p:nvPr/>
          </p:nvGrpSpPr>
          <p:grpSpPr>
            <a:xfrm>
              <a:off x="3324745" y="1577582"/>
              <a:ext cx="436219" cy="460729"/>
              <a:chOff x="3324745" y="1577582"/>
              <a:chExt cx="436219" cy="460729"/>
            </a:xfrm>
          </p:grpSpPr>
          <p:sp>
            <p:nvSpPr>
              <p:cNvPr id="286" name="Ellipszis 285"/>
              <p:cNvSpPr/>
              <p:nvPr/>
            </p:nvSpPr>
            <p:spPr>
              <a:xfrm rot="1190723">
                <a:off x="3532640" y="1837257"/>
                <a:ext cx="93829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5" name="Ellipszis 284"/>
              <p:cNvSpPr/>
              <p:nvPr/>
            </p:nvSpPr>
            <p:spPr>
              <a:xfrm rot="3450357">
                <a:off x="3626547" y="1855174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3" name="Ellipszis 282"/>
              <p:cNvSpPr/>
              <p:nvPr/>
            </p:nvSpPr>
            <p:spPr>
              <a:xfrm rot="6727867">
                <a:off x="3405089" y="1838506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4" name="Ellipszis 283"/>
              <p:cNvSpPr/>
              <p:nvPr/>
            </p:nvSpPr>
            <p:spPr>
              <a:xfrm rot="3245755">
                <a:off x="3386102" y="1764410"/>
                <a:ext cx="86455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2" name="Ellipszis 281"/>
              <p:cNvSpPr/>
              <p:nvPr/>
            </p:nvSpPr>
            <p:spPr>
              <a:xfrm rot="2136681">
                <a:off x="3439499" y="1736040"/>
                <a:ext cx="257453" cy="26566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6" name="Ellipszis 275"/>
              <p:cNvSpPr/>
              <p:nvPr/>
            </p:nvSpPr>
            <p:spPr>
              <a:xfrm rot="3028841">
                <a:off x="3486139" y="1563294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5" name="Ellipszis 274"/>
              <p:cNvSpPr/>
              <p:nvPr/>
            </p:nvSpPr>
            <p:spPr>
              <a:xfrm rot="2136681">
                <a:off x="3545670" y="1577582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0" name="Ellipszis 279"/>
              <p:cNvSpPr/>
              <p:nvPr/>
            </p:nvSpPr>
            <p:spPr>
              <a:xfrm rot="20256029">
                <a:off x="3626760" y="1685012"/>
                <a:ext cx="45719" cy="4804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9" name="Ellipszis 278"/>
              <p:cNvSpPr/>
              <p:nvPr/>
            </p:nvSpPr>
            <p:spPr>
              <a:xfrm rot="20256029">
                <a:off x="3647963" y="1651344"/>
                <a:ext cx="45719" cy="30930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1" name="Ellipszis 280"/>
              <p:cNvSpPr/>
              <p:nvPr/>
            </p:nvSpPr>
            <p:spPr>
              <a:xfrm rot="20256029">
                <a:off x="3714660" y="1884439"/>
                <a:ext cx="46304" cy="5868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6" name="Csoportba foglalás 272"/>
            <p:cNvGrpSpPr/>
            <p:nvPr/>
          </p:nvGrpSpPr>
          <p:grpSpPr>
            <a:xfrm>
              <a:off x="2787044" y="1332487"/>
              <a:ext cx="1466744" cy="1443260"/>
              <a:chOff x="2863244" y="1320580"/>
              <a:chExt cx="1466744" cy="1443260"/>
            </a:xfrm>
          </p:grpSpPr>
          <p:grpSp>
            <p:nvGrpSpPr>
              <p:cNvPr id="7" name="Csoportba foglalás 258"/>
              <p:cNvGrpSpPr/>
              <p:nvPr/>
            </p:nvGrpSpPr>
            <p:grpSpPr>
              <a:xfrm>
                <a:off x="2863244" y="1320580"/>
                <a:ext cx="1466744" cy="1443260"/>
                <a:chOff x="4977793" y="2339755"/>
                <a:chExt cx="1466744" cy="1443260"/>
              </a:xfrm>
              <a:noFill/>
            </p:grpSpPr>
            <p:grpSp>
              <p:nvGrpSpPr>
                <p:cNvPr id="8" name="Csoportba foglalás 237"/>
                <p:cNvGrpSpPr/>
                <p:nvPr/>
              </p:nvGrpSpPr>
              <p:grpSpPr>
                <a:xfrm>
                  <a:off x="5523715" y="3129758"/>
                  <a:ext cx="511266" cy="653257"/>
                  <a:chOff x="4261653" y="2296321"/>
                  <a:chExt cx="511266" cy="653257"/>
                </a:xfrm>
                <a:grpFill/>
              </p:grpSpPr>
              <p:grpSp>
                <p:nvGrpSpPr>
                  <p:cNvPr id="10" name="Csoportba foglalás 187"/>
                  <p:cNvGrpSpPr/>
                  <p:nvPr/>
                </p:nvGrpSpPr>
                <p:grpSpPr>
                  <a:xfrm rot="823178">
                    <a:off x="4360727" y="2357252"/>
                    <a:ext cx="284279" cy="462682"/>
                    <a:chOff x="4230326" y="1571625"/>
                    <a:chExt cx="236899" cy="441327"/>
                  </a:xfrm>
                  <a:grpFill/>
                </p:grpSpPr>
                <p:sp>
                  <p:nvSpPr>
                    <p:cNvPr id="186" name="Ív 185"/>
                    <p:cNvSpPr/>
                    <p:nvPr/>
                  </p:nvSpPr>
                  <p:spPr>
                    <a:xfrm>
                      <a:off x="4230326" y="1610118"/>
                      <a:ext cx="227374" cy="4028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187" name="Ív 186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1" name="Csoportba foglalás 188"/>
                  <p:cNvGrpSpPr/>
                  <p:nvPr/>
                </p:nvGrpSpPr>
                <p:grpSpPr>
                  <a:xfrm>
                    <a:off x="4576146" y="2436966"/>
                    <a:ext cx="175566" cy="312892"/>
                    <a:chOff x="4238625" y="1571625"/>
                    <a:chExt cx="228600" cy="441325"/>
                  </a:xfrm>
                  <a:grpFill/>
                </p:grpSpPr>
                <p:sp>
                  <p:nvSpPr>
                    <p:cNvPr id="190" name="Ív 189"/>
                    <p:cNvSpPr/>
                    <p:nvPr/>
                  </p:nvSpPr>
                  <p:spPr>
                    <a:xfrm>
                      <a:off x="4276641" y="1630745"/>
                      <a:ext cx="181059" cy="38220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191" name="Ív 190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2" name="Csoportba foglalás 191"/>
                  <p:cNvGrpSpPr/>
                  <p:nvPr/>
                </p:nvGrpSpPr>
                <p:grpSpPr>
                  <a:xfrm flipH="1">
                    <a:off x="4313623" y="2296321"/>
                    <a:ext cx="459296" cy="653257"/>
                    <a:chOff x="4221715" y="1547296"/>
                    <a:chExt cx="249617" cy="465654"/>
                  </a:xfrm>
                  <a:grpFill/>
                </p:grpSpPr>
                <p:sp>
                  <p:nvSpPr>
                    <p:cNvPr id="206" name="Ív 205"/>
                    <p:cNvSpPr/>
                    <p:nvPr/>
                  </p:nvSpPr>
                  <p:spPr>
                    <a:xfrm>
                      <a:off x="4229100" y="1619250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07" name="Ív 206"/>
                    <p:cNvSpPr/>
                    <p:nvPr/>
                  </p:nvSpPr>
                  <p:spPr>
                    <a:xfrm rot="1497937">
                      <a:off x="4221715" y="1547296"/>
                      <a:ext cx="249617" cy="41311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3" name="Csoportba foglalás 208"/>
                  <p:cNvGrpSpPr/>
                  <p:nvPr/>
                </p:nvGrpSpPr>
                <p:grpSpPr>
                  <a:xfrm flipH="1">
                    <a:off x="4261653" y="2451692"/>
                    <a:ext cx="175566" cy="312892"/>
                    <a:chOff x="4238625" y="1571625"/>
                    <a:chExt cx="228600" cy="441325"/>
                  </a:xfrm>
                  <a:grpFill/>
                </p:grpSpPr>
                <p:sp>
                  <p:nvSpPr>
                    <p:cNvPr id="210" name="Ív 209"/>
                    <p:cNvSpPr/>
                    <p:nvPr/>
                  </p:nvSpPr>
                  <p:spPr>
                    <a:xfrm>
                      <a:off x="4363886" y="1653638"/>
                      <a:ext cx="93814" cy="359312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11" name="Szabadkézi sokszög 210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custGeom>
                      <a:avLst/>
                      <a:gdLst>
                        <a:gd name="connsiteX0" fmla="*/ 114300 w 228600"/>
                        <a:gd name="connsiteY0" fmla="*/ 0 h 393700"/>
                        <a:gd name="connsiteX1" fmla="*/ 213145 w 228600"/>
                        <a:gd name="connsiteY1" fmla="*/ 98005 h 393700"/>
                        <a:gd name="connsiteX2" fmla="*/ 228600 w 228600"/>
                        <a:gd name="connsiteY2" fmla="*/ 196850 h 393700"/>
                        <a:gd name="connsiteX3" fmla="*/ 114300 w 228600"/>
                        <a:gd name="connsiteY3" fmla="*/ 196850 h 393700"/>
                        <a:gd name="connsiteX4" fmla="*/ 114300 w 228600"/>
                        <a:gd name="connsiteY4" fmla="*/ 0 h 393700"/>
                        <a:gd name="connsiteX0" fmla="*/ 114300 w 228600"/>
                        <a:gd name="connsiteY0" fmla="*/ 0 h 393700"/>
                        <a:gd name="connsiteX1" fmla="*/ 213145 w 228600"/>
                        <a:gd name="connsiteY1" fmla="*/ 98005 h 393700"/>
                        <a:gd name="connsiteX2" fmla="*/ 228600 w 228600"/>
                        <a:gd name="connsiteY2" fmla="*/ 196850 h 393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28600" h="393700" stroke="0" extrusionOk="0">
                          <a:moveTo>
                            <a:pt x="114300" y="0"/>
                          </a:moveTo>
                          <a:cubicBezTo>
                            <a:pt x="155035" y="0"/>
                            <a:pt x="192691" y="37336"/>
                            <a:pt x="213145" y="98005"/>
                          </a:cubicBezTo>
                          <a:cubicBezTo>
                            <a:pt x="223268" y="128030"/>
                            <a:pt x="228600" y="162131"/>
                            <a:pt x="228600" y="196850"/>
                          </a:cubicBezTo>
                          <a:lnTo>
                            <a:pt x="114300" y="196850"/>
                          </a:lnTo>
                          <a:lnTo>
                            <a:pt x="114300" y="0"/>
                          </a:lnTo>
                          <a:close/>
                        </a:path>
                        <a:path w="228600" h="393700" fill="none">
                          <a:moveTo>
                            <a:pt x="114300" y="0"/>
                          </a:moveTo>
                          <a:cubicBezTo>
                            <a:pt x="155035" y="0"/>
                            <a:pt x="192691" y="37336"/>
                            <a:pt x="213145" y="98005"/>
                          </a:cubicBezTo>
                          <a:cubicBezTo>
                            <a:pt x="223268" y="128030"/>
                            <a:pt x="228600" y="162131"/>
                            <a:pt x="228600" y="196850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grpSp>
              <p:nvGrpSpPr>
                <p:cNvPr id="14" name="Csoportba foglalás 216"/>
                <p:cNvGrpSpPr/>
                <p:nvPr/>
              </p:nvGrpSpPr>
              <p:grpSpPr>
                <a:xfrm rot="3198530" flipV="1">
                  <a:off x="5904716" y="3241840"/>
                  <a:ext cx="186467" cy="318155"/>
                  <a:chOff x="4227236" y="1572297"/>
                  <a:chExt cx="242794" cy="448748"/>
                </a:xfrm>
                <a:grpFill/>
              </p:grpSpPr>
              <p:sp>
                <p:nvSpPr>
                  <p:cNvPr id="218" name="Ív 217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0" name="Ív 229"/>
                  <p:cNvSpPr/>
                  <p:nvPr/>
                </p:nvSpPr>
                <p:spPr>
                  <a:xfrm rot="1497937">
                    <a:off x="4227236" y="1572297"/>
                    <a:ext cx="242794" cy="448748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5" name="Csoportba foglalás 230"/>
                <p:cNvGrpSpPr/>
                <p:nvPr/>
              </p:nvGrpSpPr>
              <p:grpSpPr>
                <a:xfrm rot="1932286" flipV="1">
                  <a:off x="5888830" y="2848197"/>
                  <a:ext cx="259320" cy="625017"/>
                  <a:chOff x="4211451" y="1573248"/>
                  <a:chExt cx="265440" cy="485165"/>
                </a:xfrm>
                <a:grpFill/>
              </p:grpSpPr>
              <p:sp>
                <p:nvSpPr>
                  <p:cNvPr id="232" name="Ív 231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3" name="Ív 232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6" name="Csoportba foglalás 233"/>
                <p:cNvGrpSpPr/>
                <p:nvPr/>
              </p:nvGrpSpPr>
              <p:grpSpPr>
                <a:xfrm rot="3087559" flipH="1" flipV="1">
                  <a:off x="5902416" y="2731799"/>
                  <a:ext cx="361677" cy="722564"/>
                  <a:chOff x="4141106" y="1573248"/>
                  <a:chExt cx="335785" cy="485165"/>
                </a:xfrm>
                <a:grpFill/>
              </p:grpSpPr>
              <p:sp>
                <p:nvSpPr>
                  <p:cNvPr id="235" name="Ív 234"/>
                  <p:cNvSpPr/>
                  <p:nvPr/>
                </p:nvSpPr>
                <p:spPr>
                  <a:xfrm>
                    <a:off x="4141106" y="1691168"/>
                    <a:ext cx="316593" cy="32178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6" name="Ív 235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7" name="Csoportba foglalás 238"/>
                <p:cNvGrpSpPr/>
                <p:nvPr/>
              </p:nvGrpSpPr>
              <p:grpSpPr>
                <a:xfrm rot="1932286" flipV="1">
                  <a:off x="5926213" y="2756296"/>
                  <a:ext cx="207254" cy="746334"/>
                  <a:chOff x="4329982" y="1463272"/>
                  <a:chExt cx="212145" cy="579336"/>
                </a:xfrm>
                <a:grpFill/>
              </p:grpSpPr>
              <p:sp>
                <p:nvSpPr>
                  <p:cNvPr id="240" name="Ív 239"/>
                  <p:cNvSpPr/>
                  <p:nvPr/>
                </p:nvSpPr>
                <p:spPr>
                  <a:xfrm rot="10987660">
                    <a:off x="4390592" y="1463272"/>
                    <a:ext cx="151535" cy="38369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1" name="Ív 240"/>
                  <p:cNvSpPr/>
                  <p:nvPr/>
                </p:nvSpPr>
                <p:spPr>
                  <a:xfrm rot="1497937">
                    <a:off x="4329982" y="1614263"/>
                    <a:ext cx="125628" cy="42834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8" name="Csoportba foglalás 241"/>
                <p:cNvGrpSpPr/>
                <p:nvPr/>
              </p:nvGrpSpPr>
              <p:grpSpPr>
                <a:xfrm rot="17691938" flipV="1">
                  <a:off x="5087350" y="2808013"/>
                  <a:ext cx="503450" cy="722564"/>
                  <a:chOff x="4009483" y="1573248"/>
                  <a:chExt cx="467408" cy="485165"/>
                </a:xfrm>
                <a:grpFill/>
              </p:grpSpPr>
              <p:sp>
                <p:nvSpPr>
                  <p:cNvPr id="243" name="Ív 242"/>
                  <p:cNvSpPr/>
                  <p:nvPr/>
                </p:nvSpPr>
                <p:spPr>
                  <a:xfrm>
                    <a:off x="4009483" y="1670763"/>
                    <a:ext cx="455459" cy="37294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4" name="Ív 243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9" name="Csoportba foglalás 244"/>
                <p:cNvGrpSpPr/>
                <p:nvPr/>
              </p:nvGrpSpPr>
              <p:grpSpPr>
                <a:xfrm rot="2290000" flipH="1" flipV="1">
                  <a:off x="5783170" y="2339755"/>
                  <a:ext cx="549798" cy="944900"/>
                  <a:chOff x="3979703" y="1558122"/>
                  <a:chExt cx="510437" cy="634452"/>
                </a:xfrm>
                <a:grpFill/>
              </p:grpSpPr>
              <p:sp>
                <p:nvSpPr>
                  <p:cNvPr id="246" name="Ív 245"/>
                  <p:cNvSpPr/>
                  <p:nvPr/>
                </p:nvSpPr>
                <p:spPr>
                  <a:xfrm>
                    <a:off x="3979703" y="1772277"/>
                    <a:ext cx="489833" cy="29118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7" name="Szabadkézi sokszög 246"/>
                  <p:cNvSpPr/>
                  <p:nvPr/>
                </p:nvSpPr>
                <p:spPr>
                  <a:xfrm rot="1497937">
                    <a:off x="4216290" y="1558122"/>
                    <a:ext cx="273850" cy="634452"/>
                  </a:xfrm>
                  <a:custGeom>
                    <a:avLst/>
                    <a:gdLst>
                      <a:gd name="connsiteX0" fmla="*/ 136925 w 273850"/>
                      <a:gd name="connsiteY0" fmla="*/ 0 h 634452"/>
                      <a:gd name="connsiteX1" fmla="*/ 262639 w 273850"/>
                      <a:gd name="connsiteY1" fmla="*/ 191512 h 634452"/>
                      <a:gd name="connsiteX2" fmla="*/ 273850 w 273850"/>
                      <a:gd name="connsiteY2" fmla="*/ 317226 h 634452"/>
                      <a:gd name="connsiteX3" fmla="*/ 136925 w 273850"/>
                      <a:gd name="connsiteY3" fmla="*/ 317226 h 634452"/>
                      <a:gd name="connsiteX4" fmla="*/ 136925 w 273850"/>
                      <a:gd name="connsiteY4" fmla="*/ 0 h 634452"/>
                      <a:gd name="connsiteX0" fmla="*/ 136925 w 273850"/>
                      <a:gd name="connsiteY0" fmla="*/ 0 h 634452"/>
                      <a:gd name="connsiteX1" fmla="*/ 262639 w 273850"/>
                      <a:gd name="connsiteY1" fmla="*/ 191512 h 634452"/>
                      <a:gd name="connsiteX2" fmla="*/ 273850 w 273850"/>
                      <a:gd name="connsiteY2" fmla="*/ 317226 h 634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3850" h="634452" stroke="0" extrusionOk="0">
                        <a:moveTo>
                          <a:pt x="136925" y="0"/>
                        </a:moveTo>
                        <a:cubicBezTo>
                          <a:pt x="191570" y="0"/>
                          <a:pt x="240983" y="75276"/>
                          <a:pt x="262639" y="191512"/>
                        </a:cubicBezTo>
                        <a:cubicBezTo>
                          <a:pt x="270035" y="231209"/>
                          <a:pt x="273850" y="273989"/>
                          <a:pt x="273850" y="317226"/>
                        </a:cubicBezTo>
                        <a:lnTo>
                          <a:pt x="136925" y="317226"/>
                        </a:lnTo>
                        <a:lnTo>
                          <a:pt x="136925" y="0"/>
                        </a:lnTo>
                        <a:close/>
                      </a:path>
                      <a:path w="273850" h="634452" fill="none">
                        <a:moveTo>
                          <a:pt x="136925" y="0"/>
                        </a:moveTo>
                        <a:cubicBezTo>
                          <a:pt x="191570" y="0"/>
                          <a:pt x="240983" y="75276"/>
                          <a:pt x="262639" y="191512"/>
                        </a:cubicBezTo>
                        <a:cubicBezTo>
                          <a:pt x="270035" y="231209"/>
                          <a:pt x="273850" y="273989"/>
                          <a:pt x="273850" y="317226"/>
                        </a:cubicBezTo>
                      </a:path>
                    </a:pathLst>
                  </a:cu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0" name="Csoportba foglalás 247"/>
                <p:cNvGrpSpPr/>
                <p:nvPr/>
              </p:nvGrpSpPr>
              <p:grpSpPr>
                <a:xfrm rot="19849264" flipH="1" flipV="1">
                  <a:off x="5332647" y="2663622"/>
                  <a:ext cx="322511" cy="692746"/>
                  <a:chOff x="4188337" y="1563662"/>
                  <a:chExt cx="299423" cy="465144"/>
                </a:xfrm>
                <a:grpFill/>
              </p:grpSpPr>
              <p:sp>
                <p:nvSpPr>
                  <p:cNvPr id="249" name="Ív 248"/>
                  <p:cNvSpPr/>
                  <p:nvPr/>
                </p:nvSpPr>
                <p:spPr>
                  <a:xfrm>
                    <a:off x="4261105" y="1686491"/>
                    <a:ext cx="196597" cy="326461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0" name="Ív 249"/>
                  <p:cNvSpPr/>
                  <p:nvPr/>
                </p:nvSpPr>
                <p:spPr>
                  <a:xfrm rot="1497937">
                    <a:off x="4188337" y="1563662"/>
                    <a:ext cx="299423" cy="465144"/>
                  </a:xfrm>
                  <a:prstGeom prst="arc">
                    <a:avLst>
                      <a:gd name="adj1" fmla="val 16200000"/>
                      <a:gd name="adj2" fmla="val 377478"/>
                    </a:avLst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1" name="Csoportba foglalás 250"/>
                <p:cNvGrpSpPr/>
                <p:nvPr/>
              </p:nvGrpSpPr>
              <p:grpSpPr>
                <a:xfrm rot="16891319" flipH="1" flipV="1">
                  <a:off x="5433047" y="3303604"/>
                  <a:ext cx="140562" cy="249942"/>
                  <a:chOff x="4281478" y="1586677"/>
                  <a:chExt cx="186213" cy="450714"/>
                </a:xfrm>
                <a:grpFill/>
              </p:grpSpPr>
              <p:sp>
                <p:nvSpPr>
                  <p:cNvPr id="252" name="Ív 251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3" name="Ív 252"/>
                  <p:cNvSpPr/>
                  <p:nvPr/>
                </p:nvSpPr>
                <p:spPr>
                  <a:xfrm rot="2063920">
                    <a:off x="4281478" y="1586677"/>
                    <a:ext cx="186213" cy="450714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2" name="Csoportba foglalás 253"/>
                <p:cNvGrpSpPr/>
                <p:nvPr/>
              </p:nvGrpSpPr>
              <p:grpSpPr>
                <a:xfrm rot="19182483" flipH="1" flipV="1">
                  <a:off x="5411799" y="3158496"/>
                  <a:ext cx="186467" cy="318155"/>
                  <a:chOff x="4227236" y="1572297"/>
                  <a:chExt cx="242794" cy="448748"/>
                </a:xfrm>
                <a:grpFill/>
              </p:grpSpPr>
              <p:sp>
                <p:nvSpPr>
                  <p:cNvPr id="255" name="Ív 254"/>
                  <p:cNvSpPr/>
                  <p:nvPr/>
                </p:nvSpPr>
                <p:spPr>
                  <a:xfrm>
                    <a:off x="4301430" y="1736617"/>
                    <a:ext cx="156270" cy="276334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6" name="Ív 255"/>
                  <p:cNvSpPr/>
                  <p:nvPr/>
                </p:nvSpPr>
                <p:spPr>
                  <a:xfrm rot="1497937">
                    <a:off x="4227236" y="1572297"/>
                    <a:ext cx="242794" cy="448748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  <p:sp>
            <p:nvSpPr>
              <p:cNvPr id="267" name="Ív 266"/>
              <p:cNvSpPr/>
              <p:nvPr/>
            </p:nvSpPr>
            <p:spPr>
              <a:xfrm rot="16609204" flipV="1">
                <a:off x="3772604" y="2001117"/>
                <a:ext cx="200997" cy="83992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1" name="Ív 270"/>
              <p:cNvSpPr/>
              <p:nvPr/>
            </p:nvSpPr>
            <p:spPr>
              <a:xfrm rot="19647609" flipH="1" flipV="1">
                <a:off x="3300449" y="1857354"/>
                <a:ext cx="121369" cy="221497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2" name="Ív 271"/>
              <p:cNvSpPr/>
              <p:nvPr/>
            </p:nvSpPr>
            <p:spPr>
              <a:xfrm rot="111529" flipH="1" flipV="1">
                <a:off x="3308672" y="1870021"/>
                <a:ext cx="136626" cy="268577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348" name="Ellipszis 347"/>
            <p:cNvSpPr/>
            <p:nvPr/>
          </p:nvSpPr>
          <p:spPr>
            <a:xfrm rot="1557053" flipV="1">
              <a:off x="3799572" y="2297148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23" name="Csoportba foglalás 139">
            <a:extLst>
              <a:ext uri="{FF2B5EF4-FFF2-40B4-BE49-F238E27FC236}">
                <a16:creationId xmlns:a16="http://schemas.microsoft.com/office/drawing/2014/main" id="{6EB88FBB-929F-4B4D-9B2A-C9712C0B5C84}"/>
              </a:ext>
            </a:extLst>
          </p:cNvPr>
          <p:cNvGrpSpPr/>
          <p:nvPr/>
        </p:nvGrpSpPr>
        <p:grpSpPr>
          <a:xfrm rot="19405082">
            <a:off x="5784681" y="3846943"/>
            <a:ext cx="64174" cy="136261"/>
            <a:chOff x="10926111" y="4092956"/>
            <a:chExt cx="99543" cy="725490"/>
          </a:xfrm>
        </p:grpSpPr>
        <p:cxnSp>
          <p:nvCxnSpPr>
            <p:cNvPr id="213" name="Egyenes összekötő 212">
              <a:extLst>
                <a:ext uri="{FF2B5EF4-FFF2-40B4-BE49-F238E27FC236}">
                  <a16:creationId xmlns:a16="http://schemas.microsoft.com/office/drawing/2014/main" id="{1F33EDE7-13B4-4621-B85C-BBEDB603710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24" name="Csoportba foglalás 107">
              <a:extLst>
                <a:ext uri="{FF2B5EF4-FFF2-40B4-BE49-F238E27FC236}">
                  <a16:creationId xmlns:a16="http://schemas.microsoft.com/office/drawing/2014/main" id="{4D20A68F-4B6C-4414-A348-C48116DFD9B6}"/>
                </a:ext>
              </a:extLst>
            </p:cNvPr>
            <p:cNvGrpSpPr/>
            <p:nvPr/>
          </p:nvGrpSpPr>
          <p:grpSpPr>
            <a:xfrm>
              <a:off x="10926111" y="4387257"/>
              <a:ext cx="52249" cy="431189"/>
              <a:chOff x="5400341" y="3105193"/>
              <a:chExt cx="52249" cy="431189"/>
            </a:xfrm>
          </p:grpSpPr>
          <p:cxnSp>
            <p:nvCxnSpPr>
              <p:cNvPr id="227" name="Egyenes összekötő 226">
                <a:extLst>
                  <a:ext uri="{FF2B5EF4-FFF2-40B4-BE49-F238E27FC236}">
                    <a16:creationId xmlns:a16="http://schemas.microsoft.com/office/drawing/2014/main" id="{5728C0A8-CF5B-4E1F-ABA8-1FC10127C6BE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371442" y="3179525"/>
                <a:ext cx="155479" cy="681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17" name="Egyenes összekötő 216">
                <a:extLst>
                  <a:ext uri="{FF2B5EF4-FFF2-40B4-BE49-F238E27FC236}">
                    <a16:creationId xmlns:a16="http://schemas.microsoft.com/office/drawing/2014/main" id="{47735CD3-81A9-41D3-9F84-CFEACDD5D310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 flipH="1" flipV="1">
                <a:off x="5403165" y="3187131"/>
                <a:ext cx="88825" cy="37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29" name="Egyenes összekötő 228">
                <a:extLst>
                  <a:ext uri="{FF2B5EF4-FFF2-40B4-BE49-F238E27FC236}">
                    <a16:creationId xmlns:a16="http://schemas.microsoft.com/office/drawing/2014/main" id="{2172A2B5-EAF0-4E4E-8872-78BD1538A336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194027" y="3324874"/>
                <a:ext cx="417822" cy="5193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5" name="Csoportba foglalás 139">
            <a:extLst>
              <a:ext uri="{FF2B5EF4-FFF2-40B4-BE49-F238E27FC236}">
                <a16:creationId xmlns:a16="http://schemas.microsoft.com/office/drawing/2014/main" id="{6EB88FBB-929F-4B4D-9B2A-C9712C0B5C84}"/>
              </a:ext>
            </a:extLst>
          </p:cNvPr>
          <p:cNvGrpSpPr/>
          <p:nvPr/>
        </p:nvGrpSpPr>
        <p:grpSpPr>
          <a:xfrm rot="2194918" flipH="1">
            <a:off x="5658492" y="3839803"/>
            <a:ext cx="64147" cy="136262"/>
            <a:chOff x="10926111" y="4092953"/>
            <a:chExt cx="99501" cy="725493"/>
          </a:xfrm>
        </p:grpSpPr>
        <p:cxnSp>
          <p:nvCxnSpPr>
            <p:cNvPr id="234" name="Egyenes összekötő 233">
              <a:extLst>
                <a:ext uri="{FF2B5EF4-FFF2-40B4-BE49-F238E27FC236}">
                  <a16:creationId xmlns:a16="http://schemas.microsoft.com/office/drawing/2014/main" id="{1F33EDE7-13B4-4621-B85C-BBEDB603710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26" name="Csoportba foglalás 107">
              <a:extLst>
                <a:ext uri="{FF2B5EF4-FFF2-40B4-BE49-F238E27FC236}">
                  <a16:creationId xmlns:a16="http://schemas.microsoft.com/office/drawing/2014/main" id="{4D20A68F-4B6C-4414-A348-C48116DFD9B6}"/>
                </a:ext>
              </a:extLst>
            </p:cNvPr>
            <p:cNvGrpSpPr/>
            <p:nvPr/>
          </p:nvGrpSpPr>
          <p:grpSpPr>
            <a:xfrm>
              <a:off x="10926111" y="4387257"/>
              <a:ext cx="52249" cy="431189"/>
              <a:chOff x="5400341" y="3105193"/>
              <a:chExt cx="52249" cy="431189"/>
            </a:xfrm>
          </p:grpSpPr>
          <p:cxnSp>
            <p:nvCxnSpPr>
              <p:cNvPr id="238" name="Egyenes összekötő 237">
                <a:extLst>
                  <a:ext uri="{FF2B5EF4-FFF2-40B4-BE49-F238E27FC236}">
                    <a16:creationId xmlns:a16="http://schemas.microsoft.com/office/drawing/2014/main" id="{5728C0A8-CF5B-4E1F-ABA8-1FC10127C6BE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371442" y="3179525"/>
                <a:ext cx="155479" cy="681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39" name="Egyenes összekötő 238">
                <a:extLst>
                  <a:ext uri="{FF2B5EF4-FFF2-40B4-BE49-F238E27FC236}">
                    <a16:creationId xmlns:a16="http://schemas.microsoft.com/office/drawing/2014/main" id="{47735CD3-81A9-41D3-9F84-CFEACDD5D310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 flipH="1" flipV="1">
                <a:off x="5403165" y="3187131"/>
                <a:ext cx="88825" cy="37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5" name="Egyenes összekötő 244">
                <a:extLst>
                  <a:ext uri="{FF2B5EF4-FFF2-40B4-BE49-F238E27FC236}">
                    <a16:creationId xmlns:a16="http://schemas.microsoft.com/office/drawing/2014/main" id="{2172A2B5-EAF0-4E4E-8872-78BD1538A336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194027" y="3324874"/>
                <a:ext cx="417822" cy="5193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201" name="Ellipszis 200"/>
          <p:cNvSpPr/>
          <p:nvPr/>
        </p:nvSpPr>
        <p:spPr>
          <a:xfrm>
            <a:off x="-3114675" y="-1257300"/>
            <a:ext cx="19945350" cy="9646553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9" name="Csoportba foglalás 38">
            <a:extLst>
              <a:ext uri="{FF2B5EF4-FFF2-40B4-BE49-F238E27FC236}">
                <a16:creationId xmlns:a16="http://schemas.microsoft.com/office/drawing/2014/main" id="{91DEAE38-69FF-9E58-2E48-345B213BCAB4}"/>
              </a:ext>
            </a:extLst>
          </p:cNvPr>
          <p:cNvGrpSpPr/>
          <p:nvPr/>
        </p:nvGrpSpPr>
        <p:grpSpPr>
          <a:xfrm>
            <a:off x="416033" y="0"/>
            <a:ext cx="10398188" cy="6499088"/>
            <a:chOff x="5129412" y="4794560"/>
            <a:chExt cx="393439" cy="245923"/>
          </a:xfrm>
        </p:grpSpPr>
        <p:grpSp>
          <p:nvGrpSpPr>
            <p:cNvPr id="40" name="Csoportba foglalás 39">
              <a:extLst>
                <a:ext uri="{FF2B5EF4-FFF2-40B4-BE49-F238E27FC236}">
                  <a16:creationId xmlns:a16="http://schemas.microsoft.com/office/drawing/2014/main" id="{BC49CFAC-23E1-009E-5CAA-85183A12D677}"/>
                </a:ext>
              </a:extLst>
            </p:cNvPr>
            <p:cNvGrpSpPr/>
            <p:nvPr/>
          </p:nvGrpSpPr>
          <p:grpSpPr>
            <a:xfrm>
              <a:off x="5129412" y="4794560"/>
              <a:ext cx="254211" cy="245923"/>
              <a:chOff x="5129412" y="4794560"/>
              <a:chExt cx="254211" cy="245923"/>
            </a:xfrm>
          </p:grpSpPr>
          <p:grpSp>
            <p:nvGrpSpPr>
              <p:cNvPr id="42" name="Csoportba foglalás 41">
                <a:extLst>
                  <a:ext uri="{FF2B5EF4-FFF2-40B4-BE49-F238E27FC236}">
                    <a16:creationId xmlns:a16="http://schemas.microsoft.com/office/drawing/2014/main" id="{4F375C0E-1E8F-E1F8-B9B2-B9CCDD25397D}"/>
                  </a:ext>
                </a:extLst>
              </p:cNvPr>
              <p:cNvGrpSpPr/>
              <p:nvPr/>
            </p:nvGrpSpPr>
            <p:grpSpPr>
              <a:xfrm>
                <a:off x="5129412" y="4794560"/>
                <a:ext cx="225358" cy="205550"/>
                <a:chOff x="2969741" y="4748497"/>
                <a:chExt cx="157875" cy="144000"/>
              </a:xfrm>
            </p:grpSpPr>
            <p:sp>
              <p:nvSpPr>
                <p:cNvPr id="44" name="Szabadkézi sokszög: alakzat 43">
                  <a:extLst>
                    <a:ext uri="{FF2B5EF4-FFF2-40B4-BE49-F238E27FC236}">
                      <a16:creationId xmlns:a16="http://schemas.microsoft.com/office/drawing/2014/main" id="{ECD48D47-F657-BC85-62CD-CECF7A2704D0}"/>
                    </a:ext>
                  </a:extLst>
                </p:cNvPr>
                <p:cNvSpPr/>
                <p:nvPr/>
              </p:nvSpPr>
              <p:spPr>
                <a:xfrm>
                  <a:off x="3027870" y="4764576"/>
                  <a:ext cx="99746" cy="95250"/>
                </a:xfrm>
                <a:custGeom>
                  <a:avLst/>
                  <a:gdLst>
                    <a:gd name="connsiteX0" fmla="*/ 47991 w 95250"/>
                    <a:gd name="connsiteY0" fmla="*/ 24765 h 95250"/>
                    <a:gd name="connsiteX1" fmla="*/ 25131 w 95250"/>
                    <a:gd name="connsiteY1" fmla="*/ 47625 h 95250"/>
                    <a:gd name="connsiteX2" fmla="*/ 47991 w 95250"/>
                    <a:gd name="connsiteY2" fmla="*/ 70485 h 95250"/>
                    <a:gd name="connsiteX3" fmla="*/ 70851 w 95250"/>
                    <a:gd name="connsiteY3" fmla="*/ 47625 h 95250"/>
                    <a:gd name="connsiteX4" fmla="*/ 47991 w 95250"/>
                    <a:gd name="connsiteY4" fmla="*/ 24765 h 95250"/>
                    <a:gd name="connsiteX5" fmla="*/ 47625 w 95250"/>
                    <a:gd name="connsiteY5" fmla="*/ 0 h 95250"/>
                    <a:gd name="connsiteX6" fmla="*/ 95250 w 95250"/>
                    <a:gd name="connsiteY6" fmla="*/ 47625 h 95250"/>
                    <a:gd name="connsiteX7" fmla="*/ 47625 w 95250"/>
                    <a:gd name="connsiteY7" fmla="*/ 95250 h 95250"/>
                    <a:gd name="connsiteX8" fmla="*/ 0 w 95250"/>
                    <a:gd name="connsiteY8" fmla="*/ 47625 h 95250"/>
                    <a:gd name="connsiteX9" fmla="*/ 47625 w 95250"/>
                    <a:gd name="connsiteY9" fmla="*/ 0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5250" h="95250">
                      <a:moveTo>
                        <a:pt x="47991" y="24765"/>
                      </a:moveTo>
                      <a:cubicBezTo>
                        <a:pt x="35366" y="24765"/>
                        <a:pt x="25131" y="35000"/>
                        <a:pt x="25131" y="47625"/>
                      </a:cubicBezTo>
                      <a:cubicBezTo>
                        <a:pt x="25131" y="60250"/>
                        <a:pt x="35366" y="70485"/>
                        <a:pt x="47991" y="70485"/>
                      </a:cubicBezTo>
                      <a:cubicBezTo>
                        <a:pt x="60616" y="70485"/>
                        <a:pt x="70851" y="60250"/>
                        <a:pt x="70851" y="47625"/>
                      </a:cubicBezTo>
                      <a:cubicBezTo>
                        <a:pt x="70851" y="35000"/>
                        <a:pt x="60616" y="24765"/>
                        <a:pt x="47991" y="24765"/>
                      </a:cubicBezTo>
                      <a:close/>
                      <a:moveTo>
                        <a:pt x="47625" y="0"/>
                      </a:moveTo>
                      <a:cubicBezTo>
                        <a:pt x="73928" y="0"/>
                        <a:pt x="95250" y="21322"/>
                        <a:pt x="95250" y="47625"/>
                      </a:cubicBezTo>
                      <a:cubicBezTo>
                        <a:pt x="95250" y="73928"/>
                        <a:pt x="73928" y="95250"/>
                        <a:pt x="47625" y="95250"/>
                      </a:cubicBezTo>
                      <a:cubicBezTo>
                        <a:pt x="21322" y="95250"/>
                        <a:pt x="0" y="73928"/>
                        <a:pt x="0" y="47625"/>
                      </a:cubicBezTo>
                      <a:cubicBezTo>
                        <a:pt x="0" y="21322"/>
                        <a:pt x="21322" y="0"/>
                        <a:pt x="47625" y="0"/>
                      </a:cubicBezTo>
                      <a:close/>
                    </a:path>
                  </a:pathLst>
                </a:cu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hu-HU" dirty="0">
                    <a:pattFill prst="pct5">
                      <a:fgClr>
                        <a:srgbClr val="9BE5FF"/>
                      </a:fgClr>
                      <a:bgClr>
                        <a:schemeClr val="bg1"/>
                      </a:bgClr>
                    </a:pattFill>
                  </a:endParaRPr>
                </a:p>
              </p:txBody>
            </p:sp>
            <p:sp>
              <p:nvSpPr>
                <p:cNvPr id="45" name="Ív 44">
                  <a:extLst>
                    <a:ext uri="{FF2B5EF4-FFF2-40B4-BE49-F238E27FC236}">
                      <a16:creationId xmlns:a16="http://schemas.microsoft.com/office/drawing/2014/main" id="{97DE7C14-FC58-4DE3-D532-5D4CBE1917E7}"/>
                    </a:ext>
                  </a:extLst>
                </p:cNvPr>
                <p:cNvSpPr/>
                <p:nvPr/>
              </p:nvSpPr>
              <p:spPr>
                <a:xfrm rot="5886252">
                  <a:off x="2972571" y="4745667"/>
                  <a:ext cx="144000" cy="149659"/>
                </a:xfrm>
                <a:prstGeom prst="arc">
                  <a:avLst>
                    <a:gd name="adj1" fmla="val 14984971"/>
                    <a:gd name="adj2" fmla="val 0"/>
                  </a:avLst>
                </a:prstGeom>
                <a:ln w="635000">
                  <a:solidFill>
                    <a:srgbClr val="9BE5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>
                    <a:pattFill prst="pct5">
                      <a:fgClr>
                        <a:srgbClr val="9BE5FF"/>
                      </a:fgClr>
                      <a:bgClr>
                        <a:schemeClr val="bg1"/>
                      </a:bgClr>
                    </a:pattFill>
                  </a:endParaRPr>
                </a:p>
              </p:txBody>
            </p:sp>
          </p:grpSp>
          <p:sp>
            <p:nvSpPr>
              <p:cNvPr id="43" name="Ellipszis 42">
                <a:extLst>
                  <a:ext uri="{FF2B5EF4-FFF2-40B4-BE49-F238E27FC236}">
                    <a16:creationId xmlns:a16="http://schemas.microsoft.com/office/drawing/2014/main" id="{CFA35366-E126-0147-D51D-6116720CFC93}"/>
                  </a:ext>
                </a:extLst>
              </p:cNvPr>
              <p:cNvSpPr/>
              <p:nvPr/>
            </p:nvSpPr>
            <p:spPr>
              <a:xfrm>
                <a:off x="5337903" y="4994763"/>
                <a:ext cx="45720" cy="45720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>
                  <a:pattFill prst="pct5">
                    <a:fgClr>
                      <a:srgbClr val="9BE5FF"/>
                    </a:fgClr>
                    <a:bgClr>
                      <a:schemeClr val="bg1"/>
                    </a:bgClr>
                  </a:pattFill>
                </a:endParaRPr>
              </a:p>
            </p:txBody>
          </p:sp>
        </p:grpSp>
        <p:sp>
          <p:nvSpPr>
            <p:cNvPr id="41" name="Szabadkézi sokszög: alakzat 40">
              <a:extLst>
                <a:ext uri="{FF2B5EF4-FFF2-40B4-BE49-F238E27FC236}">
                  <a16:creationId xmlns:a16="http://schemas.microsoft.com/office/drawing/2014/main" id="{6FCB3558-ACCE-F75D-C72E-CEEEC28F860D}"/>
                </a:ext>
              </a:extLst>
            </p:cNvPr>
            <p:cNvSpPr/>
            <p:nvPr/>
          </p:nvSpPr>
          <p:spPr>
            <a:xfrm rot="21313344">
              <a:off x="5386644" y="4821235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>
                <a:pattFill prst="pct5">
                  <a:fgClr>
                    <a:srgbClr val="9BE5FF"/>
                  </a:fgClr>
                  <a:bgClr>
                    <a:schemeClr val="bg1"/>
                  </a:bgClr>
                </a:patt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>
        <p:cut/>
      </p:transition>
    </mc:Choice>
    <mc:Fallback xmlns="">
      <p:transition>
        <p:cut/>
      </p:transition>
    </mc:Fallback>
  </mc:AlternateContent>
</p:sld>
</file>

<file path=ppt/theme/theme1.xml><?xml version="1.0" encoding="utf-8"?>
<a:theme xmlns:a="http://schemas.openxmlformats.org/drawingml/2006/main" name="Office-téma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Facet</Template>
  <TotalTime>123</TotalTime>
  <Words>0</Words>
  <Application>Microsoft Office PowerPoint</Application>
  <PresentationFormat>Szélesvásznú</PresentationFormat>
  <Paragraphs>0</Paragraphs>
  <Slides>150</Slides>
  <Notes>0</Notes>
  <HiddenSlides>0</HiddenSlides>
  <MMClips>0</MMClips>
  <ScaleCrop>false</ScaleCrop>
  <HeadingPairs>
    <vt:vector size="6" baseType="variant">
      <vt:variant>
        <vt:lpstr>Használt betűtípusok</vt:lpstr>
      </vt:variant>
      <vt:variant>
        <vt:i4>3</vt:i4>
      </vt:variant>
      <vt:variant>
        <vt:lpstr>Téma</vt:lpstr>
      </vt:variant>
      <vt:variant>
        <vt:i4>1</vt:i4>
      </vt:variant>
      <vt:variant>
        <vt:lpstr>Diacímek</vt:lpstr>
      </vt:variant>
      <vt:variant>
        <vt:i4>150</vt:i4>
      </vt:variant>
    </vt:vector>
  </HeadingPairs>
  <TitlesOfParts>
    <vt:vector size="154" baseType="lpstr">
      <vt:lpstr>Arial</vt:lpstr>
      <vt:lpstr>Calibri</vt:lpstr>
      <vt:lpstr>Calibri Light</vt:lpstr>
      <vt:lpstr>Office-téma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PowerPoint-bemutató</dc:title>
  <dc:creator>Boros Dániel</dc:creator>
  <cp:lastModifiedBy>Dániel Boros</cp:lastModifiedBy>
  <cp:revision>125</cp:revision>
  <dcterms:created xsi:type="dcterms:W3CDTF">2022-05-30T12:49:07Z</dcterms:created>
  <dcterms:modified xsi:type="dcterms:W3CDTF">2025-11-16T13:19:46Z</dcterms:modified>
</cp:coreProperties>
</file>