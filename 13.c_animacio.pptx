
<file path=[Content_Types].xml><?xml version="1.0" encoding="utf-8"?>
<Types xmlns="http://schemas.openxmlformats.org/package/2006/content-types">
  <Default Extension="jpeg" ContentType="image/jpeg"/>
  <Default Extension="jp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8" r:id="rId2"/>
    <p:sldId id="257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9" r:id="rId13"/>
    <p:sldId id="268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8" r:id="rId42"/>
    <p:sldId id="299" r:id="rId43"/>
    <p:sldId id="300" r:id="rId44"/>
    <p:sldId id="301" r:id="rId45"/>
    <p:sldId id="302" r:id="rId46"/>
    <p:sldId id="303" r:id="rId47"/>
    <p:sldId id="304" r:id="rId48"/>
    <p:sldId id="305" r:id="rId49"/>
    <p:sldId id="306" r:id="rId50"/>
    <p:sldId id="307" r:id="rId51"/>
    <p:sldId id="308" r:id="rId52"/>
    <p:sldId id="309" r:id="rId53"/>
    <p:sldId id="310" r:id="rId54"/>
    <p:sldId id="311" r:id="rId55"/>
    <p:sldId id="312" r:id="rId56"/>
    <p:sldId id="313" r:id="rId57"/>
    <p:sldId id="315" r:id="rId58"/>
    <p:sldId id="314" r:id="rId59"/>
    <p:sldId id="316" r:id="rId60"/>
    <p:sldId id="317" r:id="rId61"/>
    <p:sldId id="318" r:id="rId62"/>
    <p:sldId id="319" r:id="rId63"/>
    <p:sldId id="320" r:id="rId64"/>
    <p:sldId id="321" r:id="rId65"/>
    <p:sldId id="323" r:id="rId66"/>
    <p:sldId id="322" r:id="rId67"/>
    <p:sldId id="324" r:id="rId68"/>
    <p:sldId id="325" r:id="rId69"/>
    <p:sldId id="326" r:id="rId70"/>
    <p:sldId id="327" r:id="rId71"/>
    <p:sldId id="328" r:id="rId72"/>
    <p:sldId id="329" r:id="rId73"/>
    <p:sldId id="330" r:id="rId74"/>
    <p:sldId id="331" r:id="rId75"/>
    <p:sldId id="332" r:id="rId76"/>
    <p:sldId id="333" r:id="rId77"/>
    <p:sldId id="334" r:id="rId78"/>
    <p:sldId id="335" r:id="rId79"/>
    <p:sldId id="336" r:id="rId80"/>
    <p:sldId id="337" r:id="rId81"/>
    <p:sldId id="338" r:id="rId82"/>
    <p:sldId id="339" r:id="rId83"/>
    <p:sldId id="340" r:id="rId84"/>
    <p:sldId id="341" r:id="rId85"/>
    <p:sldId id="342" r:id="rId86"/>
    <p:sldId id="343" r:id="rId87"/>
    <p:sldId id="344" r:id="rId88"/>
    <p:sldId id="345" r:id="rId89"/>
    <p:sldId id="366" r:id="rId90"/>
    <p:sldId id="346" r:id="rId91"/>
    <p:sldId id="363" r:id="rId92"/>
    <p:sldId id="364" r:id="rId93"/>
    <p:sldId id="365" r:id="rId94"/>
    <p:sldId id="347" r:id="rId95"/>
    <p:sldId id="348" r:id="rId96"/>
    <p:sldId id="349" r:id="rId97"/>
    <p:sldId id="350" r:id="rId98"/>
    <p:sldId id="351" r:id="rId99"/>
    <p:sldId id="352" r:id="rId100"/>
    <p:sldId id="353" r:id="rId101"/>
    <p:sldId id="354" r:id="rId102"/>
    <p:sldId id="355" r:id="rId103"/>
    <p:sldId id="356" r:id="rId104"/>
    <p:sldId id="357" r:id="rId105"/>
    <p:sldId id="358" r:id="rId106"/>
    <p:sldId id="359" r:id="rId107"/>
    <p:sldId id="360" r:id="rId108"/>
    <p:sldId id="361" r:id="rId109"/>
    <p:sldId id="362" r:id="rId110"/>
    <p:sldId id="367" r:id="rId111"/>
    <p:sldId id="368" r:id="rId112"/>
    <p:sldId id="369" r:id="rId113"/>
    <p:sldId id="370" r:id="rId114"/>
    <p:sldId id="371" r:id="rId115"/>
    <p:sldId id="376" r:id="rId116"/>
    <p:sldId id="372" r:id="rId117"/>
    <p:sldId id="373" r:id="rId118"/>
    <p:sldId id="374" r:id="rId119"/>
    <p:sldId id="375" r:id="rId120"/>
    <p:sldId id="377" r:id="rId121"/>
    <p:sldId id="378" r:id="rId122"/>
    <p:sldId id="380" r:id="rId123"/>
    <p:sldId id="381" r:id="rId124"/>
    <p:sldId id="379" r:id="rId125"/>
    <p:sldId id="382" r:id="rId126"/>
    <p:sldId id="384" r:id="rId127"/>
    <p:sldId id="385" r:id="rId128"/>
    <p:sldId id="383" r:id="rId129"/>
    <p:sldId id="386" r:id="rId130"/>
    <p:sldId id="387" r:id="rId131"/>
    <p:sldId id="394" r:id="rId132"/>
    <p:sldId id="388" r:id="rId133"/>
    <p:sldId id="389" r:id="rId134"/>
    <p:sldId id="390" r:id="rId135"/>
    <p:sldId id="391" r:id="rId136"/>
    <p:sldId id="392" r:id="rId137"/>
    <p:sldId id="393" r:id="rId138"/>
    <p:sldId id="395" r:id="rId139"/>
    <p:sldId id="396" r:id="rId140"/>
    <p:sldId id="398" r:id="rId141"/>
    <p:sldId id="399" r:id="rId142"/>
    <p:sldId id="400" r:id="rId143"/>
    <p:sldId id="401" r:id="rId144"/>
    <p:sldId id="402" r:id="rId145"/>
    <p:sldId id="403" r:id="rId146"/>
    <p:sldId id="404" r:id="rId147"/>
    <p:sldId id="405" r:id="rId148"/>
    <p:sldId id="406" r:id="rId149"/>
    <p:sldId id="408" r:id="rId150"/>
    <p:sldId id="407" r:id="rId151"/>
  </p:sldIdLst>
  <p:sldSz cx="12192000" cy="6858000"/>
  <p:notesSz cx="6858000" cy="9144000"/>
  <p:defaultTextStyle>
    <a:defPPr>
      <a:defRPr lang="hu-H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BE5FF"/>
    <a:srgbClr val="BDEEFF"/>
    <a:srgbClr val="47CFFF"/>
    <a:srgbClr val="00153E"/>
    <a:srgbClr val="EB701D"/>
    <a:srgbClr val="F4AF80"/>
    <a:srgbClr val="F09252"/>
    <a:srgbClr val="F5B68B"/>
    <a:srgbClr val="F5BB93"/>
    <a:srgbClr val="FFCA2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327" autoAdjust="0"/>
    <p:restoredTop sz="99150" autoAdjust="0"/>
  </p:normalViewPr>
  <p:slideViewPr>
    <p:cSldViewPr snapToGrid="0">
      <p:cViewPr>
        <p:scale>
          <a:sx n="100" d="100"/>
          <a:sy n="100" d="100"/>
        </p:scale>
        <p:origin x="918" y="318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tableStyles" Target="tableStyles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presProps" Target="pres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theme" Target="theme/theme1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Cím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5082D97C-98BD-43A5-9CB7-FA887CD89B9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Alcím 2">
            <a:extLst>
              <a:ext uri="{FF2B5EF4-FFF2-40B4-BE49-F238E27FC236}">
                <a16:creationId xmlns:a16="http://schemas.microsoft.com/office/drawing/2014/main" id="{888135F8-0168-434E-8D93-86CAC43D90F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hu-HU"/>
              <a:t>Kattintson ide az alcím mintájának szerkesztéséhez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541E3E50-B50D-4C8F-A537-045401BFF7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1A4EE130-3DD5-4ED3-BD66-5311AC596A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D741916C-D334-4A90-943D-E13D1C8E95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40711702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ím és tartal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3C3B5075-6F3A-42CB-A80F-528E0AE5F8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Tartalom helye 2">
            <a:extLst>
              <a:ext uri="{FF2B5EF4-FFF2-40B4-BE49-F238E27FC236}">
                <a16:creationId xmlns:a16="http://schemas.microsoft.com/office/drawing/2014/main" id="{6C0D0FC4-F379-479E-952B-FE28F923AE8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78CC831F-A7DC-47D7-B5FF-500F563457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98048750-7000-4879-98D6-017EEDA5F6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EF7B4DFC-6A39-4FAE-BBCA-D929BE7E40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99661629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zakaszfejlé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566311AB-B423-4411-A0ED-66415A588E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Szöveg helye 2">
            <a:extLst>
              <a:ext uri="{FF2B5EF4-FFF2-40B4-BE49-F238E27FC236}">
                <a16:creationId xmlns:a16="http://schemas.microsoft.com/office/drawing/2014/main" id="{E0683163-F8F1-41D7-9241-AC87E256ED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22F86931-9C60-4772-9E23-236B760AD4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6532C174-A1C0-4E34-8D3A-EC71844546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2B3224FA-8087-491C-8EDB-D2B332B1B0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29730333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tartalomrés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6A4BE812-5288-4004-B8B3-34DCF4F98A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Tartalom helye 2">
            <a:extLst>
              <a:ext uri="{FF2B5EF4-FFF2-40B4-BE49-F238E27FC236}">
                <a16:creationId xmlns:a16="http://schemas.microsoft.com/office/drawing/2014/main" id="{873931F4-6595-4B82-8167-4BB753AF406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Tartalom helye 3">
            <a:extLst>
              <a:ext uri="{FF2B5EF4-FFF2-40B4-BE49-F238E27FC236}">
                <a16:creationId xmlns:a16="http://schemas.microsoft.com/office/drawing/2014/main" id="{38697AC4-E978-45D7-89F5-DD26B1DDE35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5" name="Dátum helye 4">
            <a:extLst>
              <a:ext uri="{FF2B5EF4-FFF2-40B4-BE49-F238E27FC236}">
                <a16:creationId xmlns:a16="http://schemas.microsoft.com/office/drawing/2014/main" id="{65DBD062-1F37-4F80-A3E2-11165308BB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6" name="Élőláb helye 5">
            <a:extLst>
              <a:ext uri="{FF2B5EF4-FFF2-40B4-BE49-F238E27FC236}">
                <a16:creationId xmlns:a16="http://schemas.microsoft.com/office/drawing/2014/main" id="{43D8A752-80C3-49F9-8E5D-5E9F1BE293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7" name="Dia számának helye 6">
            <a:extLst>
              <a:ext uri="{FF2B5EF4-FFF2-40B4-BE49-F238E27FC236}">
                <a16:creationId xmlns:a16="http://schemas.microsoft.com/office/drawing/2014/main" id="{D0AC66A6-8046-440C-AAC5-A288846C45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52997130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Összehasonlítá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4D049FDD-3140-4D38-B986-94F076502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Szöveg helye 2">
            <a:extLst>
              <a:ext uri="{FF2B5EF4-FFF2-40B4-BE49-F238E27FC236}">
                <a16:creationId xmlns:a16="http://schemas.microsoft.com/office/drawing/2014/main" id="{D7EAC855-58BF-4557-B01C-611EAE75CF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4" name="Tartalom helye 3">
            <a:extLst>
              <a:ext uri="{FF2B5EF4-FFF2-40B4-BE49-F238E27FC236}">
                <a16:creationId xmlns:a16="http://schemas.microsoft.com/office/drawing/2014/main" id="{5D3A505F-C218-4AE1-84DB-BCA3A79A607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5" name="Szöveg helye 4">
            <a:extLst>
              <a:ext uri="{FF2B5EF4-FFF2-40B4-BE49-F238E27FC236}">
                <a16:creationId xmlns:a16="http://schemas.microsoft.com/office/drawing/2014/main" id="{72A47F7C-9136-400B-B32C-AF31175368F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6" name="Tartalom helye 5">
            <a:extLst>
              <a:ext uri="{FF2B5EF4-FFF2-40B4-BE49-F238E27FC236}">
                <a16:creationId xmlns:a16="http://schemas.microsoft.com/office/drawing/2014/main" id="{015BE417-F249-4125-9B6F-A331F4CC8A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7" name="Dátum helye 6">
            <a:extLst>
              <a:ext uri="{FF2B5EF4-FFF2-40B4-BE49-F238E27FC236}">
                <a16:creationId xmlns:a16="http://schemas.microsoft.com/office/drawing/2014/main" id="{34D2198D-8F0B-4482-800D-6E1A7466BE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8" name="Élőláb helye 7">
            <a:extLst>
              <a:ext uri="{FF2B5EF4-FFF2-40B4-BE49-F238E27FC236}">
                <a16:creationId xmlns:a16="http://schemas.microsoft.com/office/drawing/2014/main" id="{C7B93BFD-488F-4246-A089-BEDCB40C1B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9" name="Dia számának helye 8">
            <a:extLst>
              <a:ext uri="{FF2B5EF4-FFF2-40B4-BE49-F238E27FC236}">
                <a16:creationId xmlns:a16="http://schemas.microsoft.com/office/drawing/2014/main" id="{EE133526-F40D-4E5A-A5BD-4B390D2096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391358117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Csak cí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37ED928E-F80E-4E77-820F-2E6689DCBD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Dátum helye 2">
            <a:extLst>
              <a:ext uri="{FF2B5EF4-FFF2-40B4-BE49-F238E27FC236}">
                <a16:creationId xmlns:a16="http://schemas.microsoft.com/office/drawing/2014/main" id="{A99D08A3-0164-4483-ADA3-4A7A9757ECE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4" name="Élőláb helye 3">
            <a:extLst>
              <a:ext uri="{FF2B5EF4-FFF2-40B4-BE49-F238E27FC236}">
                <a16:creationId xmlns:a16="http://schemas.microsoft.com/office/drawing/2014/main" id="{C735A91A-1D84-4FB3-92D5-EB4E10326B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5" name="Dia számának helye 4">
            <a:extLst>
              <a:ext uri="{FF2B5EF4-FFF2-40B4-BE49-F238E27FC236}">
                <a16:creationId xmlns:a16="http://schemas.microsoft.com/office/drawing/2014/main" id="{D8BE0401-82CD-4025-B96A-E0D7293C40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23022355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Ü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átum helye 1">
            <a:extLst>
              <a:ext uri="{FF2B5EF4-FFF2-40B4-BE49-F238E27FC236}">
                <a16:creationId xmlns:a16="http://schemas.microsoft.com/office/drawing/2014/main" id="{85F73005-E3A7-4B98-A6F6-E6341AD06B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3" name="Élőláb helye 2">
            <a:extLst>
              <a:ext uri="{FF2B5EF4-FFF2-40B4-BE49-F238E27FC236}">
                <a16:creationId xmlns:a16="http://schemas.microsoft.com/office/drawing/2014/main" id="{04C03143-6E43-4087-B2A6-E966841FCE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4" name="Dia számának helye 3">
            <a:extLst>
              <a:ext uri="{FF2B5EF4-FFF2-40B4-BE49-F238E27FC236}">
                <a16:creationId xmlns:a16="http://schemas.microsoft.com/office/drawing/2014/main" id="{371E4668-6BE4-44B6-A397-A2A49AB74B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20750708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Tartalomrész képaláíráss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FEFFE982-68A1-43B4-9249-22E175CB8E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Tartalom helye 2">
            <a:extLst>
              <a:ext uri="{FF2B5EF4-FFF2-40B4-BE49-F238E27FC236}">
                <a16:creationId xmlns:a16="http://schemas.microsoft.com/office/drawing/2014/main" id="{32B7F875-5E37-45D1-B220-A744A2D24E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Szöveg helye 3">
            <a:extLst>
              <a:ext uri="{FF2B5EF4-FFF2-40B4-BE49-F238E27FC236}">
                <a16:creationId xmlns:a16="http://schemas.microsoft.com/office/drawing/2014/main" id="{129D3A4B-93D3-4CF7-A1F0-A638C4395CD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5" name="Dátum helye 4">
            <a:extLst>
              <a:ext uri="{FF2B5EF4-FFF2-40B4-BE49-F238E27FC236}">
                <a16:creationId xmlns:a16="http://schemas.microsoft.com/office/drawing/2014/main" id="{DAA7735A-E24B-42D2-9E7C-89180A30DF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6" name="Élőláb helye 5">
            <a:extLst>
              <a:ext uri="{FF2B5EF4-FFF2-40B4-BE49-F238E27FC236}">
                <a16:creationId xmlns:a16="http://schemas.microsoft.com/office/drawing/2014/main" id="{7210017F-3CE4-498E-90E6-CB116AD4E7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7" name="Dia számának helye 6">
            <a:extLst>
              <a:ext uri="{FF2B5EF4-FFF2-40B4-BE49-F238E27FC236}">
                <a16:creationId xmlns:a16="http://schemas.microsoft.com/office/drawing/2014/main" id="{D4EF3A55-C822-4D71-8C58-28FD5DED97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8995930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Kép képaláíráss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3232ABAC-4D6B-49E7-A213-B8E274D387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hu-HU"/>
              <a:t>Mintacím szerkesztése</a:t>
            </a:r>
          </a:p>
        </p:txBody>
      </p:sp>
      <p:sp>
        <p:nvSpPr>
          <p:cNvPr id="3" name="Kép helye 2">
            <a:extLst>
              <a:ext uri="{FF2B5EF4-FFF2-40B4-BE49-F238E27FC236}">
                <a16:creationId xmlns:a16="http://schemas.microsoft.com/office/drawing/2014/main" id="{2CD406FA-9CDE-4A28-9AB4-FB895BC5C06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hu-HU"/>
          </a:p>
        </p:txBody>
      </p:sp>
      <p:sp>
        <p:nvSpPr>
          <p:cNvPr id="4" name="Szöveg helye 3">
            <a:extLst>
              <a:ext uri="{FF2B5EF4-FFF2-40B4-BE49-F238E27FC236}">
                <a16:creationId xmlns:a16="http://schemas.microsoft.com/office/drawing/2014/main" id="{C5F73A19-0980-47D6-ADF9-B44DE8299E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hu-HU"/>
              <a:t>Mintaszöveg szerkesztése</a:t>
            </a:r>
          </a:p>
        </p:txBody>
      </p:sp>
      <p:sp>
        <p:nvSpPr>
          <p:cNvPr id="5" name="Dátum helye 4">
            <a:extLst>
              <a:ext uri="{FF2B5EF4-FFF2-40B4-BE49-F238E27FC236}">
                <a16:creationId xmlns:a16="http://schemas.microsoft.com/office/drawing/2014/main" id="{EA82D3A3-A3D0-48C8-81C6-BD1C04CA88B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6" name="Élőláb helye 5">
            <a:extLst>
              <a:ext uri="{FF2B5EF4-FFF2-40B4-BE49-F238E27FC236}">
                <a16:creationId xmlns:a16="http://schemas.microsoft.com/office/drawing/2014/main" id="{10F1C623-7265-4448-BA93-8321A8B55C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7" name="Dia számának helye 6">
            <a:extLst>
              <a:ext uri="{FF2B5EF4-FFF2-40B4-BE49-F238E27FC236}">
                <a16:creationId xmlns:a16="http://schemas.microsoft.com/office/drawing/2014/main" id="{CC11BEDE-B4C4-4F40-A2D4-B30504AABC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24145505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Cím és függőleges szöve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>
            <a:extLst>
              <a:ext uri="{FF2B5EF4-FFF2-40B4-BE49-F238E27FC236}">
                <a16:creationId xmlns:a16="http://schemas.microsoft.com/office/drawing/2014/main" id="{39DDFF12-3C40-4B85-A1CE-EA1598BBBF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Függőleges szöveg helye 2">
            <a:extLst>
              <a:ext uri="{FF2B5EF4-FFF2-40B4-BE49-F238E27FC236}">
                <a16:creationId xmlns:a16="http://schemas.microsoft.com/office/drawing/2014/main" id="{9B7D5934-FA9D-4D27-B152-27BE653AF1A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ECEECFB9-F3EE-474D-87B5-3956565DAA5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E2062945-74FE-41DF-A36A-C3FEF09C4B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8B9D110F-9BA1-4899-93AA-F0075C3E81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90726617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Függőleges cím és szöve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üggőleges cím 1">
            <a:extLst>
              <a:ext uri="{FF2B5EF4-FFF2-40B4-BE49-F238E27FC236}">
                <a16:creationId xmlns:a16="http://schemas.microsoft.com/office/drawing/2014/main" id="{87063F29-32F7-4AFE-A2E6-C8CDF5CAA5D1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hu-HU"/>
              <a:t>Mintacím szerkesztése</a:t>
            </a:r>
          </a:p>
        </p:txBody>
      </p:sp>
      <p:sp>
        <p:nvSpPr>
          <p:cNvPr id="3" name="Függőleges szöveg helye 2">
            <a:extLst>
              <a:ext uri="{FF2B5EF4-FFF2-40B4-BE49-F238E27FC236}">
                <a16:creationId xmlns:a16="http://schemas.microsoft.com/office/drawing/2014/main" id="{676D3D1D-D3EC-47E0-A74D-BF61DC67701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6E1F0666-DBD6-47CC-BA32-11B9D0ED9B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4ED13205-D597-43BF-B2C5-A0AF895830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76ACF1BA-3887-4FCD-96D9-42D1CFB168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5559435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helye 1">
            <a:extLst>
              <a:ext uri="{FF2B5EF4-FFF2-40B4-BE49-F238E27FC236}">
                <a16:creationId xmlns:a16="http://schemas.microsoft.com/office/drawing/2014/main" id="{B71467BA-4E6E-48D0-9701-D9CB48E27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hu-HU"/>
              <a:t>Mintacím szerkesztése</a:t>
            </a:r>
          </a:p>
        </p:txBody>
      </p:sp>
      <p:sp>
        <p:nvSpPr>
          <p:cNvPr id="3" name="Szöveg helye 2">
            <a:extLst>
              <a:ext uri="{FF2B5EF4-FFF2-40B4-BE49-F238E27FC236}">
                <a16:creationId xmlns:a16="http://schemas.microsoft.com/office/drawing/2014/main" id="{7F7A85D8-5429-4B9A-A894-1CCEA02826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hu-HU"/>
              <a:t>Mintaszöveg szerkesztése</a:t>
            </a:r>
          </a:p>
          <a:p>
            <a:pPr lvl="1"/>
            <a:r>
              <a:rPr lang="hu-HU"/>
              <a:t>Második szint</a:t>
            </a:r>
          </a:p>
          <a:p>
            <a:pPr lvl="2"/>
            <a:r>
              <a:rPr lang="hu-HU"/>
              <a:t>Harmadik szint</a:t>
            </a:r>
          </a:p>
          <a:p>
            <a:pPr lvl="3"/>
            <a:r>
              <a:rPr lang="hu-HU"/>
              <a:t>Negyedik szint</a:t>
            </a:r>
          </a:p>
          <a:p>
            <a:pPr lvl="4"/>
            <a:r>
              <a:rPr lang="hu-HU"/>
              <a:t>Ötödik szint</a:t>
            </a:r>
          </a:p>
        </p:txBody>
      </p:sp>
      <p:sp>
        <p:nvSpPr>
          <p:cNvPr id="4" name="Dátum helye 3">
            <a:extLst>
              <a:ext uri="{FF2B5EF4-FFF2-40B4-BE49-F238E27FC236}">
                <a16:creationId xmlns:a16="http://schemas.microsoft.com/office/drawing/2014/main" id="{91D823F4-8F18-456B-82C3-E6F66A83366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6BF4FAA-359A-4918-8624-FA609786ABCF}" type="datetimeFigureOut">
              <a:rPr lang="hu-HU" smtClean="0"/>
              <a:pPr/>
              <a:t>2025. 11. 13.</a:t>
            </a:fld>
            <a:endParaRPr lang="hu-HU"/>
          </a:p>
        </p:txBody>
      </p:sp>
      <p:sp>
        <p:nvSpPr>
          <p:cNvPr id="5" name="Élőláb helye 4">
            <a:extLst>
              <a:ext uri="{FF2B5EF4-FFF2-40B4-BE49-F238E27FC236}">
                <a16:creationId xmlns:a16="http://schemas.microsoft.com/office/drawing/2014/main" id="{0B914B62-0B9D-4FD0-A1F7-95F52153903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hu-HU"/>
          </a:p>
        </p:txBody>
      </p:sp>
      <p:sp>
        <p:nvSpPr>
          <p:cNvPr id="6" name="Dia számának helye 5">
            <a:extLst>
              <a:ext uri="{FF2B5EF4-FFF2-40B4-BE49-F238E27FC236}">
                <a16:creationId xmlns:a16="http://schemas.microsoft.com/office/drawing/2014/main" id="{D7541F45-7051-4FA3-9730-ABCFED20FC3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BA3C1C8-5616-4E2C-B7CC-0932F6EC59F9}" type="slidenum">
              <a:rPr lang="hu-HU" smtClean="0"/>
              <a:pPr/>
              <a:t>‹#›</a:t>
            </a:fld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25386813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hu-H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flipH="1">
            <a:off x="10910698" y="5058912"/>
            <a:ext cx="134224" cy="49355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06"/>
          <p:cNvGrpSpPr/>
          <p:nvPr/>
        </p:nvGrpSpPr>
        <p:grpSpPr>
          <a:xfrm>
            <a:off x="10805478" y="4429124"/>
            <a:ext cx="165736" cy="509589"/>
            <a:chOff x="5253038" y="3209924"/>
            <a:chExt cx="165736" cy="50958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218272" y="3539491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210890" y="3378279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5276850" y="3612357"/>
              <a:ext cx="48102" cy="4476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80" name="Egyenes összekötő 79">
            <a:extLst>
              <a:ext uri="{FF2B5EF4-FFF2-40B4-BE49-F238E27FC236}">
                <a16:creationId xmlns:a16="http://schemas.microsoft.com/office/drawing/2014/main" id="{675CE29F-A68D-4CC9-BEAC-8CB94ECC43B5}"/>
              </a:ext>
            </a:extLst>
          </p:cNvPr>
          <p:cNvCxnSpPr>
            <a:cxnSpLocks/>
          </p:cNvCxnSpPr>
          <p:nvPr/>
        </p:nvCxnSpPr>
        <p:spPr>
          <a:xfrm rot="5400000">
            <a:off x="10812488" y="4254061"/>
            <a:ext cx="395704" cy="35392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>
            <a:off x="10658475" y="3150974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 dirty="0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2" idx="4"/>
          </p:cNvCxnSpPr>
          <p:nvPr/>
        </p:nvCxnSpPr>
        <p:spPr>
          <a:xfrm rot="16200000" flipH="1">
            <a:off x="10345117" y="4444722"/>
            <a:ext cx="1335640" cy="2809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10910698" y="5523713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5" name="Egyenes összekötő 14">
            <a:extLst>
              <a:ext uri="{FF2B5EF4-FFF2-40B4-BE49-F238E27FC236}">
                <a16:creationId xmlns:a16="http://schemas.microsoft.com/office/drawing/2014/main" id="{675CE29F-A68D-4CC9-BEAC-8CB94ECC43B5}"/>
              </a:ext>
            </a:extLst>
          </p:cNvPr>
          <p:cNvCxnSpPr>
            <a:cxnSpLocks/>
          </p:cNvCxnSpPr>
          <p:nvPr/>
        </p:nvCxnSpPr>
        <p:spPr>
          <a:xfrm rot="5400000">
            <a:off x="10823206" y="4191750"/>
            <a:ext cx="364745" cy="205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>
            <a:off x="11043829" y="5123926"/>
            <a:ext cx="103596" cy="49945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>
            <a:off x="11147425" y="5596854"/>
            <a:ext cx="199501" cy="468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1091553" y="6029325"/>
            <a:ext cx="272817" cy="5084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710061" y="6092766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929124" y="2270495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5" name="Csoportba foglalás 107"/>
          <p:cNvGrpSpPr/>
          <p:nvPr/>
        </p:nvGrpSpPr>
        <p:grpSpPr>
          <a:xfrm>
            <a:off x="10778015" y="4364988"/>
            <a:ext cx="230030" cy="654846"/>
            <a:chOff x="5226845" y="3171824"/>
            <a:chExt cx="230030" cy="654846"/>
          </a:xfrm>
        </p:grpSpPr>
        <p:cxnSp>
          <p:nvCxnSpPr>
            <p:cNvPr id="19" name="Egyenes összekötő 18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176601" y="3590688"/>
              <a:ext cx="286226" cy="185737"/>
            </a:xfrm>
            <a:prstGeom prst="line">
              <a:avLst/>
            </a:prstGeom>
            <a:ln w="762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8" name="Egyenes összekötő 5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5267325" y="3698081"/>
              <a:ext cx="57150" cy="3810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233511" y="3338989"/>
              <a:ext cx="390529" cy="56199"/>
            </a:xfrm>
            <a:prstGeom prst="line">
              <a:avLst/>
            </a:prstGeom>
            <a:ln w="762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6" name="Csoportba foglalás 92"/>
          <p:cNvGrpSpPr/>
          <p:nvPr/>
        </p:nvGrpSpPr>
        <p:grpSpPr>
          <a:xfrm>
            <a:off x="11002170" y="4955381"/>
            <a:ext cx="416718" cy="147638"/>
            <a:chOff x="5426870" y="3698081"/>
            <a:chExt cx="416718" cy="147638"/>
          </a:xfrm>
        </p:grpSpPr>
        <p:cxnSp>
          <p:nvCxnSpPr>
            <p:cNvPr id="85" name="Egyenes összekötő 84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26870" y="3698081"/>
              <a:ext cx="69055" cy="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9" name="Egyenes összekötő 88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5488782" y="3698083"/>
              <a:ext cx="354806" cy="4524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1" name="Egyenes összekötő 90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5486402" y="3707608"/>
              <a:ext cx="295274" cy="1381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Click="0" advTm="0">
        <p:cut/>
      </p:transition>
    </mc:Choice>
    <mc:Fallback>
      <p:transition advClick="0" advTm="0">
        <p:cut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Csoportba foglalás 143"/>
          <p:cNvGrpSpPr/>
          <p:nvPr/>
        </p:nvGrpSpPr>
        <p:grpSpPr>
          <a:xfrm rot="21291139">
            <a:off x="10743247" y="4029454"/>
            <a:ext cx="203508" cy="871158"/>
            <a:chOff x="10303828" y="4150105"/>
            <a:chExt cx="203508" cy="871158"/>
          </a:xfrm>
        </p:grpSpPr>
        <p:grpSp>
          <p:nvGrpSpPr>
            <p:cNvPr id="143" name="Csoportba foglalás 142"/>
            <p:cNvGrpSpPr/>
            <p:nvPr/>
          </p:nvGrpSpPr>
          <p:grpSpPr>
            <a:xfrm>
              <a:off x="10303828" y="4511674"/>
              <a:ext cx="165736" cy="509589"/>
              <a:chOff x="10805478" y="4429124"/>
              <a:chExt cx="165736" cy="509589"/>
            </a:xfrm>
          </p:grpSpPr>
          <p:cxnSp>
            <p:nvCxnSpPr>
              <p:cNvPr id="84" name="Egyenes összekötő 83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770712" y="4758691"/>
                <a:ext cx="214788" cy="145256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1" name="Egyenes összekötő 80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763330" y="4597479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82" name="Egyenes összekötő 81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29290" y="4831557"/>
                <a:ext cx="67310" cy="45243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291788" y="4330261"/>
              <a:ext cx="395704" cy="35392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448925" y="3163674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2" idx="4"/>
          </p:cNvCxnSpPr>
          <p:nvPr/>
        </p:nvCxnSpPr>
        <p:spPr>
          <a:xfrm rot="16200000" flipH="1">
            <a:off x="10363684" y="4312136"/>
            <a:ext cx="1221979" cy="17405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flipH="1">
            <a:off x="10929750" y="5008114"/>
            <a:ext cx="134224" cy="49355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10929750" y="5472915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813827" y="5238978"/>
            <a:ext cx="492576" cy="952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861341" y="5622591"/>
            <a:ext cx="473746" cy="9207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960925" y="5908677"/>
            <a:ext cx="225647" cy="7648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729113" y="6041968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71" name="Csoportba foglalás 70"/>
          <p:cNvGrpSpPr/>
          <p:nvPr/>
        </p:nvGrpSpPr>
        <p:grpSpPr>
          <a:xfrm>
            <a:off x="9783074" y="2276845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40" name="Csoportba foglalás 139"/>
          <p:cNvGrpSpPr/>
          <p:nvPr/>
        </p:nvGrpSpPr>
        <p:grpSpPr>
          <a:xfrm rot="20964379">
            <a:off x="10734835" y="3977384"/>
            <a:ext cx="273039" cy="1015779"/>
            <a:chOff x="10752615" y="4092955"/>
            <a:chExt cx="273039" cy="1015779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4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108" name="Csoportba foglalás 107"/>
            <p:cNvGrpSpPr/>
            <p:nvPr/>
          </p:nvGrpSpPr>
          <p:grpSpPr>
            <a:xfrm>
              <a:off x="10752615" y="4453888"/>
              <a:ext cx="230030" cy="654846"/>
              <a:chOff x="5226845" y="3171824"/>
              <a:chExt cx="230030" cy="654846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601" y="3590688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7325" y="3698081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33511" y="3338989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1033920" y="4917281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1095832" y="4895850"/>
            <a:ext cx="346868" cy="2143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1093452" y="4926808"/>
            <a:ext cx="190498" cy="15319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Click="0" advTm="0">
        <p:cut/>
      </p:transition>
    </mc:Choice>
    <mc:Fallback>
      <p:transition advClick="0" advTm="0">
        <p:cut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Csoportba foglalás 62"/>
          <p:cNvGrpSpPr/>
          <p:nvPr/>
        </p:nvGrpSpPr>
        <p:grpSpPr>
          <a:xfrm>
            <a:off x="10771920" y="4033957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425174" y="3175549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2" idx="4"/>
          </p:cNvCxnSpPr>
          <p:nvPr/>
        </p:nvCxnSpPr>
        <p:spPr>
          <a:xfrm rot="16200000" flipH="1">
            <a:off x="10326632" y="4337312"/>
            <a:ext cx="1252014" cy="17748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flipH="1">
            <a:off x="10905999" y="5019989"/>
            <a:ext cx="134224" cy="49355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10905999" y="5484790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764900" y="5206177"/>
            <a:ext cx="463550" cy="69852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726466" y="5669392"/>
            <a:ext cx="473746" cy="2222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750550" y="5920552"/>
            <a:ext cx="240821" cy="4844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705362" y="6053843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70"/>
          <p:cNvGrpSpPr/>
          <p:nvPr/>
        </p:nvGrpSpPr>
        <p:grpSpPr>
          <a:xfrm>
            <a:off x="9759323" y="2288720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6" name="Csoportba foglalás 139"/>
          <p:cNvGrpSpPr/>
          <p:nvPr/>
        </p:nvGrpSpPr>
        <p:grpSpPr>
          <a:xfrm rot="20964379">
            <a:off x="10754381" y="4051488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7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1010169" y="492915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1072081" y="480950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1069701" y="493868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Click="0" advTm="0">
        <p:cut/>
      </p:transition>
    </mc:Choice>
    <mc:Fallback>
      <p:transition advClick="0" advTm="0">
        <p:cut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239748">
            <a:off x="10655455" y="4038719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342047" y="3175549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2" idx="4"/>
          </p:cNvCxnSpPr>
          <p:nvPr/>
        </p:nvCxnSpPr>
        <p:spPr>
          <a:xfrm rot="16200000" flipH="1">
            <a:off x="10211739" y="4369078"/>
            <a:ext cx="1223213" cy="8515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10604455" y="5248058"/>
            <a:ext cx="504511" cy="5789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10841922" y="5484790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581478" y="5149697"/>
            <a:ext cx="438465" cy="14350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10475282" y="5642052"/>
            <a:ext cx="485682" cy="2228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489623" y="5920553"/>
            <a:ext cx="251934" cy="6114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655573" y="6058606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676196" y="2288720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827982" y="493677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889894" y="4732020"/>
            <a:ext cx="301346" cy="20476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887514" y="4946303"/>
            <a:ext cx="227526" cy="20481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0394830">
            <a:off x="10714118" y="4056250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201348">
            <a:off x="10459039" y="4055358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150393" y="31874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2" idx="4"/>
          </p:cNvCxnSpPr>
          <p:nvPr/>
        </p:nvCxnSpPr>
        <p:spPr>
          <a:xfrm rot="16200000" flipH="1">
            <a:off x="10029785" y="4371254"/>
            <a:ext cx="1238676" cy="12001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470745" y="5283701"/>
            <a:ext cx="518799" cy="3417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505063" y="5708545"/>
            <a:ext cx="539776" cy="9696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404912" y="5232091"/>
            <a:ext cx="462785" cy="117211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351673" y="5709843"/>
            <a:ext cx="473746" cy="2222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430061" y="5980053"/>
            <a:ext cx="215092" cy="5162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628169" y="6056194"/>
            <a:ext cx="250524" cy="405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484542" y="2300596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665538" y="4947382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727450" y="4705350"/>
            <a:ext cx="315200" cy="24203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725070" y="4956909"/>
            <a:ext cx="215980" cy="10404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0357904">
            <a:off x="10522462" y="4068126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507348">
            <a:off x="10292352" y="4064882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017043" y="31874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867861" y="4399830"/>
            <a:ext cx="1238676" cy="12001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354019" y="5252699"/>
            <a:ext cx="488124" cy="12685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504724" y="5646973"/>
            <a:ext cx="485037" cy="20347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247750" y="5227329"/>
            <a:ext cx="462785" cy="117211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10169515" y="5735569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210986" y="6000750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651980" y="6005513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351192" y="2300596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506788" y="5012470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568700" y="4892820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566320" y="5021997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19896545">
            <a:off x="10465312" y="4039550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693498">
            <a:off x="10232029" y="4075995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10004344" y="3184251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827833" y="4423985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341320" y="5249525"/>
            <a:ext cx="488124" cy="12685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492025" y="5643799"/>
            <a:ext cx="485037" cy="20347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181366" y="5196693"/>
            <a:ext cx="450908" cy="160261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10052846" y="5695160"/>
            <a:ext cx="495300" cy="6191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098274" y="5988051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639281" y="600233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338493" y="2297422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467419" y="498357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529331" y="4863928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526951" y="4993105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19542486">
            <a:off x="10462137" y="4050664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693498">
            <a:off x="10143128" y="4088694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915443" y="3196950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696070" y="4427160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154784" y="5278891"/>
            <a:ext cx="492890" cy="6970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298348" y="5666023"/>
            <a:ext cx="485037" cy="20347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073483" y="5226847"/>
            <a:ext cx="452436" cy="12382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9963945" y="5707859"/>
            <a:ext cx="495300" cy="6191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009373" y="6000750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431317" y="6029325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249592" y="2310121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340418" y="4981037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368040" y="4874722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399950" y="4990564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19915931">
            <a:off x="10277985" y="4072888"/>
            <a:ext cx="273445" cy="983403"/>
            <a:chOff x="10752209" y="4092956"/>
            <a:chExt cx="273445" cy="983403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480000">
            <a:off x="10105028" y="4093774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845593" y="3196950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102059" y="5282409"/>
            <a:ext cx="519110" cy="158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243579" y="5627129"/>
            <a:ext cx="423122" cy="18441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067133" y="5226847"/>
            <a:ext cx="452436" cy="12382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9957595" y="5707859"/>
            <a:ext cx="495300" cy="6191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10003023" y="6000750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345592" y="5937250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179742" y="2310121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689720" y="4427160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289618" y="4981037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317240" y="4874722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412650" y="4990564"/>
            <a:ext cx="245825" cy="17198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0155291">
            <a:off x="10239883" y="4117337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62"/>
          <p:cNvGrpSpPr/>
          <p:nvPr/>
        </p:nvGrpSpPr>
        <p:grpSpPr>
          <a:xfrm rot="197793">
            <a:off x="10086101" y="4108061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798091" y="3196950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10030745" y="5272881"/>
            <a:ext cx="517523" cy="33340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134165" y="5622368"/>
            <a:ext cx="423122" cy="18441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10019631" y="5226847"/>
            <a:ext cx="452436" cy="12382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9910093" y="5707859"/>
            <a:ext cx="495300" cy="6191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955521" y="6000750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263311" y="5942012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132240" y="2310121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642218" y="4427160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242116" y="4981037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269738" y="4943475"/>
            <a:ext cx="369687" cy="5090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365148" y="4990564"/>
            <a:ext cx="188552" cy="16246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0466807">
            <a:off x="10135231" y="4112574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978515" y="5926773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62"/>
          <p:cNvGrpSpPr/>
          <p:nvPr/>
        </p:nvGrpSpPr>
        <p:grpSpPr>
          <a:xfrm rot="21346891">
            <a:off x="9990852" y="4115682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683792" y="3204571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9914573" y="5233037"/>
            <a:ext cx="397196" cy="10953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9876474" y="5649279"/>
            <a:ext cx="428628" cy="7620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9892569" y="5251990"/>
            <a:ext cx="447677" cy="9353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9795794" y="5715480"/>
            <a:ext cx="495300" cy="6191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841222" y="6008371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9017941" y="2317742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480295" y="4415732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127817" y="498865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155439" y="4951096"/>
            <a:ext cx="369687" cy="5090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250849" y="4998185"/>
            <a:ext cx="188552" cy="16246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0779850">
            <a:off x="9930442" y="4105910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Click="0" advTm="0">
        <p:cut/>
      </p:transition>
    </mc:Choice>
    <mc:Fallback>
      <p:transition advClick="0" advTm="0">
        <p:cut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829743" y="6008187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62"/>
          <p:cNvGrpSpPr/>
          <p:nvPr/>
        </p:nvGrpSpPr>
        <p:grpSpPr>
          <a:xfrm rot="20903670">
            <a:off x="9970668" y="4206621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592170" y="3271698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9822951" y="5300164"/>
            <a:ext cx="397196" cy="10953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9759611" y="5741646"/>
            <a:ext cx="441961" cy="3905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9800947" y="5319117"/>
            <a:ext cx="447677" cy="9353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9776184" y="5772508"/>
            <a:ext cx="492438" cy="792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878188" y="6065973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8945369" y="2346769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388673" y="4482859"/>
            <a:ext cx="1261727" cy="884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036195" y="5055785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10063817" y="5018223"/>
            <a:ext cx="369687" cy="5090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159227" y="5065312"/>
            <a:ext cx="188552" cy="16246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21176302">
            <a:off x="9791195" y="4182562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636522" y="6013177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62"/>
          <p:cNvGrpSpPr/>
          <p:nvPr/>
        </p:nvGrpSpPr>
        <p:grpSpPr>
          <a:xfrm rot="20520000">
            <a:off x="9839359" y="4204945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437049" y="3286213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9610681" y="5309921"/>
            <a:ext cx="397196" cy="10953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9542577" y="5760925"/>
            <a:ext cx="451486" cy="29529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9629730" y="5367066"/>
            <a:ext cx="478157" cy="952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9671071" y="5756068"/>
            <a:ext cx="473388" cy="8401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756404" y="6042388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8771198" y="2399384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225395" y="4505530"/>
            <a:ext cx="1233466" cy="4383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881074" y="5070300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908696" y="5032738"/>
            <a:ext cx="369687" cy="5090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10004106" y="5079827"/>
            <a:ext cx="188552" cy="16246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>
            <a:off x="9570352" y="4173264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365060" y="5998890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62"/>
          <p:cNvGrpSpPr/>
          <p:nvPr/>
        </p:nvGrpSpPr>
        <p:grpSpPr>
          <a:xfrm rot="19920000">
            <a:off x="9677432" y="4221136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265599" y="3305263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9375093" y="5280035"/>
            <a:ext cx="395974" cy="11339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5400000">
            <a:off x="9294021" y="5731718"/>
            <a:ext cx="441281" cy="2376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16200000" flipH="1">
            <a:off x="9477216" y="5324319"/>
            <a:ext cx="453666" cy="7052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9592377" y="5701413"/>
            <a:ext cx="425083" cy="13549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701213" y="5994764"/>
            <a:ext cx="226455" cy="4408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8599748" y="2418434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9020494" y="4505643"/>
            <a:ext cx="1218499" cy="7626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623899" y="508458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651521" y="4986338"/>
            <a:ext cx="349729" cy="11159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746931" y="5094115"/>
            <a:ext cx="235269" cy="11129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309036">
            <a:off x="9302698" y="4173265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gyenes összekötő 35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238060" y="6005240"/>
            <a:ext cx="193674" cy="2063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62"/>
          <p:cNvGrpSpPr/>
          <p:nvPr/>
        </p:nvGrpSpPr>
        <p:grpSpPr>
          <a:xfrm rot="19920000">
            <a:off x="9620283" y="4246536"/>
            <a:ext cx="146232" cy="879819"/>
            <a:chOff x="10772811" y="4022082"/>
            <a:chExt cx="146232" cy="879819"/>
          </a:xfrm>
        </p:grpSpPr>
        <p:cxnSp>
          <p:nvCxnSpPr>
            <p:cNvPr id="84" name="Egyenes összekötő 8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1" name="Egyenes összekötő 80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2" name="Egyenes összekötő 81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80" name="Egyenes összekötő 79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" name="Ellipszis 1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9189399" y="3330663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9305134" y="5282411"/>
            <a:ext cx="392109" cy="155576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" name="Egyenes összekötő 12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5400000">
            <a:off x="9186071" y="5738068"/>
            <a:ext cx="441281" cy="2376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" name="Egyenes összekötő 2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16200000" flipH="1">
            <a:off x="9442292" y="5308442"/>
            <a:ext cx="404450" cy="10386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8" name="Egyenes összekötő 2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9580471" y="5668871"/>
            <a:ext cx="425086" cy="18787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4" name="Egyenes összekötő 3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707563" y="6001114"/>
            <a:ext cx="226455" cy="4408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70"/>
          <p:cNvGrpSpPr/>
          <p:nvPr/>
        </p:nvGrpSpPr>
        <p:grpSpPr>
          <a:xfrm>
            <a:off x="8523548" y="2443834"/>
            <a:ext cx="1935331" cy="1472572"/>
            <a:chOff x="4290324" y="1112255"/>
            <a:chExt cx="1935331" cy="1472572"/>
          </a:xfrm>
        </p:grpSpPr>
        <p:sp>
          <p:nvSpPr>
            <p:cNvPr id="42" name="Téglalap 4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3" name="Téglalap 4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4" name="Téglalap 4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5" name="Téglalap 4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7" name="Ív 46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9" name="Ív 48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0" name="Ív 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1" name="Ív 50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3" name="Ív 52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4" name="Ív 53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Ív 2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Ív 2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" name="Ellipszis 30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" name="Ellipszis 3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" name="Ellipszis 34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" name="Ellipszis 39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1" name="Ellipszis 40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6" name="Ellipszis 45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2" name="Ellipszis 5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5" name="Ellipszis 54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6" name="Ellipszis 55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57" name="Ellipszis 56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Ellipszis 67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Ellipszis 68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8944294" y="4531043"/>
            <a:ext cx="1218499" cy="7626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5" name="Egyenes összekötő 8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547699" y="510998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89" name="Egyenes összekötő 8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575321" y="5011738"/>
            <a:ext cx="349729" cy="11159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1" name="Egyenes összekötő 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670731" y="5119515"/>
            <a:ext cx="235269" cy="11129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5" name="Csoportba foglalás 139"/>
          <p:cNvGrpSpPr/>
          <p:nvPr/>
        </p:nvGrpSpPr>
        <p:grpSpPr>
          <a:xfrm rot="561616">
            <a:off x="9182047" y="4205015"/>
            <a:ext cx="273445" cy="983402"/>
            <a:chOff x="10752209" y="4092957"/>
            <a:chExt cx="273445" cy="983402"/>
          </a:xfrm>
        </p:grpSpPr>
        <p:cxnSp>
          <p:nvCxnSpPr>
            <p:cNvPr id="15" name="Egyenes összekötő 1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" name="Egyenes összekötő 1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8" name="Egyenes összekötő 5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72" name="Egyenes összekötő 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Csoportba foglalás 124"/>
          <p:cNvGrpSpPr/>
          <p:nvPr/>
        </p:nvGrpSpPr>
        <p:grpSpPr>
          <a:xfrm rot="19881695">
            <a:off x="9368232" y="4109150"/>
            <a:ext cx="203508" cy="871158"/>
            <a:chOff x="10303828" y="4150105"/>
            <a:chExt cx="203508" cy="871158"/>
          </a:xfrm>
        </p:grpSpPr>
        <p:grpSp>
          <p:nvGrpSpPr>
            <p:cNvPr id="8" name="Csoportba foglalás 142"/>
            <p:cNvGrpSpPr/>
            <p:nvPr/>
          </p:nvGrpSpPr>
          <p:grpSpPr>
            <a:xfrm>
              <a:off x="10303828" y="4511674"/>
              <a:ext cx="165736" cy="509589"/>
              <a:chOff x="10805478" y="4429124"/>
              <a:chExt cx="165736" cy="509589"/>
            </a:xfrm>
          </p:grpSpPr>
          <p:cxnSp>
            <p:nvCxnSpPr>
              <p:cNvPr id="128" name="Egyenes összekötő 127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770712" y="4758691"/>
                <a:ext cx="214788" cy="145256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29" name="Egyenes összekötő 12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763330" y="4597479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30" name="Egyenes összekötő 129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29290" y="4831557"/>
                <a:ext cx="67310" cy="45243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127" name="Egyenes összekötő 126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291788" y="4330261"/>
              <a:ext cx="395704" cy="35392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31" name="Ellipszis 130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8932941" y="3261151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32" name="Egyenes összekötő 131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8806534" y="4429406"/>
            <a:ext cx="1190949" cy="8929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3" name="Egyenes összekötő 132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flipH="1">
            <a:off x="9314706" y="5067491"/>
            <a:ext cx="134224" cy="49355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4" name="Egyenes összekötő 133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9314706" y="5532292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5" name="Egyenes összekötő 134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16200000" flipH="1">
            <a:off x="9198783" y="5298355"/>
            <a:ext cx="492576" cy="952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6" name="Egyenes összekötő 135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9246297" y="5681968"/>
            <a:ext cx="473746" cy="9207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7" name="Egyenes összekötő 136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9345881" y="5968054"/>
            <a:ext cx="225647" cy="7648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8" name="Egyenes összekötő 137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114069" y="6101345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10" name="Csoportba foglalás 138"/>
          <p:cNvGrpSpPr/>
          <p:nvPr/>
        </p:nvGrpSpPr>
        <p:grpSpPr>
          <a:xfrm>
            <a:off x="8267090" y="2374322"/>
            <a:ext cx="1935331" cy="1472572"/>
            <a:chOff x="4290324" y="1112255"/>
            <a:chExt cx="1935331" cy="1472572"/>
          </a:xfrm>
        </p:grpSpPr>
        <p:sp>
          <p:nvSpPr>
            <p:cNvPr id="140" name="Téglalap 139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Ív 143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Ív 144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6" name="Ív 145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7" name="Ív 146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8" name="Ív 147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9" name="Ív 148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1" name="Ív 150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2" name="Ellipszis 151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3" name="Ellipszis 152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4" name="Ellipszis 153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5" name="Ellipszis 154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6" name="Ellipszis 155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7" name="Ellipszis 156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8" name="Ellipszis 157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9" name="Ellipszis 158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0" name="Ellipszis 159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1" name="Ellipszis 160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2" name="Ellipszis 161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3" name="Téglalap 162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4" name="Ellipszis 163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5" name="Ellipszis 164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6" name="Ív 165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12" name="Csoportba foglalás 166"/>
          <p:cNvGrpSpPr/>
          <p:nvPr/>
        </p:nvGrpSpPr>
        <p:grpSpPr>
          <a:xfrm>
            <a:off x="9090581" y="4060891"/>
            <a:ext cx="273039" cy="1015779"/>
            <a:chOff x="10752615" y="4092955"/>
            <a:chExt cx="273039" cy="1015779"/>
          </a:xfrm>
        </p:grpSpPr>
        <p:cxnSp>
          <p:nvCxnSpPr>
            <p:cNvPr id="168" name="Egyenes összekötő 167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4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14" name="Csoportba foglalás 107"/>
            <p:cNvGrpSpPr/>
            <p:nvPr/>
          </p:nvGrpSpPr>
          <p:grpSpPr>
            <a:xfrm>
              <a:off x="10752615" y="4453888"/>
              <a:ext cx="230030" cy="654846"/>
              <a:chOff x="5226845" y="3171824"/>
              <a:chExt cx="230030" cy="654846"/>
            </a:xfrm>
          </p:grpSpPr>
          <p:cxnSp>
            <p:nvCxnSpPr>
              <p:cNvPr id="170" name="Egyenes összekötő 169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601" y="3590688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1" name="Egyenes összekötő 170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7325" y="3698081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72" name="Egyenes összekötő 171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33511" y="3338989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3" name="Egyenes összekötő 172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418876" y="497665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74" name="Egyenes összekötő 173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480788" y="4955227"/>
            <a:ext cx="346868" cy="2143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75" name="Egyenes összekötő 17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478408" y="4986185"/>
            <a:ext cx="190498" cy="15319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Csoportba foglalás 52"/>
          <p:cNvGrpSpPr/>
          <p:nvPr/>
        </p:nvGrpSpPr>
        <p:grpSpPr>
          <a:xfrm rot="-1380000">
            <a:off x="9168753" y="4093335"/>
            <a:ext cx="146232" cy="879819"/>
            <a:chOff x="10772811" y="4022082"/>
            <a:chExt cx="146232" cy="879819"/>
          </a:xfrm>
        </p:grpSpPr>
        <p:cxnSp>
          <p:nvCxnSpPr>
            <p:cNvPr id="54" name="Egyenes összekötő 5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5" name="Egyenes összekötő 5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6" name="Egyenes összekötő 55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7" name="Egyenes összekötő 56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58" name="Ellipszis 57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8655751" y="3223051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59" name="Egyenes összekötő 5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58" idx="4"/>
          </p:cNvCxnSpPr>
          <p:nvPr/>
        </p:nvCxnSpPr>
        <p:spPr>
          <a:xfrm rot="16200000" flipH="1">
            <a:off x="8557209" y="4384814"/>
            <a:ext cx="1252014" cy="17748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0" name="Egyenes összekötő 59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flipH="1">
            <a:off x="9136576" y="5067491"/>
            <a:ext cx="134224" cy="49355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1" name="Egyenes összekötő 60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9136576" y="5532292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2" name="Egyenes összekötő 61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995477" y="5253679"/>
            <a:ext cx="463550" cy="69852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3" name="Egyenes összekötő 62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8957043" y="5716894"/>
            <a:ext cx="473746" cy="2222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4" name="Egyenes összekötő 6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981127" y="5968054"/>
            <a:ext cx="240821" cy="4844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5" name="Egyenes összekötő 6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935939" y="6101345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66" name="Csoportba foglalás 70"/>
          <p:cNvGrpSpPr/>
          <p:nvPr/>
        </p:nvGrpSpPr>
        <p:grpSpPr>
          <a:xfrm>
            <a:off x="7989900" y="2336222"/>
            <a:ext cx="1935331" cy="1472572"/>
            <a:chOff x="4290324" y="1112255"/>
            <a:chExt cx="1935331" cy="1472572"/>
          </a:xfrm>
        </p:grpSpPr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Téglalap 67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Téglalap 68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Téglalap 69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Ív 70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Ív 71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3" name="Ív 7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4" name="Ív 73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5" name="Ív 74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6" name="Ív 75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Ív 76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Ív 7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0" name="Ellipszis 79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1" name="Ellipszis 80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2" name="Ellipszis 81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3" name="Ellipszis 82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4" name="Ellipszis 83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5" name="Ellipszis 84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Ellipszis 85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Ellipszis 88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0" name="Téglalap 89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1" name="Ellipszis 90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2" name="Ellipszis 91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3" name="Ív 92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94" name="Csoportba foglalás 139"/>
          <p:cNvGrpSpPr/>
          <p:nvPr/>
        </p:nvGrpSpPr>
        <p:grpSpPr>
          <a:xfrm rot="21540000">
            <a:off x="8889955" y="4098991"/>
            <a:ext cx="273445" cy="983403"/>
            <a:chOff x="10752209" y="4092956"/>
            <a:chExt cx="273445" cy="983403"/>
          </a:xfrm>
        </p:grpSpPr>
        <p:cxnSp>
          <p:nvCxnSpPr>
            <p:cNvPr id="95" name="Egyenes összekötő 94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96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97" name="Egyenes összekötő 9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8" name="Egyenes összekötő 97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99" name="Egyenes összekötő 9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0" name="Egyenes összekötő 9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240746" y="4976658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1" name="Egyenes összekötő 10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302658" y="4857008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2" name="Egyenes összekötő 101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300278" y="4986185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Csoportba foglalás 62"/>
          <p:cNvGrpSpPr/>
          <p:nvPr/>
        </p:nvGrpSpPr>
        <p:grpSpPr>
          <a:xfrm rot="-600000">
            <a:off x="8992906" y="4086220"/>
            <a:ext cx="146232" cy="879819"/>
            <a:chOff x="10772811" y="4022082"/>
            <a:chExt cx="146232" cy="879819"/>
          </a:xfrm>
        </p:grpSpPr>
        <p:cxnSp>
          <p:nvCxnSpPr>
            <p:cNvPr id="104" name="Egyenes összekötő 10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5" name="Egyenes összekötő 10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6" name="Egyenes összekötő 105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7" name="Egyenes összekötő 106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8" name="Ellipszis 107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8584498" y="3223050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108" idx="4"/>
          </p:cNvCxnSpPr>
          <p:nvPr/>
        </p:nvCxnSpPr>
        <p:spPr>
          <a:xfrm rot="16200000" flipH="1">
            <a:off x="8454190" y="4416579"/>
            <a:ext cx="1223213" cy="85153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5400000">
            <a:off x="8846906" y="5295559"/>
            <a:ext cx="504511" cy="5789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1" name="Egyenes összekötő 110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9084373" y="5532291"/>
            <a:ext cx="0" cy="569053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2" name="Egyenes összekötő 111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823929" y="5197198"/>
            <a:ext cx="438465" cy="143500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3" name="Egyenes összekötő 112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717733" y="5689553"/>
            <a:ext cx="485682" cy="2228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4" name="Egyenes összekötő 113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732074" y="5968054"/>
            <a:ext cx="251934" cy="6114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5" name="Egyenes összekötő 11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898024" y="6106107"/>
            <a:ext cx="224275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7" name="Csoportba foglalás 70"/>
          <p:cNvGrpSpPr/>
          <p:nvPr/>
        </p:nvGrpSpPr>
        <p:grpSpPr>
          <a:xfrm>
            <a:off x="7918647" y="2336221"/>
            <a:ext cx="1935331" cy="1472572"/>
            <a:chOff x="4290324" y="1112255"/>
            <a:chExt cx="1935331" cy="1472572"/>
          </a:xfrm>
        </p:grpSpPr>
        <p:sp>
          <p:nvSpPr>
            <p:cNvPr id="117" name="Téglalap 116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Téglalap 117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Téglalap 118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Téglalap 119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Ív 123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Ív 124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Ív 125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9" name="Ív 138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7" name="Ív 166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Ellipszis 168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Ellipszis 175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Ellipszis 176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Ellipszis 177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9" name="Ellipszis 178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0" name="Ellipszis 179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1" name="Ellipszis 180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Ellipszis 181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Ellipszis 182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Ellipszis 183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Téglalap 185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Ellipszis 187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190" name="Egyenes összekötő 18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070433" y="4984277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91" name="Egyenes összekötő 19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9132345" y="4779521"/>
            <a:ext cx="301346" cy="20476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92" name="Egyenes összekötő 191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9129965" y="4993804"/>
            <a:ext cx="227526" cy="20481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8" name="Csoportba foglalás 139"/>
          <p:cNvGrpSpPr/>
          <p:nvPr/>
        </p:nvGrpSpPr>
        <p:grpSpPr>
          <a:xfrm rot="21060000">
            <a:off x="8849688" y="4127500"/>
            <a:ext cx="273445" cy="983403"/>
            <a:chOff x="10752209" y="4092956"/>
            <a:chExt cx="273445" cy="983403"/>
          </a:xfrm>
        </p:grpSpPr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9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Csoportba foglalás 62"/>
          <p:cNvGrpSpPr/>
          <p:nvPr/>
        </p:nvGrpSpPr>
        <p:grpSpPr>
          <a:xfrm rot="201348">
            <a:off x="8618365" y="4102860"/>
            <a:ext cx="146232" cy="879819"/>
            <a:chOff x="10772811" y="4022082"/>
            <a:chExt cx="146232" cy="879819"/>
          </a:xfrm>
        </p:grpSpPr>
        <p:cxnSp>
          <p:nvCxnSpPr>
            <p:cNvPr id="53" name="Egyenes összekötő 52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4" name="Egyenes összekötő 53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5" name="Egyenes összekötő 54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6" name="Egyenes összekötő 55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57" name="Ellipszis 56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8309719" y="3234927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58" name="Egyenes összekötő 57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  <a:stCxn id="57" idx="4"/>
          </p:cNvCxnSpPr>
          <p:nvPr/>
        </p:nvCxnSpPr>
        <p:spPr>
          <a:xfrm rot="16200000" flipH="1">
            <a:off x="8189111" y="4418756"/>
            <a:ext cx="1238676" cy="12001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59" name="Egyenes összekötő 58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630071" y="5331203"/>
            <a:ext cx="518799" cy="3417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0" name="Egyenes összekötő 59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664389" y="5756047"/>
            <a:ext cx="539776" cy="9696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1" name="Egyenes összekötő 60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564238" y="5279593"/>
            <a:ext cx="462785" cy="117211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2" name="Egyenes összekötő 61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16200000" flipH="1">
            <a:off x="8510999" y="5757345"/>
            <a:ext cx="473746" cy="2222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3" name="Egyenes összekötő 62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589387" y="6027555"/>
            <a:ext cx="215092" cy="5162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64" name="Egyenes összekötő 63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787495" y="6103696"/>
            <a:ext cx="250524" cy="4057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65" name="Csoportba foglalás 70"/>
          <p:cNvGrpSpPr/>
          <p:nvPr/>
        </p:nvGrpSpPr>
        <p:grpSpPr>
          <a:xfrm>
            <a:off x="7643868" y="2348098"/>
            <a:ext cx="1935331" cy="1472572"/>
            <a:chOff x="4290324" y="1112255"/>
            <a:chExt cx="1935331" cy="1472572"/>
          </a:xfrm>
        </p:grpSpPr>
        <p:sp>
          <p:nvSpPr>
            <p:cNvPr id="66" name="Téglalap 65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7" name="Téglalap 66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8" name="Téglalap 67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69" name="Téglalap 68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0" name="Ív 69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1" name="Ív 70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2" name="Ív 7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3" name="Ív 72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4" name="Ív 73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5" name="Ív 74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6" name="Ív 75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7" name="Ív 76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8" name="Ellipszis 77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79" name="Ellipszis 78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0" name="Ellipszis 79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1" name="Ellipszis 80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2" name="Ellipszis 81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3" name="Ellipszis 82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4" name="Ellipszis 83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5" name="Ellipszis 84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6" name="Ellipszis 85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7" name="Ellipszis 86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8" name="Ellipszis 87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89" name="Téglalap 88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0" name="Ellipszis 89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1" name="Ellipszis 90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92" name="Ív 91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93" name="Egyenes összekötő 92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824864" y="4994884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4" name="Egyenes összekötő 93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886776" y="4752852"/>
            <a:ext cx="315200" cy="24203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95" name="Egyenes összekötő 94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884396" y="5004411"/>
            <a:ext cx="215980" cy="104041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96" name="Csoportba foglalás 139"/>
          <p:cNvGrpSpPr/>
          <p:nvPr/>
        </p:nvGrpSpPr>
        <p:grpSpPr>
          <a:xfrm rot="20357904">
            <a:off x="8681788" y="4115628"/>
            <a:ext cx="273445" cy="983403"/>
            <a:chOff x="10752209" y="4092956"/>
            <a:chExt cx="273445" cy="983403"/>
          </a:xfrm>
        </p:grpSpPr>
        <p:cxnSp>
          <p:nvCxnSpPr>
            <p:cNvPr id="97" name="Egyenes összekötő 96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98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99" name="Egyenes összekötő 98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0" name="Egyenes összekötő 99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1" name="Egyenes összekötő 100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Csoportba foglalás 62"/>
          <p:cNvGrpSpPr/>
          <p:nvPr/>
        </p:nvGrpSpPr>
        <p:grpSpPr>
          <a:xfrm rot="507348">
            <a:off x="8397122" y="4143308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526495">
            <a:off x="8093239" y="3246801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944057" y="4459206"/>
            <a:ext cx="1238676" cy="120017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430215" y="5312075"/>
            <a:ext cx="488124" cy="126855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580920" y="5706349"/>
            <a:ext cx="485037" cy="203471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323946" y="5286705"/>
            <a:ext cx="462785" cy="117211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245711" y="579494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287182" y="606012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728176" y="60648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111" name="Csoportba foglalás 70"/>
          <p:cNvGrpSpPr/>
          <p:nvPr/>
        </p:nvGrpSpPr>
        <p:grpSpPr>
          <a:xfrm>
            <a:off x="7427388" y="2359972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582984" y="507184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644896" y="495219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642516" y="508137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142" name="Csoportba foglalás 139"/>
          <p:cNvGrpSpPr/>
          <p:nvPr/>
        </p:nvGrpSpPr>
        <p:grpSpPr>
          <a:xfrm rot="20244305">
            <a:off x="8493884" y="4156077"/>
            <a:ext cx="273445" cy="983403"/>
            <a:chOff x="10752209" y="4092956"/>
            <a:chExt cx="273445" cy="983403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144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4" name="Csoportba foglalás 139"/>
          <p:cNvGrpSpPr/>
          <p:nvPr/>
        </p:nvGrpSpPr>
        <p:grpSpPr>
          <a:xfrm rot="20819094">
            <a:off x="8255758" y="4203704"/>
            <a:ext cx="273445" cy="983403"/>
            <a:chOff x="10752209" y="4092956"/>
            <a:chExt cx="273445" cy="983403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5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0424956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70"/>
          <p:cNvGrpSpPr/>
          <p:nvPr/>
        </p:nvGrpSpPr>
        <p:grpSpPr>
          <a:xfrm rot="21498461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21436450">
            <a:off x="8160507" y="4146554"/>
            <a:ext cx="273445" cy="983403"/>
            <a:chOff x="10752209" y="4092956"/>
            <a:chExt cx="273445" cy="983403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752209" y="4426586"/>
              <a:ext cx="222622" cy="649773"/>
              <a:chOff x="5226439" y="3144522"/>
              <a:chExt cx="222622" cy="649773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176195" y="3558313"/>
                <a:ext cx="286226" cy="185737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0827" y="3679357"/>
                <a:ext cx="57150" cy="38100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225697" y="3311687"/>
                <a:ext cx="390529" cy="56199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499356">
            <a:off x="7973725" y="4129445"/>
            <a:ext cx="398051" cy="710956"/>
            <a:chOff x="10627602" y="4092957"/>
            <a:chExt cx="398051" cy="710956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3" y="4242156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1683433">
            <a:off x="7881651" y="4048481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98121" y="4159183"/>
            <a:ext cx="96009" cy="917643"/>
            <a:chOff x="10823034" y="4022082"/>
            <a:chExt cx="96009" cy="917643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737698" y="4769284"/>
              <a:ext cx="258694" cy="82187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10823034" y="4815794"/>
              <a:ext cx="71972" cy="21537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2845201">
            <a:off x="7851487" y="4019906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333840" y="4159183"/>
            <a:ext cx="81498" cy="927166"/>
            <a:chOff x="10858753" y="4022082"/>
            <a:chExt cx="81498" cy="927166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759129" y="4800239"/>
              <a:ext cx="268219" cy="29800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10858753" y="4818175"/>
              <a:ext cx="81498" cy="72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3552545">
            <a:off x="7837199" y="3900844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5610350">
            <a:off x="7892446" y="3759873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" name="Csoportba foglalás 139"/>
          <p:cNvGrpSpPr/>
          <p:nvPr/>
        </p:nvGrpSpPr>
        <p:grpSpPr>
          <a:xfrm rot="6943540">
            <a:off x="7997221" y="3683673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47898" y="4159183"/>
            <a:ext cx="146232" cy="879819"/>
            <a:chOff x="10772811" y="4022082"/>
            <a:chExt cx="146232" cy="879819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38045" y="4721879"/>
              <a:ext cx="214788" cy="145256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 rot="21291139">
              <a:off x="10798735" y="4796013"/>
              <a:ext cx="67310" cy="4524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8226870" y="5343970"/>
            <a:ext cx="488312" cy="101354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 rot="16200000" flipH="1">
            <a:off x="8330215" y="5696941"/>
            <a:ext cx="519749" cy="200272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99576" y="6077589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5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3" name="Csoportba foglalás 139"/>
          <p:cNvGrpSpPr/>
          <p:nvPr/>
        </p:nvGrpSpPr>
        <p:grpSpPr>
          <a:xfrm rot="7985933">
            <a:off x="8106759" y="3593185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4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92928" y="4159183"/>
            <a:ext cx="101202" cy="914737"/>
            <a:chOff x="10817841" y="4022082"/>
            <a:chExt cx="101202" cy="914737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828119" y="4681030"/>
              <a:ext cx="80019" cy="25578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10817841" y="4809248"/>
              <a:ext cx="86631" cy="3148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>
            <a:off x="8420349" y="5150491"/>
            <a:ext cx="25192" cy="517680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8438011" y="5567420"/>
            <a:ext cx="129552" cy="51016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61530" y="6063102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" name="Csoportba foglalás 139"/>
          <p:cNvGrpSpPr/>
          <p:nvPr/>
        </p:nvGrpSpPr>
        <p:grpSpPr>
          <a:xfrm rot="7985933">
            <a:off x="8106759" y="3593185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5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2481ED37-C177-475C-B61A-05190783D11B}"/>
              </a:ext>
            </a:extLst>
          </p:cNvPr>
          <p:cNvCxnSpPr>
            <a:cxnSpLocks/>
          </p:cNvCxnSpPr>
          <p:nvPr/>
        </p:nvCxnSpPr>
        <p:spPr>
          <a:xfrm>
            <a:off x="8055376" y="3363303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Egyenes összekötő 59">
            <a:extLst>
              <a:ext uri="{FF2B5EF4-FFF2-40B4-BE49-F238E27FC236}">
                <a16:creationId xmlns:a16="http://schemas.microsoft.com/office/drawing/2014/main" id="{89FBBF99-1CBB-4CF3-A58D-D284993A8F8B}"/>
              </a:ext>
            </a:extLst>
          </p:cNvPr>
          <p:cNvCxnSpPr>
            <a:cxnSpLocks/>
          </p:cNvCxnSpPr>
          <p:nvPr/>
        </p:nvCxnSpPr>
        <p:spPr>
          <a:xfrm>
            <a:off x="8430474" y="3810259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Egyenes összekötő 60">
            <a:extLst>
              <a:ext uri="{FF2B5EF4-FFF2-40B4-BE49-F238E27FC236}">
                <a16:creationId xmlns:a16="http://schemas.microsoft.com/office/drawing/2014/main" id="{5E5EC263-E967-4CE9-8B36-211CC66296C7}"/>
              </a:ext>
            </a:extLst>
          </p:cNvPr>
          <p:cNvCxnSpPr>
            <a:cxnSpLocks/>
          </p:cNvCxnSpPr>
          <p:nvPr/>
        </p:nvCxnSpPr>
        <p:spPr>
          <a:xfrm>
            <a:off x="8147505" y="4401001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8573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62"/>
          <p:cNvGrpSpPr/>
          <p:nvPr/>
        </p:nvGrpSpPr>
        <p:grpSpPr>
          <a:xfrm>
            <a:off x="8292928" y="4159183"/>
            <a:ext cx="101202" cy="914737"/>
            <a:chOff x="10817841" y="4022082"/>
            <a:chExt cx="101202" cy="914737"/>
          </a:xfrm>
        </p:grpSpPr>
        <p:cxnSp>
          <p:nvCxnSpPr>
            <p:cNvPr id="65" name="Egyenes összekötő 64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828119" y="4681030"/>
              <a:ext cx="80019" cy="25578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6" name="Egyenes összekötő 95">
              <a:extLst>
                <a:ext uri="{FF2B5EF4-FFF2-40B4-BE49-F238E27FC236}">
                  <a16:creationId xmlns:a16="http://schemas.microsoft.com/office/drawing/2014/main" id="{B036EFBB-B759-40E9-B82D-23C7D091B8CA}"/>
                </a:ext>
              </a:extLst>
            </p:cNvPr>
            <p:cNvCxnSpPr>
              <a:cxnSpLocks/>
            </p:cNvCxnSpPr>
            <p:nvPr/>
          </p:nvCxnSpPr>
          <p:spPr>
            <a:xfrm rot="5091139">
              <a:off x="10711159" y="4554950"/>
              <a:ext cx="376239" cy="39529"/>
            </a:xfrm>
            <a:prstGeom prst="line">
              <a:avLst/>
            </a:prstGeom>
            <a:ln w="762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98" name="Egyenes összekötő 97">
              <a:extLst>
                <a:ext uri="{FF2B5EF4-FFF2-40B4-BE49-F238E27FC236}">
                  <a16:creationId xmlns:a16="http://schemas.microsoft.com/office/drawing/2014/main" id="{7863B88A-0E27-4C86-B111-7EEBBC10DAF0}"/>
                </a:ext>
              </a:extLst>
            </p:cNvPr>
            <p:cNvCxnSpPr>
              <a:cxnSpLocks/>
            </p:cNvCxnSpPr>
            <p:nvPr/>
          </p:nvCxnSpPr>
          <p:spPr>
            <a:xfrm>
              <a:off x="10817841" y="4809248"/>
              <a:ext cx="86631" cy="3148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02" name="Egyenes összekötő 101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698409" y="4229798"/>
              <a:ext cx="416569" cy="113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04" name="Egyenes összekötő 103">
            <a:extLst>
              <a:ext uri="{FF2B5EF4-FFF2-40B4-BE49-F238E27FC236}">
                <a16:creationId xmlns:a16="http://schemas.microsoft.com/office/drawing/2014/main" id="{12171BB5-D8C1-45BF-B826-1F11F4BF6926}"/>
              </a:ext>
            </a:extLst>
          </p:cNvPr>
          <p:cNvCxnSpPr>
            <a:cxnSpLocks/>
          </p:cNvCxnSpPr>
          <p:nvPr/>
        </p:nvCxnSpPr>
        <p:spPr>
          <a:xfrm rot="16200000" flipH="1">
            <a:off x="7790803" y="4515502"/>
            <a:ext cx="1252349" cy="31849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5" name="Egyenes összekötő 104">
            <a:extLst>
              <a:ext uri="{FF2B5EF4-FFF2-40B4-BE49-F238E27FC236}">
                <a16:creationId xmlns:a16="http://schemas.microsoft.com/office/drawing/2014/main" id="{A75BC883-5C06-4013-AFE9-D7B2D9599F39}"/>
              </a:ext>
            </a:extLst>
          </p:cNvPr>
          <p:cNvCxnSpPr>
            <a:cxnSpLocks/>
          </p:cNvCxnSpPr>
          <p:nvPr/>
        </p:nvCxnSpPr>
        <p:spPr>
          <a:xfrm>
            <a:off x="8420349" y="5150491"/>
            <a:ext cx="25192" cy="517680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6" name="Egyenes összekötő 105">
            <a:extLst>
              <a:ext uri="{FF2B5EF4-FFF2-40B4-BE49-F238E27FC236}">
                <a16:creationId xmlns:a16="http://schemas.microsoft.com/office/drawing/2014/main" id="{E82DC648-5D58-4B58-9BF9-8D76B1C0FA54}"/>
              </a:ext>
            </a:extLst>
          </p:cNvPr>
          <p:cNvCxnSpPr>
            <a:cxnSpLocks/>
          </p:cNvCxnSpPr>
          <p:nvPr/>
        </p:nvCxnSpPr>
        <p:spPr>
          <a:xfrm>
            <a:off x="8438011" y="5567420"/>
            <a:ext cx="129552" cy="510168"/>
          </a:xfrm>
          <a:prstGeom prst="line">
            <a:avLst/>
          </a:prstGeom>
          <a:ln w="76200">
            <a:solidFill>
              <a:schemeClr val="accent2">
                <a:lumMod val="50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7" name="Egyenes összekötő 106">
            <a:extLst>
              <a:ext uri="{FF2B5EF4-FFF2-40B4-BE49-F238E27FC236}">
                <a16:creationId xmlns:a16="http://schemas.microsoft.com/office/drawing/2014/main" id="{69A40223-9252-40BB-9BCF-1FC2D01C4E13}"/>
              </a:ext>
            </a:extLst>
          </p:cNvPr>
          <p:cNvCxnSpPr>
            <a:cxnSpLocks/>
          </p:cNvCxnSpPr>
          <p:nvPr/>
        </p:nvCxnSpPr>
        <p:spPr>
          <a:xfrm rot="5400000">
            <a:off x="8149807" y="5352462"/>
            <a:ext cx="493132" cy="54145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8" name="Egyenes összekötő 107">
            <a:extLst>
              <a:ext uri="{FF2B5EF4-FFF2-40B4-BE49-F238E27FC236}">
                <a16:creationId xmlns:a16="http://schemas.microsoft.com/office/drawing/2014/main" id="{1B122A82-9683-468F-9251-845FB6B1426F}"/>
              </a:ext>
            </a:extLst>
          </p:cNvPr>
          <p:cNvCxnSpPr>
            <a:cxnSpLocks/>
          </p:cNvCxnSpPr>
          <p:nvPr/>
        </p:nvCxnSpPr>
        <p:spPr>
          <a:xfrm rot="5400000">
            <a:off x="8131411" y="5801295"/>
            <a:ext cx="476192" cy="15954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09" name="Egyenes összekötő 108">
            <a:extLst>
              <a:ext uri="{FF2B5EF4-FFF2-40B4-BE49-F238E27FC236}">
                <a16:creationId xmlns:a16="http://schemas.microsoft.com/office/drawing/2014/main" id="{D514A210-3140-45D2-8010-E1C19CDD7E5B}"/>
              </a:ext>
            </a:extLst>
          </p:cNvPr>
          <p:cNvCxnSpPr>
            <a:cxnSpLocks/>
          </p:cNvCxnSpPr>
          <p:nvPr/>
        </p:nvCxnSpPr>
        <p:spPr>
          <a:xfrm flipV="1">
            <a:off x="8166532" y="6079176"/>
            <a:ext cx="223652" cy="16639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10" name="Egyenes összekötő 10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61530" y="6063102"/>
            <a:ext cx="239857" cy="30926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39" name="Egyenes összekötő 138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392484" y="5090896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0" name="Egyenes összekötő 139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 flipV="1">
            <a:off x="8454396" y="4971246"/>
            <a:ext cx="340106" cy="119653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41" name="Egyenes összekötő 140">
            <a:extLst>
              <a:ext uri="{FF2B5EF4-FFF2-40B4-BE49-F238E27FC236}">
                <a16:creationId xmlns:a16="http://schemas.microsoft.com/office/drawing/2014/main" id="{7863B88A-0E27-4C86-B111-7EEBBC10DAF0}"/>
              </a:ext>
            </a:extLst>
          </p:cNvPr>
          <p:cNvCxnSpPr>
            <a:cxnSpLocks/>
          </p:cNvCxnSpPr>
          <p:nvPr/>
        </p:nvCxnSpPr>
        <p:spPr>
          <a:xfrm>
            <a:off x="8452016" y="5100423"/>
            <a:ext cx="247483" cy="72704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103" name="Ellipszis 102">
            <a:extLst>
              <a:ext uri="{FF2B5EF4-FFF2-40B4-BE49-F238E27FC236}">
                <a16:creationId xmlns:a16="http://schemas.microsoft.com/office/drawing/2014/main" id="{197F9E6B-427A-4503-BFA1-0225DAE6DD86}"/>
              </a:ext>
            </a:extLst>
          </p:cNvPr>
          <p:cNvSpPr/>
          <p:nvPr/>
        </p:nvSpPr>
        <p:spPr>
          <a:xfrm rot="21029991">
            <a:off x="8026566" y="3256325"/>
            <a:ext cx="680831" cy="639975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70"/>
          <p:cNvGrpSpPr/>
          <p:nvPr/>
        </p:nvGrpSpPr>
        <p:grpSpPr>
          <a:xfrm rot="503496">
            <a:off x="7303564" y="2369496"/>
            <a:ext cx="1935331" cy="1472572"/>
            <a:chOff x="4290324" y="1112255"/>
            <a:chExt cx="1935331" cy="1472572"/>
          </a:xfrm>
        </p:grpSpPr>
        <p:sp>
          <p:nvSpPr>
            <p:cNvPr id="112" name="Téglalap 111">
              <a:extLst>
                <a:ext uri="{FF2B5EF4-FFF2-40B4-BE49-F238E27FC236}">
                  <a16:creationId xmlns:a16="http://schemas.microsoft.com/office/drawing/2014/main" id="{B305E8A1-37BA-4304-9B58-D0022DEAF9BD}"/>
                </a:ext>
              </a:extLst>
            </p:cNvPr>
            <p:cNvSpPr/>
            <p:nvPr/>
          </p:nvSpPr>
          <p:spPr>
            <a:xfrm rot="4029572">
              <a:off x="5725107" y="2219770"/>
              <a:ext cx="60600" cy="4490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3" name="Téglalap 112">
              <a:extLst>
                <a:ext uri="{FF2B5EF4-FFF2-40B4-BE49-F238E27FC236}">
                  <a16:creationId xmlns:a16="http://schemas.microsoft.com/office/drawing/2014/main" id="{71C70948-64AD-4673-A491-EA982EDD4504}"/>
                </a:ext>
              </a:extLst>
            </p:cNvPr>
            <p:cNvSpPr/>
            <p:nvPr/>
          </p:nvSpPr>
          <p:spPr>
            <a:xfrm rot="5084276">
              <a:off x="5791046" y="2176291"/>
              <a:ext cx="59823" cy="36842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4" name="Téglalap 113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9389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5" name="Téglalap 114">
              <a:extLst>
                <a:ext uri="{FF2B5EF4-FFF2-40B4-BE49-F238E27FC236}">
                  <a16:creationId xmlns:a16="http://schemas.microsoft.com/office/drawing/2014/main" id="{FE06A6BB-0141-44BD-BE8F-FE0E848C58A9}"/>
                </a:ext>
              </a:extLst>
            </p:cNvPr>
            <p:cNvSpPr/>
            <p:nvPr/>
          </p:nvSpPr>
          <p:spPr>
            <a:xfrm rot="4652546">
              <a:off x="5928227" y="1866946"/>
              <a:ext cx="45719" cy="436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6" name="Ív 115">
              <a:extLst>
                <a:ext uri="{FF2B5EF4-FFF2-40B4-BE49-F238E27FC236}">
                  <a16:creationId xmlns:a16="http://schemas.microsoft.com/office/drawing/2014/main" id="{463ABCC9-1A26-452A-BDA0-2BDC797486B5}"/>
                </a:ext>
              </a:extLst>
            </p:cNvPr>
            <p:cNvSpPr/>
            <p:nvPr/>
          </p:nvSpPr>
          <p:spPr>
            <a:xfrm>
              <a:off x="4290324" y="2043550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7" name="Ív 116">
              <a:extLst>
                <a:ext uri="{FF2B5EF4-FFF2-40B4-BE49-F238E27FC236}">
                  <a16:creationId xmlns:a16="http://schemas.microsoft.com/office/drawing/2014/main" id="{19B6BF4D-20E0-4495-ACE8-18ABD964A2F8}"/>
                </a:ext>
              </a:extLst>
            </p:cNvPr>
            <p:cNvSpPr/>
            <p:nvPr/>
          </p:nvSpPr>
          <p:spPr>
            <a:xfrm rot="19400467">
              <a:off x="4347068" y="2010746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8" name="Ív 117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4766873" y="1714949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19" name="Ív 118">
              <a:extLst>
                <a:ext uri="{FF2B5EF4-FFF2-40B4-BE49-F238E27FC236}">
                  <a16:creationId xmlns:a16="http://schemas.microsoft.com/office/drawing/2014/main" id="{B109A560-96C8-4BB0-B1E4-AC6835134FF9}"/>
                </a:ext>
              </a:extLst>
            </p:cNvPr>
            <p:cNvSpPr/>
            <p:nvPr/>
          </p:nvSpPr>
          <p:spPr>
            <a:xfrm rot="12991549">
              <a:off x="4971517" y="18009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0" name="Ív 119">
              <a:extLst>
                <a:ext uri="{FF2B5EF4-FFF2-40B4-BE49-F238E27FC236}">
                  <a16:creationId xmlns:a16="http://schemas.microsoft.com/office/drawing/2014/main" id="{0AFDF3A6-21B0-4CC0-9C3E-4ABCD1026A67}"/>
                </a:ext>
              </a:extLst>
            </p:cNvPr>
            <p:cNvSpPr/>
            <p:nvPr/>
          </p:nvSpPr>
          <p:spPr>
            <a:xfrm rot="12991549">
              <a:off x="5123917" y="1953385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1" name="Ív 120">
              <a:extLst>
                <a:ext uri="{FF2B5EF4-FFF2-40B4-BE49-F238E27FC236}">
                  <a16:creationId xmlns:a16="http://schemas.microsoft.com/office/drawing/2014/main" id="{9C33CFD3-07AF-4CA6-AB81-B78A01655E54}"/>
                </a:ext>
              </a:extLst>
            </p:cNvPr>
            <p:cNvSpPr/>
            <p:nvPr/>
          </p:nvSpPr>
          <p:spPr>
            <a:xfrm rot="4613624">
              <a:off x="4805243" y="1443121"/>
              <a:ext cx="960050" cy="298317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2" name="Ív 121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176526" y="1095135"/>
              <a:ext cx="679071" cy="944184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3" name="Ív 122">
              <a:extLst>
                <a:ext uri="{FF2B5EF4-FFF2-40B4-BE49-F238E27FC236}">
                  <a16:creationId xmlns:a16="http://schemas.microsoft.com/office/drawing/2014/main" id="{FEC93D91-5A91-4854-9593-13C3BC92056C}"/>
                </a:ext>
              </a:extLst>
            </p:cNvPr>
            <p:cNvSpPr/>
            <p:nvPr/>
          </p:nvSpPr>
          <p:spPr>
            <a:xfrm rot="15466093">
              <a:off x="5097515" y="1545501"/>
              <a:ext cx="829472" cy="142511"/>
            </a:xfrm>
            <a:prstGeom prst="arc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4" name="Ellipszis 123"/>
            <p:cNvSpPr/>
            <p:nvPr/>
          </p:nvSpPr>
          <p:spPr>
            <a:xfrm>
              <a:off x="5295900" y="189738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5" name="Ellipszis 124"/>
            <p:cNvSpPr/>
            <p:nvPr/>
          </p:nvSpPr>
          <p:spPr>
            <a:xfrm>
              <a:off x="5189220" y="1546860"/>
              <a:ext cx="327660" cy="5715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6" name="Ellipszis 125"/>
            <p:cNvSpPr/>
            <p:nvPr/>
          </p:nvSpPr>
          <p:spPr>
            <a:xfrm rot="6299066">
              <a:off x="4953000" y="1447800"/>
              <a:ext cx="525780" cy="4038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7" name="Ellipszis 126"/>
            <p:cNvSpPr/>
            <p:nvPr/>
          </p:nvSpPr>
          <p:spPr>
            <a:xfrm rot="7164662">
              <a:off x="5044428" y="1337080"/>
              <a:ext cx="464322" cy="2552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8" name="Ellipszis 127"/>
            <p:cNvSpPr/>
            <p:nvPr/>
          </p:nvSpPr>
          <p:spPr>
            <a:xfrm rot="1545638">
              <a:off x="4990606" y="1864394"/>
              <a:ext cx="525780" cy="30094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29" name="Ellipszis 128"/>
            <p:cNvSpPr/>
            <p:nvPr/>
          </p:nvSpPr>
          <p:spPr>
            <a:xfrm rot="9232562">
              <a:off x="4794282" y="1826019"/>
              <a:ext cx="536127" cy="21581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0" name="Ellipszis 129"/>
            <p:cNvSpPr/>
            <p:nvPr/>
          </p:nvSpPr>
          <p:spPr>
            <a:xfrm rot="7869867">
              <a:off x="5464495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1" name="Ellipszis 130"/>
            <p:cNvSpPr/>
            <p:nvPr/>
          </p:nvSpPr>
          <p:spPr>
            <a:xfrm rot="7869867">
              <a:off x="5571175" y="2255690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2" name="Ellipszis 131"/>
            <p:cNvSpPr/>
            <p:nvPr/>
          </p:nvSpPr>
          <p:spPr>
            <a:xfrm rot="7869867">
              <a:off x="5525456" y="2278549"/>
              <a:ext cx="531097" cy="8146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3" name="Ellipszis 132"/>
            <p:cNvSpPr/>
            <p:nvPr/>
          </p:nvSpPr>
          <p:spPr>
            <a:xfrm rot="9661973">
              <a:off x="5577524" y="21102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4" name="Ellipszis 133"/>
            <p:cNvSpPr/>
            <p:nvPr/>
          </p:nvSpPr>
          <p:spPr>
            <a:xfrm rot="4423027">
              <a:off x="5353709" y="2136675"/>
              <a:ext cx="531097" cy="1840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5" name="Téglalap 134">
              <a:extLst>
                <a:ext uri="{FF2B5EF4-FFF2-40B4-BE49-F238E27FC236}">
                  <a16:creationId xmlns:a16="http://schemas.microsoft.com/office/drawing/2014/main" id="{B7F675AD-769D-469A-86B6-8AE3B0EFED34}"/>
                </a:ext>
              </a:extLst>
            </p:cNvPr>
            <p:cNvSpPr/>
            <p:nvPr/>
          </p:nvSpPr>
          <p:spPr>
            <a:xfrm rot="3125038">
              <a:off x="5938769" y="1748471"/>
              <a:ext cx="45719" cy="5280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6" name="Ellipszis 135"/>
            <p:cNvSpPr/>
            <p:nvPr/>
          </p:nvSpPr>
          <p:spPr>
            <a:xfrm rot="9661973">
              <a:off x="5577524" y="191977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7" name="Ellipszis 136"/>
            <p:cNvSpPr/>
            <p:nvPr/>
          </p:nvSpPr>
          <p:spPr>
            <a:xfrm rot="9661973">
              <a:off x="5455604" y="2041695"/>
              <a:ext cx="528546" cy="1201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38" name="Ív 137"/>
            <p:cNvSpPr/>
            <p:nvPr/>
          </p:nvSpPr>
          <p:spPr>
            <a:xfrm rot="1568893">
              <a:off x="5123551" y="1235585"/>
              <a:ext cx="625305" cy="1305673"/>
            </a:xfrm>
            <a:prstGeom prst="arc">
              <a:avLst/>
            </a:pr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4" name="Csoportba foglalás 139"/>
          <p:cNvGrpSpPr/>
          <p:nvPr/>
        </p:nvGrpSpPr>
        <p:grpSpPr>
          <a:xfrm rot="7985933">
            <a:off x="8106759" y="3593185"/>
            <a:ext cx="398052" cy="710957"/>
            <a:chOff x="10627602" y="4092956"/>
            <a:chExt cx="398052" cy="710957"/>
          </a:xfrm>
        </p:grpSpPr>
        <p:cxnSp>
          <p:nvCxnSpPr>
            <p:cNvPr id="143" name="Egyenes összekötő 142">
              <a:extLst>
                <a:ext uri="{FF2B5EF4-FFF2-40B4-BE49-F238E27FC236}">
                  <a16:creationId xmlns:a16="http://schemas.microsoft.com/office/drawing/2014/main" id="{675CE29F-A68D-4CC9-BEAC-8CB94ECC43B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5" name="Csoportba foglalás 107"/>
            <p:cNvGrpSpPr/>
            <p:nvPr/>
          </p:nvGrpSpPr>
          <p:grpSpPr>
            <a:xfrm>
              <a:off x="10627602" y="4431926"/>
              <a:ext cx="370772" cy="371987"/>
              <a:chOff x="5101832" y="3149862"/>
              <a:chExt cx="370772" cy="371987"/>
            </a:xfrm>
          </p:grpSpPr>
          <p:cxnSp>
            <p:nvCxnSpPr>
              <p:cNvPr id="145" name="Egyenes összekötő 144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10300644" flipV="1">
                <a:off x="5101832" y="3468823"/>
                <a:ext cx="329322" cy="9114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7863B88A-0E27-4C86-B111-7EEBBC10DAF0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01622" y="3477357"/>
                <a:ext cx="88669" cy="3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B036EFBB-B759-40E9-B82D-23C7D091B8CA}"/>
                  </a:ext>
                </a:extLst>
              </p:cNvPr>
              <p:cNvCxnSpPr>
                <a:cxnSpLocks/>
              </p:cNvCxnSpPr>
              <p:nvPr/>
            </p:nvCxnSpPr>
            <p:spPr>
              <a:xfrm rot="4900644">
                <a:off x="5265029" y="3260511"/>
                <a:ext cx="318224" cy="9692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2481ED37-C177-475C-B61A-05190783D11B}"/>
              </a:ext>
            </a:extLst>
          </p:cNvPr>
          <p:cNvCxnSpPr>
            <a:cxnSpLocks/>
          </p:cNvCxnSpPr>
          <p:nvPr/>
        </p:nvCxnSpPr>
        <p:spPr>
          <a:xfrm>
            <a:off x="8055376" y="3363303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Egyenes összekötő 59">
            <a:extLst>
              <a:ext uri="{FF2B5EF4-FFF2-40B4-BE49-F238E27FC236}">
                <a16:creationId xmlns:a16="http://schemas.microsoft.com/office/drawing/2014/main" id="{89FBBF99-1CBB-4CF3-A58D-D284993A8F8B}"/>
              </a:ext>
            </a:extLst>
          </p:cNvPr>
          <p:cNvCxnSpPr>
            <a:cxnSpLocks/>
          </p:cNvCxnSpPr>
          <p:nvPr/>
        </p:nvCxnSpPr>
        <p:spPr>
          <a:xfrm>
            <a:off x="8430474" y="3810259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Egyenes összekötő 60">
            <a:extLst>
              <a:ext uri="{FF2B5EF4-FFF2-40B4-BE49-F238E27FC236}">
                <a16:creationId xmlns:a16="http://schemas.microsoft.com/office/drawing/2014/main" id="{5E5EC263-E967-4CE9-8B36-211CC66296C7}"/>
              </a:ext>
            </a:extLst>
          </p:cNvPr>
          <p:cNvCxnSpPr>
            <a:cxnSpLocks/>
          </p:cNvCxnSpPr>
          <p:nvPr/>
        </p:nvCxnSpPr>
        <p:spPr>
          <a:xfrm>
            <a:off x="8147505" y="4401001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Egyenes összekötő 54">
            <a:extLst>
              <a:ext uri="{FF2B5EF4-FFF2-40B4-BE49-F238E27FC236}">
                <a16:creationId xmlns:a16="http://schemas.microsoft.com/office/drawing/2014/main" id="{7344CA29-B2CB-4BD8-B5B6-FAF1579DACA0}"/>
              </a:ext>
            </a:extLst>
          </p:cNvPr>
          <p:cNvCxnSpPr>
            <a:cxnSpLocks/>
          </p:cNvCxnSpPr>
          <p:nvPr/>
        </p:nvCxnSpPr>
        <p:spPr>
          <a:xfrm flipH="1">
            <a:off x="8242668" y="3654495"/>
            <a:ext cx="2862" cy="50468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Egyenes összekötő 56">
            <a:extLst>
              <a:ext uri="{FF2B5EF4-FFF2-40B4-BE49-F238E27FC236}">
                <a16:creationId xmlns:a16="http://schemas.microsoft.com/office/drawing/2014/main" id="{CECFCD49-8D45-427E-AF68-B06750B5870F}"/>
              </a:ext>
            </a:extLst>
          </p:cNvPr>
          <p:cNvCxnSpPr>
            <a:cxnSpLocks/>
          </p:cNvCxnSpPr>
          <p:nvPr/>
        </p:nvCxnSpPr>
        <p:spPr>
          <a:xfrm>
            <a:off x="8461539" y="4900950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Egyenes összekötő 57">
            <a:extLst>
              <a:ext uri="{FF2B5EF4-FFF2-40B4-BE49-F238E27FC236}">
                <a16:creationId xmlns:a16="http://schemas.microsoft.com/office/drawing/2014/main" id="{8078D66C-0F54-41C3-9D57-8B792BF9B3DC}"/>
              </a:ext>
            </a:extLst>
          </p:cNvPr>
          <p:cNvCxnSpPr>
            <a:cxnSpLocks/>
          </p:cNvCxnSpPr>
          <p:nvPr/>
        </p:nvCxnSpPr>
        <p:spPr>
          <a:xfrm>
            <a:off x="8786965" y="4159183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Egyenes összekötő 58">
            <a:extLst>
              <a:ext uri="{FF2B5EF4-FFF2-40B4-BE49-F238E27FC236}">
                <a16:creationId xmlns:a16="http://schemas.microsoft.com/office/drawing/2014/main" id="{E925BE48-C8C6-4AED-A030-20FA9B40589E}"/>
              </a:ext>
            </a:extLst>
          </p:cNvPr>
          <p:cNvCxnSpPr>
            <a:cxnSpLocks/>
          </p:cNvCxnSpPr>
          <p:nvPr/>
        </p:nvCxnSpPr>
        <p:spPr>
          <a:xfrm>
            <a:off x="8114024" y="5455960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Egyenes összekötő 61">
            <a:extLst>
              <a:ext uri="{FF2B5EF4-FFF2-40B4-BE49-F238E27FC236}">
                <a16:creationId xmlns:a16="http://schemas.microsoft.com/office/drawing/2014/main" id="{86E297D7-C8E2-4633-8703-3036C411D5BC}"/>
              </a:ext>
            </a:extLst>
          </p:cNvPr>
          <p:cNvCxnSpPr>
            <a:cxnSpLocks/>
          </p:cNvCxnSpPr>
          <p:nvPr/>
        </p:nvCxnSpPr>
        <p:spPr>
          <a:xfrm>
            <a:off x="8303206" y="5157601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Egyenes összekötő 62">
            <a:extLst>
              <a:ext uri="{FF2B5EF4-FFF2-40B4-BE49-F238E27FC236}">
                <a16:creationId xmlns:a16="http://schemas.microsoft.com/office/drawing/2014/main" id="{01BC8C0E-A9C8-4115-9843-A3F376230DE0}"/>
              </a:ext>
            </a:extLst>
          </p:cNvPr>
          <p:cNvCxnSpPr>
            <a:cxnSpLocks/>
          </p:cNvCxnSpPr>
          <p:nvPr/>
        </p:nvCxnSpPr>
        <p:spPr>
          <a:xfrm>
            <a:off x="8699499" y="5472400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Egyenes összekötő 63">
            <a:extLst>
              <a:ext uri="{FF2B5EF4-FFF2-40B4-BE49-F238E27FC236}">
                <a16:creationId xmlns:a16="http://schemas.microsoft.com/office/drawing/2014/main" id="{F3750794-B2C1-4214-BC65-10FCB37FC01D}"/>
              </a:ext>
            </a:extLst>
          </p:cNvPr>
          <p:cNvCxnSpPr>
            <a:cxnSpLocks/>
          </p:cNvCxnSpPr>
          <p:nvPr/>
        </p:nvCxnSpPr>
        <p:spPr>
          <a:xfrm>
            <a:off x="9021647" y="3188631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0837730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6" name="Egyenes összekötő 65">
            <a:extLst>
              <a:ext uri="{FF2B5EF4-FFF2-40B4-BE49-F238E27FC236}">
                <a16:creationId xmlns:a16="http://schemas.microsoft.com/office/drawing/2014/main" id="{2A79A0FA-4B8D-4F24-924E-D73E90519DF4}"/>
              </a:ext>
            </a:extLst>
          </p:cNvPr>
          <p:cNvCxnSpPr>
            <a:cxnSpLocks/>
          </p:cNvCxnSpPr>
          <p:nvPr/>
        </p:nvCxnSpPr>
        <p:spPr>
          <a:xfrm>
            <a:off x="8264926" y="3553803"/>
            <a:ext cx="0" cy="100867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Egyenes összekötő 66">
            <a:extLst>
              <a:ext uri="{FF2B5EF4-FFF2-40B4-BE49-F238E27FC236}">
                <a16:creationId xmlns:a16="http://schemas.microsoft.com/office/drawing/2014/main" id="{798C326B-3B0B-4E18-AEF9-F9FA6E0A14AB}"/>
              </a:ext>
            </a:extLst>
          </p:cNvPr>
          <p:cNvCxnSpPr>
            <a:cxnSpLocks/>
          </p:cNvCxnSpPr>
          <p:nvPr/>
        </p:nvCxnSpPr>
        <p:spPr>
          <a:xfrm>
            <a:off x="8093476" y="3242989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Egyenes összekötő 67">
            <a:extLst>
              <a:ext uri="{FF2B5EF4-FFF2-40B4-BE49-F238E27FC236}">
                <a16:creationId xmlns:a16="http://schemas.microsoft.com/office/drawing/2014/main" id="{C270ADEA-9EEC-4743-AD93-6D98E557C684}"/>
              </a:ext>
            </a:extLst>
          </p:cNvPr>
          <p:cNvCxnSpPr>
            <a:cxnSpLocks/>
          </p:cNvCxnSpPr>
          <p:nvPr/>
        </p:nvCxnSpPr>
        <p:spPr>
          <a:xfrm>
            <a:off x="8674501" y="2831658"/>
            <a:ext cx="0" cy="144428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Egyenes összekötő 68">
            <a:extLst>
              <a:ext uri="{FF2B5EF4-FFF2-40B4-BE49-F238E27FC236}">
                <a16:creationId xmlns:a16="http://schemas.microsoft.com/office/drawing/2014/main" id="{00050113-9661-4427-8C42-B7A1727D6024}"/>
              </a:ext>
            </a:extLst>
          </p:cNvPr>
          <p:cNvCxnSpPr>
            <a:cxnSpLocks/>
          </p:cNvCxnSpPr>
          <p:nvPr/>
        </p:nvCxnSpPr>
        <p:spPr>
          <a:xfrm>
            <a:off x="8579251" y="4677753"/>
            <a:ext cx="0" cy="80864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Egyenes összekötő 69">
            <a:extLst>
              <a:ext uri="{FF2B5EF4-FFF2-40B4-BE49-F238E27FC236}">
                <a16:creationId xmlns:a16="http://schemas.microsoft.com/office/drawing/2014/main" id="{3F81C10F-90F7-4FCE-855A-73E9CAAA9A31}"/>
              </a:ext>
            </a:extLst>
          </p:cNvPr>
          <p:cNvCxnSpPr>
            <a:cxnSpLocks/>
          </p:cNvCxnSpPr>
          <p:nvPr/>
        </p:nvCxnSpPr>
        <p:spPr>
          <a:xfrm>
            <a:off x="8093476" y="4562475"/>
            <a:ext cx="0" cy="6216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5235571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3061442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gyenes összekötő 1">
            <a:extLst>
              <a:ext uri="{FF2B5EF4-FFF2-40B4-BE49-F238E27FC236}">
                <a16:creationId xmlns:a16="http://schemas.microsoft.com/office/drawing/2014/main" id="{76ED30E3-B7FC-4B15-9108-3198D1D231A1}"/>
              </a:ext>
            </a:extLst>
          </p:cNvPr>
          <p:cNvCxnSpPr>
            <a:cxnSpLocks/>
          </p:cNvCxnSpPr>
          <p:nvPr/>
        </p:nvCxnSpPr>
        <p:spPr>
          <a:xfrm>
            <a:off x="5988630" y="474514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gyenes összekötő 2">
            <a:extLst>
              <a:ext uri="{FF2B5EF4-FFF2-40B4-BE49-F238E27FC236}">
                <a16:creationId xmlns:a16="http://schemas.microsoft.com/office/drawing/2014/main" id="{8434E780-E21D-4A77-B511-6B91D4C81F1D}"/>
              </a:ext>
            </a:extLst>
          </p:cNvPr>
          <p:cNvCxnSpPr>
            <a:cxnSpLocks/>
          </p:cNvCxnSpPr>
          <p:nvPr/>
        </p:nvCxnSpPr>
        <p:spPr>
          <a:xfrm>
            <a:off x="5817180" y="4434333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Egyenes összekötő 3">
            <a:extLst>
              <a:ext uri="{FF2B5EF4-FFF2-40B4-BE49-F238E27FC236}">
                <a16:creationId xmlns:a16="http://schemas.microsoft.com/office/drawing/2014/main" id="{A617D804-9AA4-46C7-8068-645263447E76}"/>
              </a:ext>
            </a:extLst>
          </p:cNvPr>
          <p:cNvCxnSpPr>
            <a:cxnSpLocks/>
          </p:cNvCxnSpPr>
          <p:nvPr/>
        </p:nvCxnSpPr>
        <p:spPr>
          <a:xfrm>
            <a:off x="6398205" y="4023002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gyenes összekötő 4">
            <a:extLst>
              <a:ext uri="{FF2B5EF4-FFF2-40B4-BE49-F238E27FC236}">
                <a16:creationId xmlns:a16="http://schemas.microsoft.com/office/drawing/2014/main" id="{ED9B4F4A-747D-4A33-8AB6-BB4DEC9D4FCB}"/>
              </a:ext>
            </a:extLst>
          </p:cNvPr>
          <p:cNvCxnSpPr>
            <a:cxnSpLocks/>
          </p:cNvCxnSpPr>
          <p:nvPr/>
        </p:nvCxnSpPr>
        <p:spPr>
          <a:xfrm>
            <a:off x="6302955" y="586909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gyenes összekötő 5">
            <a:extLst>
              <a:ext uri="{FF2B5EF4-FFF2-40B4-BE49-F238E27FC236}">
                <a16:creationId xmlns:a16="http://schemas.microsoft.com/office/drawing/2014/main" id="{5A5B3FB3-79DE-475A-A5D7-C456CD27D670}"/>
              </a:ext>
            </a:extLst>
          </p:cNvPr>
          <p:cNvCxnSpPr>
            <a:cxnSpLocks/>
          </p:cNvCxnSpPr>
          <p:nvPr/>
        </p:nvCxnSpPr>
        <p:spPr>
          <a:xfrm>
            <a:off x="5817180" y="5753819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4760627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gyenes összekötő 1">
            <a:extLst>
              <a:ext uri="{FF2B5EF4-FFF2-40B4-BE49-F238E27FC236}">
                <a16:creationId xmlns:a16="http://schemas.microsoft.com/office/drawing/2014/main" id="{76ED30E3-B7FC-4B15-9108-3198D1D231A1}"/>
              </a:ext>
            </a:extLst>
          </p:cNvPr>
          <p:cNvCxnSpPr>
            <a:cxnSpLocks/>
          </p:cNvCxnSpPr>
          <p:nvPr/>
        </p:nvCxnSpPr>
        <p:spPr>
          <a:xfrm>
            <a:off x="6333688" y="440871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gyenes összekötő 2">
            <a:extLst>
              <a:ext uri="{FF2B5EF4-FFF2-40B4-BE49-F238E27FC236}">
                <a16:creationId xmlns:a16="http://schemas.microsoft.com/office/drawing/2014/main" id="{8434E780-E21D-4A77-B511-6B91D4C81F1D}"/>
              </a:ext>
            </a:extLst>
          </p:cNvPr>
          <p:cNvCxnSpPr>
            <a:cxnSpLocks/>
          </p:cNvCxnSpPr>
          <p:nvPr/>
        </p:nvCxnSpPr>
        <p:spPr>
          <a:xfrm>
            <a:off x="6162238" y="4097903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Egyenes összekötő 3">
            <a:extLst>
              <a:ext uri="{FF2B5EF4-FFF2-40B4-BE49-F238E27FC236}">
                <a16:creationId xmlns:a16="http://schemas.microsoft.com/office/drawing/2014/main" id="{A617D804-9AA4-46C7-8068-645263447E76}"/>
              </a:ext>
            </a:extLst>
          </p:cNvPr>
          <p:cNvCxnSpPr>
            <a:cxnSpLocks/>
          </p:cNvCxnSpPr>
          <p:nvPr/>
        </p:nvCxnSpPr>
        <p:spPr>
          <a:xfrm>
            <a:off x="6743263" y="3686572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gyenes összekötő 4">
            <a:extLst>
              <a:ext uri="{FF2B5EF4-FFF2-40B4-BE49-F238E27FC236}">
                <a16:creationId xmlns:a16="http://schemas.microsoft.com/office/drawing/2014/main" id="{ED9B4F4A-747D-4A33-8AB6-BB4DEC9D4FCB}"/>
              </a:ext>
            </a:extLst>
          </p:cNvPr>
          <p:cNvCxnSpPr>
            <a:cxnSpLocks/>
          </p:cNvCxnSpPr>
          <p:nvPr/>
        </p:nvCxnSpPr>
        <p:spPr>
          <a:xfrm>
            <a:off x="6648013" y="553266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gyenes összekötő 5">
            <a:extLst>
              <a:ext uri="{FF2B5EF4-FFF2-40B4-BE49-F238E27FC236}">
                <a16:creationId xmlns:a16="http://schemas.microsoft.com/office/drawing/2014/main" id="{5A5B3FB3-79DE-475A-A5D7-C456CD27D670}"/>
              </a:ext>
            </a:extLst>
          </p:cNvPr>
          <p:cNvCxnSpPr>
            <a:cxnSpLocks/>
          </p:cNvCxnSpPr>
          <p:nvPr/>
        </p:nvCxnSpPr>
        <p:spPr>
          <a:xfrm>
            <a:off x="6162238" y="5417389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Egyenes összekötő 6">
            <a:extLst>
              <a:ext uri="{FF2B5EF4-FFF2-40B4-BE49-F238E27FC236}">
                <a16:creationId xmlns:a16="http://schemas.microsoft.com/office/drawing/2014/main" id="{EEEB2C86-CBE0-4494-9DCA-C57EB919B990}"/>
              </a:ext>
            </a:extLst>
          </p:cNvPr>
          <p:cNvCxnSpPr>
            <a:cxnSpLocks/>
          </p:cNvCxnSpPr>
          <p:nvPr/>
        </p:nvCxnSpPr>
        <p:spPr>
          <a:xfrm>
            <a:off x="5971738" y="473271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Egyenes összekötő 7">
            <a:extLst>
              <a:ext uri="{FF2B5EF4-FFF2-40B4-BE49-F238E27FC236}">
                <a16:creationId xmlns:a16="http://schemas.microsoft.com/office/drawing/2014/main" id="{7E6070B0-1E5B-4D33-B8E7-490809A514D5}"/>
              </a:ext>
            </a:extLst>
          </p:cNvPr>
          <p:cNvCxnSpPr>
            <a:cxnSpLocks/>
          </p:cNvCxnSpPr>
          <p:nvPr/>
        </p:nvCxnSpPr>
        <p:spPr>
          <a:xfrm>
            <a:off x="5800288" y="4421903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Egyenes összekötő 8">
            <a:extLst>
              <a:ext uri="{FF2B5EF4-FFF2-40B4-BE49-F238E27FC236}">
                <a16:creationId xmlns:a16="http://schemas.microsoft.com/office/drawing/2014/main" id="{9E5DB274-7027-4D32-98B5-A4822B2C2FE4}"/>
              </a:ext>
            </a:extLst>
          </p:cNvPr>
          <p:cNvCxnSpPr>
            <a:cxnSpLocks/>
          </p:cNvCxnSpPr>
          <p:nvPr/>
        </p:nvCxnSpPr>
        <p:spPr>
          <a:xfrm>
            <a:off x="6381313" y="4010572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Egyenes összekötő 9">
            <a:extLst>
              <a:ext uri="{FF2B5EF4-FFF2-40B4-BE49-F238E27FC236}">
                <a16:creationId xmlns:a16="http://schemas.microsoft.com/office/drawing/2014/main" id="{B0492CC4-2D78-4438-9798-A1015716BE41}"/>
              </a:ext>
            </a:extLst>
          </p:cNvPr>
          <p:cNvCxnSpPr>
            <a:cxnSpLocks/>
          </p:cNvCxnSpPr>
          <p:nvPr/>
        </p:nvCxnSpPr>
        <p:spPr>
          <a:xfrm>
            <a:off x="6286063" y="5856667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Egyenes összekötő 10">
            <a:extLst>
              <a:ext uri="{FF2B5EF4-FFF2-40B4-BE49-F238E27FC236}">
                <a16:creationId xmlns:a16="http://schemas.microsoft.com/office/drawing/2014/main" id="{21046F0B-E016-444E-85C1-E3774FBC3140}"/>
              </a:ext>
            </a:extLst>
          </p:cNvPr>
          <p:cNvCxnSpPr>
            <a:cxnSpLocks/>
          </p:cNvCxnSpPr>
          <p:nvPr/>
        </p:nvCxnSpPr>
        <p:spPr>
          <a:xfrm>
            <a:off x="5800288" y="5741389"/>
            <a:ext cx="0" cy="32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393351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Csoportba foglalás 12">
            <a:extLst>
              <a:ext uri="{FF2B5EF4-FFF2-40B4-BE49-F238E27FC236}">
                <a16:creationId xmlns:a16="http://schemas.microsoft.com/office/drawing/2014/main" id="{E31059C2-5672-F516-6940-6E6D0A723F0C}"/>
              </a:ext>
            </a:extLst>
          </p:cNvPr>
          <p:cNvGrpSpPr/>
          <p:nvPr/>
        </p:nvGrpSpPr>
        <p:grpSpPr>
          <a:xfrm>
            <a:off x="5247538" y="3549611"/>
            <a:ext cx="1058565" cy="2622429"/>
            <a:chOff x="5250654" y="2712849"/>
            <a:chExt cx="1058565" cy="2622429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27836" y="3773528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>
              <a:off x="5759851" y="3597433"/>
              <a:ext cx="0" cy="81143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985933">
              <a:off x="5538212" y="3411223"/>
              <a:ext cx="310282" cy="510219"/>
              <a:chOff x="10627602" y="4092956"/>
              <a:chExt cx="398052" cy="710957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627602" y="4431926"/>
                <a:ext cx="370772" cy="371987"/>
                <a:chOff x="5101832" y="3149862"/>
                <a:chExt cx="370772" cy="371987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0300644" flipV="1">
                  <a:off x="5101832" y="3468823"/>
                  <a:ext cx="329322" cy="911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01622" y="3477357"/>
                  <a:ext cx="88669" cy="3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" name="Egyenes összekötő 1">
              <a:extLst>
                <a:ext uri="{FF2B5EF4-FFF2-40B4-BE49-F238E27FC236}">
                  <a16:creationId xmlns:a16="http://schemas.microsoft.com/office/drawing/2014/main" id="{76ED30E3-B7FC-4B15-9108-3198D1D231A1}"/>
                </a:ext>
              </a:extLst>
            </p:cNvPr>
            <p:cNvCxnSpPr>
              <a:cxnSpLocks/>
            </p:cNvCxnSpPr>
            <p:nvPr/>
          </p:nvCxnSpPr>
          <p:spPr>
            <a:xfrm>
              <a:off x="5807476" y="356332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Egyenes összekötő 2">
              <a:extLst>
                <a:ext uri="{FF2B5EF4-FFF2-40B4-BE49-F238E27FC236}">
                  <a16:creationId xmlns:a16="http://schemas.microsoft.com/office/drawing/2014/main" id="{8434E780-E21D-4A77-B511-6B91D4C81F1D}"/>
                </a:ext>
              </a:extLst>
            </p:cNvPr>
            <p:cNvCxnSpPr>
              <a:cxnSpLocks/>
            </p:cNvCxnSpPr>
            <p:nvPr/>
          </p:nvCxnSpPr>
          <p:spPr>
            <a:xfrm>
              <a:off x="5636026" y="3252514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Egyenes összekötő 3">
              <a:extLst>
                <a:ext uri="{FF2B5EF4-FFF2-40B4-BE49-F238E27FC236}">
                  <a16:creationId xmlns:a16="http://schemas.microsoft.com/office/drawing/2014/main" id="{A617D804-9AA4-46C7-8068-645263447E76}"/>
                </a:ext>
              </a:extLst>
            </p:cNvPr>
            <p:cNvCxnSpPr>
              <a:cxnSpLocks/>
            </p:cNvCxnSpPr>
            <p:nvPr/>
          </p:nvCxnSpPr>
          <p:spPr>
            <a:xfrm>
              <a:off x="6217051" y="2841183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Egyenes összekötő 4">
              <a:extLst>
                <a:ext uri="{FF2B5EF4-FFF2-40B4-BE49-F238E27FC236}">
                  <a16:creationId xmlns:a16="http://schemas.microsoft.com/office/drawing/2014/main" id="{ED9B4F4A-747D-4A33-8AB6-BB4DEC9D4FCB}"/>
                </a:ext>
              </a:extLst>
            </p:cNvPr>
            <p:cNvCxnSpPr>
              <a:cxnSpLocks/>
            </p:cNvCxnSpPr>
            <p:nvPr/>
          </p:nvCxnSpPr>
          <p:spPr>
            <a:xfrm>
              <a:off x="6121801" y="468727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5A5B3FB3-79DE-475A-A5D7-C456CD27D670}"/>
                </a:ext>
              </a:extLst>
            </p:cNvPr>
            <p:cNvCxnSpPr>
              <a:cxnSpLocks/>
            </p:cNvCxnSpPr>
            <p:nvPr/>
          </p:nvCxnSpPr>
          <p:spPr>
            <a:xfrm>
              <a:off x="5636026" y="4572000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EEEB2C86-CBE0-4494-9DCA-C57EB919B990}"/>
                </a:ext>
              </a:extLst>
            </p:cNvPr>
            <p:cNvCxnSpPr>
              <a:cxnSpLocks/>
            </p:cNvCxnSpPr>
            <p:nvPr/>
          </p:nvCxnSpPr>
          <p:spPr>
            <a:xfrm>
              <a:off x="5445526" y="388732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Egyenes összekötő 7">
              <a:extLst>
                <a:ext uri="{FF2B5EF4-FFF2-40B4-BE49-F238E27FC236}">
                  <a16:creationId xmlns:a16="http://schemas.microsoft.com/office/drawing/2014/main" id="{7E6070B0-1E5B-4D33-B8E7-490809A514D5}"/>
                </a:ext>
              </a:extLst>
            </p:cNvPr>
            <p:cNvCxnSpPr>
              <a:cxnSpLocks/>
            </p:cNvCxnSpPr>
            <p:nvPr/>
          </p:nvCxnSpPr>
          <p:spPr>
            <a:xfrm>
              <a:off x="5274076" y="3576514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9E5DB274-7027-4D32-98B5-A4822B2C2FE4}"/>
                </a:ext>
              </a:extLst>
            </p:cNvPr>
            <p:cNvCxnSpPr>
              <a:cxnSpLocks/>
            </p:cNvCxnSpPr>
            <p:nvPr/>
          </p:nvCxnSpPr>
          <p:spPr>
            <a:xfrm>
              <a:off x="5855101" y="3165183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Egyenes összekötő 9">
              <a:extLst>
                <a:ext uri="{FF2B5EF4-FFF2-40B4-BE49-F238E27FC236}">
                  <a16:creationId xmlns:a16="http://schemas.microsoft.com/office/drawing/2014/main" id="{B0492CC4-2D78-4438-9798-A1015716BE41}"/>
                </a:ext>
              </a:extLst>
            </p:cNvPr>
            <p:cNvCxnSpPr>
              <a:cxnSpLocks/>
            </p:cNvCxnSpPr>
            <p:nvPr/>
          </p:nvCxnSpPr>
          <p:spPr>
            <a:xfrm>
              <a:off x="5759851" y="501127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Egyenes összekötő 10">
              <a:extLst>
                <a:ext uri="{FF2B5EF4-FFF2-40B4-BE49-F238E27FC236}">
                  <a16:creationId xmlns:a16="http://schemas.microsoft.com/office/drawing/2014/main" id="{21046F0B-E016-444E-85C1-E3774FBC3140}"/>
                </a:ext>
              </a:extLst>
            </p:cNvPr>
            <p:cNvCxnSpPr>
              <a:cxnSpLocks/>
            </p:cNvCxnSpPr>
            <p:nvPr/>
          </p:nvCxnSpPr>
          <p:spPr>
            <a:xfrm>
              <a:off x="5274076" y="4896000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14922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5A071BB2-24DB-D44A-2CAB-2BC7D890BAF4}"/>
              </a:ext>
            </a:extLst>
          </p:cNvPr>
          <p:cNvGrpSpPr/>
          <p:nvPr/>
        </p:nvGrpSpPr>
        <p:grpSpPr>
          <a:xfrm>
            <a:off x="5247539" y="3549611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27836" y="3773528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>
              <a:off x="5759851" y="3597433"/>
              <a:ext cx="0" cy="81143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985933">
              <a:off x="5538212" y="3411223"/>
              <a:ext cx="310282" cy="510219"/>
              <a:chOff x="10627602" y="4092956"/>
              <a:chExt cx="398052" cy="710957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627602" y="4431926"/>
                <a:ext cx="370772" cy="371987"/>
                <a:chOff x="5101832" y="3149862"/>
                <a:chExt cx="370772" cy="371987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0300644" flipV="1">
                  <a:off x="5101832" y="3468823"/>
                  <a:ext cx="329322" cy="911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01622" y="3477357"/>
                  <a:ext cx="88669" cy="3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" name="Egyenes összekötő 1">
              <a:extLst>
                <a:ext uri="{FF2B5EF4-FFF2-40B4-BE49-F238E27FC236}">
                  <a16:creationId xmlns:a16="http://schemas.microsoft.com/office/drawing/2014/main" id="{76ED30E3-B7FC-4B15-9108-3198D1D231A1}"/>
                </a:ext>
              </a:extLst>
            </p:cNvPr>
            <p:cNvCxnSpPr>
              <a:cxnSpLocks/>
            </p:cNvCxnSpPr>
            <p:nvPr/>
          </p:nvCxnSpPr>
          <p:spPr>
            <a:xfrm>
              <a:off x="5807476" y="356332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Egyenes összekötő 2">
              <a:extLst>
                <a:ext uri="{FF2B5EF4-FFF2-40B4-BE49-F238E27FC236}">
                  <a16:creationId xmlns:a16="http://schemas.microsoft.com/office/drawing/2014/main" id="{8434E780-E21D-4A77-B511-6B91D4C81F1D}"/>
                </a:ext>
              </a:extLst>
            </p:cNvPr>
            <p:cNvCxnSpPr>
              <a:cxnSpLocks/>
            </p:cNvCxnSpPr>
            <p:nvPr/>
          </p:nvCxnSpPr>
          <p:spPr>
            <a:xfrm>
              <a:off x="5636026" y="3252514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Egyenes összekötő 3">
              <a:extLst>
                <a:ext uri="{FF2B5EF4-FFF2-40B4-BE49-F238E27FC236}">
                  <a16:creationId xmlns:a16="http://schemas.microsoft.com/office/drawing/2014/main" id="{A617D804-9AA4-46C7-8068-645263447E76}"/>
                </a:ext>
              </a:extLst>
            </p:cNvPr>
            <p:cNvCxnSpPr>
              <a:cxnSpLocks/>
            </p:cNvCxnSpPr>
            <p:nvPr/>
          </p:nvCxnSpPr>
          <p:spPr>
            <a:xfrm>
              <a:off x="6078185" y="388732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Egyenes összekötő 5">
              <a:extLst>
                <a:ext uri="{FF2B5EF4-FFF2-40B4-BE49-F238E27FC236}">
                  <a16:creationId xmlns:a16="http://schemas.microsoft.com/office/drawing/2014/main" id="{5A5B3FB3-79DE-475A-A5D7-C456CD27D670}"/>
                </a:ext>
              </a:extLst>
            </p:cNvPr>
            <p:cNvCxnSpPr>
              <a:cxnSpLocks/>
            </p:cNvCxnSpPr>
            <p:nvPr/>
          </p:nvCxnSpPr>
          <p:spPr>
            <a:xfrm>
              <a:off x="5636026" y="4572000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Egyenes összekötő 6">
              <a:extLst>
                <a:ext uri="{FF2B5EF4-FFF2-40B4-BE49-F238E27FC236}">
                  <a16:creationId xmlns:a16="http://schemas.microsoft.com/office/drawing/2014/main" id="{EEEB2C86-CBE0-4494-9DCA-C57EB919B990}"/>
                </a:ext>
              </a:extLst>
            </p:cNvPr>
            <p:cNvCxnSpPr>
              <a:cxnSpLocks/>
            </p:cNvCxnSpPr>
            <p:nvPr/>
          </p:nvCxnSpPr>
          <p:spPr>
            <a:xfrm>
              <a:off x="5445526" y="3887328"/>
              <a:ext cx="0" cy="32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602553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81C7E454-E1B3-CAA7-8E94-FFAF5AAFEFC0}"/>
              </a:ext>
            </a:extLst>
          </p:cNvPr>
          <p:cNvGrpSpPr/>
          <p:nvPr/>
        </p:nvGrpSpPr>
        <p:grpSpPr>
          <a:xfrm>
            <a:off x="5250654" y="3558233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27836" y="3773528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>
              <a:off x="5759851" y="3597433"/>
              <a:ext cx="0" cy="81143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985933">
              <a:off x="5538212" y="3411223"/>
              <a:ext cx="310282" cy="510219"/>
              <a:chOff x="10627602" y="4092956"/>
              <a:chExt cx="398052" cy="710957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627602" y="4431926"/>
                <a:ext cx="370772" cy="371987"/>
                <a:chOff x="5101832" y="3149862"/>
                <a:chExt cx="370772" cy="371987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0300644" flipV="1">
                  <a:off x="5101832" y="3468823"/>
                  <a:ext cx="329322" cy="911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01622" y="3477357"/>
                  <a:ext cx="88669" cy="3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367416847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E3C64F34-F83F-05CD-B6DF-EBDBEC26C8CF}"/>
              </a:ext>
            </a:extLst>
          </p:cNvPr>
          <p:cNvGrpSpPr/>
          <p:nvPr/>
        </p:nvGrpSpPr>
        <p:grpSpPr>
          <a:xfrm>
            <a:off x="5250654" y="3558237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31749" y="3851844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985933">
              <a:off x="5529672" y="3391484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85027349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8D3F1CE6-83D8-C068-4457-DEF4AF3051EC}"/>
              </a:ext>
            </a:extLst>
          </p:cNvPr>
          <p:cNvGrpSpPr/>
          <p:nvPr/>
        </p:nvGrpSpPr>
        <p:grpSpPr>
          <a:xfrm>
            <a:off x="5250655" y="3558237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3952" y="3792679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125765">
              <a:off x="5464257" y="3373159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38743708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601BA771-B247-C3EB-E80C-3AE6E98EBE77}"/>
              </a:ext>
            </a:extLst>
          </p:cNvPr>
          <p:cNvGrpSpPr/>
          <p:nvPr/>
        </p:nvGrpSpPr>
        <p:grpSpPr>
          <a:xfrm>
            <a:off x="5228428" y="3558237"/>
            <a:ext cx="1080791" cy="2507151"/>
            <a:chOff x="5228428" y="2712849"/>
            <a:chExt cx="1080791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5587541">
              <a:off x="5408773" y="3443171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66928300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1835E8D8-138C-1CE5-0B7A-B6DCBC0CE809}"/>
              </a:ext>
            </a:extLst>
          </p:cNvPr>
          <p:cNvGrpSpPr/>
          <p:nvPr/>
        </p:nvGrpSpPr>
        <p:grpSpPr>
          <a:xfrm>
            <a:off x="5195182" y="3558238"/>
            <a:ext cx="1114035" cy="2507151"/>
            <a:chOff x="5195184" y="2712849"/>
            <a:chExt cx="111403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491089">
              <a:off x="5375529" y="3544903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043254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1BBDC3D2-78DC-254C-A268-2CF465FC01FD}"/>
              </a:ext>
            </a:extLst>
          </p:cNvPr>
          <p:cNvGrpSpPr/>
          <p:nvPr/>
        </p:nvGrpSpPr>
        <p:grpSpPr>
          <a:xfrm>
            <a:off x="5195183" y="3558237"/>
            <a:ext cx="1114035" cy="2507151"/>
            <a:chOff x="5195184" y="2712849"/>
            <a:chExt cx="111403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491089">
              <a:off x="5375529" y="3544903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14222697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37D14456-7747-F2EA-5D99-19C1B1C254F5}"/>
              </a:ext>
            </a:extLst>
          </p:cNvPr>
          <p:cNvGrpSpPr/>
          <p:nvPr/>
        </p:nvGrpSpPr>
        <p:grpSpPr>
          <a:xfrm>
            <a:off x="5207291" y="3558237"/>
            <a:ext cx="1101929" cy="2507151"/>
            <a:chOff x="5207290" y="2712849"/>
            <a:chExt cx="1101929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570792">
              <a:off x="5387635" y="3608659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10287758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AC90F228-5F12-4F0A-98DB-ADF4EBDA66B9}"/>
              </a:ext>
            </a:extLst>
          </p:cNvPr>
          <p:cNvGrpSpPr/>
          <p:nvPr/>
        </p:nvGrpSpPr>
        <p:grpSpPr>
          <a:xfrm>
            <a:off x="5230456" y="3558237"/>
            <a:ext cx="1078762" cy="2507151"/>
            <a:chOff x="5230457" y="2712849"/>
            <a:chExt cx="1078762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965971">
              <a:off x="5410802" y="3622423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65528848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9FBFBCE4-B57C-E301-84A5-ED4902746FFD}"/>
              </a:ext>
            </a:extLst>
          </p:cNvPr>
          <p:cNvGrpSpPr/>
          <p:nvPr/>
        </p:nvGrpSpPr>
        <p:grpSpPr>
          <a:xfrm>
            <a:off x="5250654" y="3558238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449122">
              <a:off x="5401560" y="3673940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39426744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6DC16677-3206-C17E-2693-DB3D78DBDF9B}"/>
              </a:ext>
            </a:extLst>
          </p:cNvPr>
          <p:cNvGrpSpPr/>
          <p:nvPr/>
        </p:nvGrpSpPr>
        <p:grpSpPr>
          <a:xfrm>
            <a:off x="5250655" y="3558238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881802">
              <a:off x="5439895" y="3698632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63751637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96F09202-6800-81E4-B692-47088EE2354D}"/>
              </a:ext>
            </a:extLst>
          </p:cNvPr>
          <p:cNvGrpSpPr/>
          <p:nvPr/>
        </p:nvGrpSpPr>
        <p:grpSpPr>
          <a:xfrm>
            <a:off x="5250655" y="3558238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425772">
              <a:off x="5456819" y="3765079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9848937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003117EE-1944-7A35-D423-7CD738FE48FC}"/>
              </a:ext>
            </a:extLst>
          </p:cNvPr>
          <p:cNvGrpSpPr/>
          <p:nvPr/>
        </p:nvGrpSpPr>
        <p:grpSpPr>
          <a:xfrm>
            <a:off x="5250652" y="3558239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936435">
              <a:off x="5488381" y="3809152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5805323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EFCCAC2A-C9E7-C0AB-4679-34DF114662FC}"/>
              </a:ext>
            </a:extLst>
          </p:cNvPr>
          <p:cNvGrpSpPr/>
          <p:nvPr/>
        </p:nvGrpSpPr>
        <p:grpSpPr>
          <a:xfrm>
            <a:off x="5250655" y="3558239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7201">
              <a:off x="5547302" y="3824868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4010440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89A0D680-B551-2FD0-2626-0399DCD152AB}"/>
              </a:ext>
            </a:extLst>
          </p:cNvPr>
          <p:cNvGrpSpPr/>
          <p:nvPr/>
        </p:nvGrpSpPr>
        <p:grpSpPr>
          <a:xfrm>
            <a:off x="5250655" y="3558238"/>
            <a:ext cx="1058565" cy="2507151"/>
            <a:chOff x="5250654" y="2712849"/>
            <a:chExt cx="1058565" cy="2507151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249796">
              <a:off x="5646096" y="3773582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>
              <a:off x="5756754" y="4480361"/>
              <a:ext cx="16194" cy="366868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63965" y="4830455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3890" y="4462839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0793" y="481897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7317" y="5203362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1233" y="5184446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50654" y="2712849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304227">
              <a:off x="5578868" y="3837030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51087369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5DAC07A7-28A0-3F43-2C00-65A610248FCA}"/>
              </a:ext>
            </a:extLst>
          </p:cNvPr>
          <p:cNvGrpSpPr/>
          <p:nvPr/>
        </p:nvGrpSpPr>
        <p:grpSpPr>
          <a:xfrm>
            <a:off x="5261519" y="3556772"/>
            <a:ext cx="1058565" cy="2505855"/>
            <a:chOff x="5261519" y="2711383"/>
            <a:chExt cx="1058565" cy="2505855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429216">
              <a:off x="5627415" y="3791203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1050" y="4479455"/>
              <a:ext cx="18979" cy="36006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39480" y="4832354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737" y="4466116"/>
              <a:ext cx="45961" cy="384390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48741" y="4836612"/>
              <a:ext cx="15954" cy="35813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01164" y="5200600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83327" y="5184798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51518"/>
              <a:ext cx="211029" cy="6925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216425" cy="4461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61519" y="2711383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837840">
              <a:off x="5618375" y="3807044"/>
              <a:ext cx="214512" cy="575202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071018">
              <a:off x="5150386" y="289415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1106483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54AE2F57-5EB7-29AD-BAFC-43CD3B2B44E5}"/>
              </a:ext>
            </a:extLst>
          </p:cNvPr>
          <p:cNvGrpSpPr/>
          <p:nvPr/>
        </p:nvGrpSpPr>
        <p:grpSpPr>
          <a:xfrm>
            <a:off x="5200855" y="3565399"/>
            <a:ext cx="1067470" cy="2495399"/>
            <a:chOff x="5252614" y="2711383"/>
            <a:chExt cx="1067470" cy="2495399"/>
          </a:xfrm>
        </p:grpSpPr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613542">
              <a:off x="5605170" y="3806057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3099" y="4479455"/>
              <a:ext cx="46931" cy="358166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04087" y="4824480"/>
              <a:ext cx="66359" cy="32395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97944" y="4466116"/>
              <a:ext cx="5755" cy="39020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792345" y="4836485"/>
              <a:ext cx="46655" cy="34454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16340" y="5171671"/>
              <a:ext cx="179553" cy="1663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09237" y="5181028"/>
              <a:ext cx="174376" cy="2575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61519" y="2711383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601565">
              <a:off x="5616723" y="3810595"/>
              <a:ext cx="247053" cy="628166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071018">
              <a:off x="5121552" y="2921773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1215468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63D5EB8A-D0B1-8ED5-6789-8566010B89F1}"/>
              </a:ext>
            </a:extLst>
          </p:cNvPr>
          <p:cNvGrpSpPr/>
          <p:nvPr/>
        </p:nvGrpSpPr>
        <p:grpSpPr>
          <a:xfrm>
            <a:off x="5138202" y="3539519"/>
            <a:ext cx="1121497" cy="2542666"/>
            <a:chOff x="5198587" y="2711383"/>
            <a:chExt cx="1121497" cy="2542666"/>
          </a:xfrm>
        </p:grpSpPr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797922">
              <a:off x="5198587" y="3191996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647856">
              <a:off x="5595463" y="3804349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3704" y="4473008"/>
              <a:ext cx="25853" cy="348535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>
              <a:off x="5712202" y="4811493"/>
              <a:ext cx="33179" cy="33400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94756" y="4476347"/>
              <a:ext cx="37533" cy="39790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25235" y="4827128"/>
              <a:ext cx="46655" cy="34454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53028" y="5163548"/>
              <a:ext cx="132280" cy="55047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69961" y="5175432"/>
              <a:ext cx="142462" cy="78617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61519" y="2711383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515829">
              <a:off x="5682273" y="3801588"/>
              <a:ext cx="200411" cy="667923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071018">
              <a:off x="5128042" y="2926041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058875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FFF55E79-DE25-EC65-6141-91B1C036126F}"/>
              </a:ext>
            </a:extLst>
          </p:cNvPr>
          <p:cNvGrpSpPr/>
          <p:nvPr/>
        </p:nvGrpSpPr>
        <p:grpSpPr>
          <a:xfrm>
            <a:off x="4997690" y="3556772"/>
            <a:ext cx="1279262" cy="2526000"/>
            <a:chOff x="5040822" y="2711383"/>
            <a:chExt cx="1279262" cy="2526000"/>
          </a:xfrm>
        </p:grpSpPr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911115">
              <a:off x="5576055" y="3790341"/>
              <a:ext cx="109393" cy="686665"/>
              <a:chOff x="10817841" y="4022082"/>
              <a:chExt cx="101202" cy="914737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8"/>
                <a:ext cx="416569" cy="1138"/>
              </a:xfrm>
              <a:prstGeom prst="line">
                <a:avLst/>
              </a:prstGeom>
              <a:ln w="76200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40822" y="3183933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4973" y="4460273"/>
              <a:ext cx="49668" cy="354047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93008" y="4806017"/>
              <a:ext cx="5313" cy="334003"/>
            </a:xfrm>
            <a:prstGeom prst="line">
              <a:avLst/>
            </a:prstGeom>
            <a:ln w="76200">
              <a:solidFill>
                <a:schemeClr val="accent2">
                  <a:lumMod val="50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2777" y="4466187"/>
              <a:ext cx="53764" cy="39156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26352" y="4814320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15261" y="5138760"/>
              <a:ext cx="104372" cy="4919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7520" y="5145928"/>
              <a:ext cx="75817" cy="9145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76359"/>
              <a:ext cx="148677" cy="444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216425" cy="8001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261519" y="2711383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867439">
              <a:off x="5712680" y="3809228"/>
              <a:ext cx="227341" cy="606795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071018">
              <a:off x="5128042" y="2926041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4998256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0D13337C-B0BA-A2FC-469A-181FEA6D2344}"/>
              </a:ext>
            </a:extLst>
          </p:cNvPr>
          <p:cNvGrpSpPr/>
          <p:nvPr/>
        </p:nvGrpSpPr>
        <p:grpSpPr>
          <a:xfrm>
            <a:off x="4997690" y="3567393"/>
            <a:ext cx="1326480" cy="2524005"/>
            <a:chOff x="5040822" y="2713378"/>
            <a:chExt cx="1326480" cy="2524005"/>
          </a:xfrm>
        </p:grpSpPr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579553" y="3330306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568933" y="3311246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1232008">
              <a:off x="5553666" y="3784531"/>
              <a:ext cx="109393" cy="686666"/>
              <a:chOff x="10817841" y="4022081"/>
              <a:chExt cx="101202" cy="914738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28119" y="4681030"/>
                <a:ext cx="80019" cy="255789"/>
              </a:xfrm>
              <a:prstGeom prst="line">
                <a:avLst/>
              </a:prstGeom>
              <a:ln w="76200">
                <a:solidFill>
                  <a:srgbClr val="F5BB93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rgbClr val="F5BB93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17841" y="4809248"/>
                <a:ext cx="86631" cy="31488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7"/>
                <a:ext cx="416570" cy="1138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40822" y="3183933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71696" y="4460273"/>
              <a:ext cx="82945" cy="34574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6383" y="4777442"/>
              <a:ext cx="5313" cy="334003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6637" y="4451700"/>
              <a:ext cx="70019" cy="37448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26352" y="4814320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03135" y="5127794"/>
              <a:ext cx="104372" cy="4919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7520" y="5145928"/>
              <a:ext cx="75817" cy="9145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67995"/>
              <a:ext cx="122801" cy="5277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226527" cy="73663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8737" y="271337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529681">
              <a:off x="5726806" y="3815787"/>
              <a:ext cx="227341" cy="606795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0737636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C48F1224-627B-46AE-129E-CF167BFDD733}"/>
              </a:ext>
            </a:extLst>
          </p:cNvPr>
          <p:cNvGrpSpPr/>
          <p:nvPr/>
        </p:nvGrpSpPr>
        <p:grpSpPr>
          <a:xfrm>
            <a:off x="4997691" y="3567393"/>
            <a:ext cx="1326480" cy="2524005"/>
            <a:chOff x="5040822" y="2713378"/>
            <a:chExt cx="1326480" cy="2524005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F03A8068-B575-4A88-819D-F4BB6CB73F73}"/>
                </a:ext>
              </a:extLst>
            </p:cNvPr>
            <p:cNvSpPr/>
            <p:nvPr/>
          </p:nvSpPr>
          <p:spPr>
            <a:xfrm rot="6622197">
              <a:off x="5595094" y="3296884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EBF6493A-887E-413B-ADAC-119B231DE0F4}"/>
                </a:ext>
              </a:extLst>
            </p:cNvPr>
            <p:cNvSpPr/>
            <p:nvPr/>
          </p:nvSpPr>
          <p:spPr>
            <a:xfrm rot="5400000">
              <a:off x="5584474" y="3277824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550742" y="33342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540122" y="33151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1568343">
              <a:off x="5548333" y="3756974"/>
              <a:ext cx="94754" cy="685608"/>
              <a:chOff x="10841265" y="4022081"/>
              <a:chExt cx="87660" cy="913328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rot="20367992" flipH="1">
                <a:off x="10841265" y="4701415"/>
                <a:ext cx="87660" cy="233994"/>
              </a:xfrm>
              <a:prstGeom prst="line">
                <a:avLst/>
              </a:prstGeom>
              <a:ln w="76200">
                <a:solidFill>
                  <a:srgbClr val="F6C09C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5091139">
                <a:off x="10711159" y="4554950"/>
                <a:ext cx="376239" cy="39529"/>
              </a:xfrm>
              <a:prstGeom prst="line">
                <a:avLst/>
              </a:prstGeom>
              <a:ln w="76200">
                <a:solidFill>
                  <a:srgbClr val="F6C09C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 rot="20367992">
                <a:off x="10852938" y="4786735"/>
                <a:ext cx="73628" cy="45739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698409" y="4229797"/>
                <a:ext cx="416570" cy="1138"/>
              </a:xfrm>
              <a:prstGeom prst="line">
                <a:avLst/>
              </a:prstGeom>
              <a:ln w="76200">
                <a:solidFill>
                  <a:srgbClr val="DF6613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40822" y="3183933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71696" y="4460273"/>
              <a:ext cx="82945" cy="345744"/>
            </a:xfrm>
            <a:prstGeom prst="line">
              <a:avLst/>
            </a:prstGeom>
            <a:ln w="76200">
              <a:solidFill>
                <a:srgbClr val="DF6613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6383" y="4777442"/>
              <a:ext cx="5313" cy="334003"/>
            </a:xfrm>
            <a:prstGeom prst="line">
              <a:avLst/>
            </a:prstGeom>
            <a:ln w="76200">
              <a:solidFill>
                <a:srgbClr val="DF6613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6637" y="4451700"/>
              <a:ext cx="70019" cy="37448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26352" y="4814320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03135" y="5127794"/>
              <a:ext cx="104372" cy="4919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7520" y="5145928"/>
              <a:ext cx="75817" cy="9145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84675"/>
              <a:ext cx="112536" cy="3609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219908" cy="4552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8737" y="271337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46641">
              <a:off x="5742242" y="3808404"/>
              <a:ext cx="227341" cy="606795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352663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1DB83317-2DB0-6A5D-2EE2-07080E8FA9D9}"/>
              </a:ext>
            </a:extLst>
          </p:cNvPr>
          <p:cNvGrpSpPr/>
          <p:nvPr/>
        </p:nvGrpSpPr>
        <p:grpSpPr>
          <a:xfrm>
            <a:off x="4901622" y="3604582"/>
            <a:ext cx="1354391" cy="2453078"/>
            <a:chOff x="5013765" y="2724688"/>
            <a:chExt cx="1354391" cy="2453078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96837" y="3346402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86217" y="3327342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341148"/>
              <a:ext cx="251454" cy="7962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809050" y="4434837"/>
              <a:ext cx="197486" cy="6831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222094">
              <a:off x="5740907" y="3830221"/>
              <a:ext cx="227341" cy="606795"/>
              <a:chOff x="10750462" y="4092956"/>
              <a:chExt cx="275192" cy="801508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62538"/>
                <a:chOff x="5224692" y="3149862"/>
                <a:chExt cx="247912" cy="462538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81443" y="3554301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65" name="Csoportba foglalás 62">
              <a:extLst>
                <a:ext uri="{FF2B5EF4-FFF2-40B4-BE49-F238E27FC236}">
                  <a16:creationId xmlns:a16="http://schemas.microsoft.com/office/drawing/2014/main" id="{07395D89-44E5-4BAD-A10F-4329A910F588}"/>
                </a:ext>
              </a:extLst>
            </p:cNvPr>
            <p:cNvGrpSpPr/>
            <p:nvPr/>
          </p:nvGrpSpPr>
          <p:grpSpPr>
            <a:xfrm rot="1239093">
              <a:off x="5568601" y="3822625"/>
              <a:ext cx="115710" cy="607791"/>
              <a:chOff x="10843019" y="4061431"/>
              <a:chExt cx="107044" cy="809666"/>
            </a:xfrm>
          </p:grpSpPr>
          <p:cxnSp>
            <p:nvCxnSpPr>
              <p:cNvPr id="66" name="Egyenes összekötő 65">
                <a:extLst>
                  <a:ext uri="{FF2B5EF4-FFF2-40B4-BE49-F238E27FC236}">
                    <a16:creationId xmlns:a16="http://schemas.microsoft.com/office/drawing/2014/main" id="{60585E53-DB89-4FC2-8A8C-3452D4B81CBF}"/>
                  </a:ext>
                </a:extLst>
              </p:cNvPr>
              <p:cNvCxnSpPr>
                <a:cxnSpLocks/>
              </p:cNvCxnSpPr>
              <p:nvPr/>
            </p:nvCxnSpPr>
            <p:spPr>
              <a:xfrm rot="20716121" flipH="1">
                <a:off x="10867484" y="4584192"/>
                <a:ext cx="40756" cy="286905"/>
              </a:xfrm>
              <a:prstGeom prst="line">
                <a:avLst/>
              </a:prstGeom>
              <a:ln w="76200">
                <a:solidFill>
                  <a:srgbClr val="F5BB93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7" name="Egyenes összekötő 66">
                <a:extLst>
                  <a:ext uri="{FF2B5EF4-FFF2-40B4-BE49-F238E27FC236}">
                    <a16:creationId xmlns:a16="http://schemas.microsoft.com/office/drawing/2014/main" id="{A7D48366-25EE-4E9E-BF32-FD8A6CD8B844}"/>
                  </a:ext>
                </a:extLst>
              </p:cNvPr>
              <p:cNvCxnSpPr>
                <a:cxnSpLocks/>
              </p:cNvCxnSpPr>
              <p:nvPr/>
            </p:nvCxnSpPr>
            <p:spPr>
              <a:xfrm rot="20360907" flipH="1">
                <a:off x="10843019" y="4382902"/>
                <a:ext cx="106995" cy="366327"/>
              </a:xfrm>
              <a:prstGeom prst="line">
                <a:avLst/>
              </a:prstGeom>
              <a:ln w="76200">
                <a:solidFill>
                  <a:srgbClr val="F5BB93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8" name="Egyenes összekötő 67">
                <a:extLst>
                  <a:ext uri="{FF2B5EF4-FFF2-40B4-BE49-F238E27FC236}">
                    <a16:creationId xmlns:a16="http://schemas.microsoft.com/office/drawing/2014/main" id="{C10F62F2-BB73-4A4F-87C2-7B9717D8CD52}"/>
                  </a:ext>
                </a:extLst>
              </p:cNvPr>
              <p:cNvCxnSpPr>
                <a:cxnSpLocks/>
              </p:cNvCxnSpPr>
              <p:nvPr/>
            </p:nvCxnSpPr>
            <p:spPr>
              <a:xfrm rot="20716121">
                <a:off x="10856129" y="4742107"/>
                <a:ext cx="66319" cy="31071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9" name="Egyenes összekötő 68">
                <a:extLst>
                  <a:ext uri="{FF2B5EF4-FFF2-40B4-BE49-F238E27FC236}">
                    <a16:creationId xmlns:a16="http://schemas.microsoft.com/office/drawing/2014/main" id="{AEE9D45C-67BC-4C83-B22E-ED91FA7B5AA6}"/>
                  </a:ext>
                </a:extLst>
              </p:cNvPr>
              <p:cNvCxnSpPr>
                <a:cxnSpLocks/>
              </p:cNvCxnSpPr>
              <p:nvPr/>
            </p:nvCxnSpPr>
            <p:spPr>
              <a:xfrm rot="20360907" flipH="1">
                <a:off x="10872779" y="4061431"/>
                <a:ext cx="77284" cy="290820"/>
              </a:xfrm>
              <a:prstGeom prst="line">
                <a:avLst/>
              </a:prstGeom>
              <a:ln w="76200">
                <a:solidFill>
                  <a:schemeClr val="accent2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98714" y="3406411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9283857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9EBE2E1C-C724-91CA-41A5-BC7C589F403D}"/>
              </a:ext>
            </a:extLst>
          </p:cNvPr>
          <p:cNvGrpSpPr/>
          <p:nvPr/>
        </p:nvGrpSpPr>
        <p:grpSpPr>
          <a:xfrm>
            <a:off x="4901622" y="3604583"/>
            <a:ext cx="1354391" cy="2453078"/>
            <a:chOff x="5013765" y="2724688"/>
            <a:chExt cx="1354391" cy="2453078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0801" y="4420766"/>
              <a:ext cx="0" cy="4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20766"/>
              <a:ext cx="231215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37402" y="3858692"/>
              <a:ext cx="227341" cy="591496"/>
              <a:chOff x="10750462" y="4092956"/>
              <a:chExt cx="275192" cy="78130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2330"/>
                <a:chOff x="5224692" y="3149862"/>
                <a:chExt cx="247912" cy="442330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95186" y="3534093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4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565757" y="3865110"/>
              <a:ext cx="227341" cy="590840"/>
              <a:chOff x="10750462" y="4092956"/>
              <a:chExt cx="275192" cy="780433"/>
            </a:xfrm>
          </p:grpSpPr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49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1463"/>
                <a:chOff x="5224692" y="3149862"/>
                <a:chExt cx="247912" cy="441463"/>
              </a:xfrm>
            </p:grpSpPr>
            <p:cxnSp>
              <p:nvCxnSpPr>
                <p:cNvPr id="150" name="Egyenes összekötő 149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51" name="Egyenes összekötő 150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300564" y="3533226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Egyenes összekötő 151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7204085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33AED737-980F-BB08-D764-AFBEE8125160}"/>
              </a:ext>
            </a:extLst>
          </p:cNvPr>
          <p:cNvGrpSpPr/>
          <p:nvPr/>
        </p:nvGrpSpPr>
        <p:grpSpPr>
          <a:xfrm>
            <a:off x="4901623" y="3604582"/>
            <a:ext cx="1354391" cy="2453078"/>
            <a:chOff x="5013765" y="2724688"/>
            <a:chExt cx="1354391" cy="2453078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01702" y="4420770"/>
              <a:ext cx="89099" cy="59591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171" y="4420766"/>
              <a:ext cx="206884" cy="5959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41678" y="3824242"/>
              <a:ext cx="112843" cy="595153"/>
              <a:chOff x="10889059" y="4092956"/>
              <a:chExt cx="136595" cy="7861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89059" y="4431926"/>
                <a:ext cx="109315" cy="447160"/>
                <a:chOff x="5363289" y="3149862"/>
                <a:chExt cx="109315" cy="447160"/>
              </a:xfrm>
            </p:grpSpPr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63289" y="3435973"/>
                  <a:ext cx="12617" cy="1610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034918" flipH="1">
                  <a:off x="5344192" y="3513216"/>
                  <a:ext cx="47552" cy="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46" name="Csoportba foglalás 139">
              <a:extLst>
                <a:ext uri="{FF2B5EF4-FFF2-40B4-BE49-F238E27FC236}">
                  <a16:creationId xmlns:a16="http://schemas.microsoft.com/office/drawing/2014/main" id="{C8738E6E-D503-44C7-9158-5AA355C1F95F}"/>
                </a:ext>
              </a:extLst>
            </p:cNvPr>
            <p:cNvGrpSpPr/>
            <p:nvPr/>
          </p:nvGrpSpPr>
          <p:grpSpPr>
            <a:xfrm rot="2194918" flipH="1">
              <a:off x="5574438" y="3831292"/>
              <a:ext cx="112843" cy="595153"/>
              <a:chOff x="10889059" y="4092956"/>
              <a:chExt cx="136595" cy="786130"/>
            </a:xfrm>
          </p:grpSpPr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5B8A0433-6964-4D1A-B27D-EB59DCF16E3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48" name="Csoportba foglalás 107">
                <a:extLst>
                  <a:ext uri="{FF2B5EF4-FFF2-40B4-BE49-F238E27FC236}">
                    <a16:creationId xmlns:a16="http://schemas.microsoft.com/office/drawing/2014/main" id="{14C45059-60B7-4F25-9DB2-262E05CFE379}"/>
                  </a:ext>
                </a:extLst>
              </p:cNvPr>
              <p:cNvGrpSpPr/>
              <p:nvPr/>
            </p:nvGrpSpPr>
            <p:grpSpPr>
              <a:xfrm>
                <a:off x="10889059" y="4431926"/>
                <a:ext cx="109315" cy="447160"/>
                <a:chOff x="5363289" y="3149862"/>
                <a:chExt cx="109315" cy="447160"/>
              </a:xfrm>
            </p:grpSpPr>
            <p:cxnSp>
              <p:nvCxnSpPr>
                <p:cNvPr id="149" name="Egyenes összekötő 148">
                  <a:extLst>
                    <a:ext uri="{FF2B5EF4-FFF2-40B4-BE49-F238E27FC236}">
                      <a16:creationId xmlns:a16="http://schemas.microsoft.com/office/drawing/2014/main" id="{E71C3077-A18D-4491-BA0B-B32D842122E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63289" y="3435973"/>
                  <a:ext cx="12617" cy="1610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Egyenes összekötő 149">
                  <a:extLst>
                    <a:ext uri="{FF2B5EF4-FFF2-40B4-BE49-F238E27FC236}">
                      <a16:creationId xmlns:a16="http://schemas.microsoft.com/office/drawing/2014/main" id="{65597038-E2CD-47CB-949B-37D10E2A94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034918" flipH="1">
                  <a:off x="5344192" y="3513216"/>
                  <a:ext cx="47552" cy="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51" name="Egyenes összekötő 150">
                  <a:extLst>
                    <a:ext uri="{FF2B5EF4-FFF2-40B4-BE49-F238E27FC236}">
                      <a16:creationId xmlns:a16="http://schemas.microsoft.com/office/drawing/2014/main" id="{52EF16AD-1862-4569-9695-B2ABB7E7F9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37827371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110DC841-B8D2-110A-301B-E3C560014925}"/>
              </a:ext>
            </a:extLst>
          </p:cNvPr>
          <p:cNvGrpSpPr/>
          <p:nvPr/>
        </p:nvGrpSpPr>
        <p:grpSpPr>
          <a:xfrm>
            <a:off x="4901621" y="3604582"/>
            <a:ext cx="1354391" cy="2453078"/>
            <a:chOff x="5013765" y="2724688"/>
            <a:chExt cx="1354391" cy="2453078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5B68B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78166" y="3806695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5B68B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05178153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42F7BA2A-4C1D-BFE8-62C0-6F6F02E0FE18}"/>
              </a:ext>
            </a:extLst>
          </p:cNvPr>
          <p:cNvGrpSpPr/>
          <p:nvPr/>
        </p:nvGrpSpPr>
        <p:grpSpPr>
          <a:xfrm>
            <a:off x="4901624" y="3604584"/>
            <a:ext cx="1473078" cy="2570264"/>
            <a:chOff x="5013765" y="2724688"/>
            <a:chExt cx="1473078" cy="2570264"/>
          </a:xfrm>
        </p:grpSpPr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2963264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08922430-C386-06D9-0B07-43E6481B4E96}"/>
              </a:ext>
            </a:extLst>
          </p:cNvPr>
          <p:cNvGrpSpPr/>
          <p:nvPr/>
        </p:nvGrpSpPr>
        <p:grpSpPr>
          <a:xfrm>
            <a:off x="4901619" y="3604582"/>
            <a:ext cx="1778195" cy="2592172"/>
            <a:chOff x="5013765" y="2724688"/>
            <a:chExt cx="1778195" cy="2592172"/>
          </a:xfrm>
        </p:grpSpPr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746240" y="5138878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47901" y="52711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67046" y="508502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63011" y="4914463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28156" y="5184598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54425456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B42E27DD-A716-D933-B8F0-CE0449FDC1CD}"/>
              </a:ext>
            </a:extLst>
          </p:cNvPr>
          <p:cNvGrpSpPr/>
          <p:nvPr/>
        </p:nvGrpSpPr>
        <p:grpSpPr>
          <a:xfrm>
            <a:off x="4759979" y="3604584"/>
            <a:ext cx="1919841" cy="2570264"/>
            <a:chOff x="4872119" y="2724688"/>
            <a:chExt cx="1919841" cy="2570264"/>
          </a:xfrm>
        </p:grpSpPr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90065" y="51124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746240" y="49960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63983" y="50220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9985" y="47462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02198" y="49960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86843" y="521609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71767" y="52371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727071" y="5116279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76309038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9B2F3953-9A89-F42B-E8D0-571D770DF003}"/>
              </a:ext>
            </a:extLst>
          </p:cNvPr>
          <p:cNvGrpSpPr/>
          <p:nvPr/>
        </p:nvGrpSpPr>
        <p:grpSpPr>
          <a:xfrm>
            <a:off x="4759978" y="3604582"/>
            <a:ext cx="1910316" cy="2570264"/>
            <a:chOff x="4872119" y="2724688"/>
            <a:chExt cx="1910316" cy="2570264"/>
          </a:xfrm>
        </p:grpSpPr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542565" y="486252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7684" y="50267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736715" y="4886553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9624" y="5084511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7604" y="458911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18867" y="485321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74936" y="510893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40811" y="5165689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660396" y="500436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Téglalap 149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114829" y="505583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Téglalap 185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610004" y="474151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48507080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937EC61D-6A8B-EF37-AC46-0B27DEBD8685}"/>
              </a:ext>
            </a:extLst>
          </p:cNvPr>
          <p:cNvGrpSpPr/>
          <p:nvPr/>
        </p:nvGrpSpPr>
        <p:grpSpPr>
          <a:xfrm>
            <a:off x="4327144" y="3604583"/>
            <a:ext cx="2578939" cy="2570264"/>
            <a:chOff x="4439286" y="2724688"/>
            <a:chExt cx="2578939" cy="2570264"/>
          </a:xfrm>
        </p:grpSpPr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97209" y="504341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746240" y="49960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44386" y="5079749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63983" y="50220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9985" y="47462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66479" y="485559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86843" y="521609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095567" y="5110921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727071" y="5116279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0" name="Egyenes összekötő 189">
              <a:extLst>
                <a:ext uri="{FF2B5EF4-FFF2-40B4-BE49-F238E27FC236}">
                  <a16:creationId xmlns:a16="http://schemas.microsoft.com/office/drawing/2014/main" id="{E3D2BA7F-9F8F-45D6-AAF5-38310F0AEBBD}"/>
                </a:ext>
              </a:extLst>
            </p:cNvPr>
            <p:cNvCxnSpPr>
              <a:cxnSpLocks/>
            </p:cNvCxnSpPr>
            <p:nvPr/>
          </p:nvCxnSpPr>
          <p:spPr>
            <a:xfrm>
              <a:off x="4439286" y="4432071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Egyenes összekötő 190">
              <a:extLst>
                <a:ext uri="{FF2B5EF4-FFF2-40B4-BE49-F238E27FC236}">
                  <a16:creationId xmlns:a16="http://schemas.microsoft.com/office/drawing/2014/main" id="{96D43A56-C468-459F-8FD2-FD1946704E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30283" y="4428986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" name="Téglalap 191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252817" y="450338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3" name="Téglalap 192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298185" y="48034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4" name="Téglalap 193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4924204" y="522252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41879555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78209D2F-4FCD-7184-9BC7-37A35CFD7249}"/>
              </a:ext>
            </a:extLst>
          </p:cNvPr>
          <p:cNvGrpSpPr/>
          <p:nvPr/>
        </p:nvGrpSpPr>
        <p:grpSpPr>
          <a:xfrm>
            <a:off x="4334436" y="3604583"/>
            <a:ext cx="2747513" cy="2570264"/>
            <a:chOff x="4446579" y="2724688"/>
            <a:chExt cx="2747513" cy="2570264"/>
          </a:xfrm>
        </p:grpSpPr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90065" y="51124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91471" y="47960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54458" y="4757747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9985" y="47462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02198" y="49960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67793" y="514703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71767" y="52371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662777" y="4961498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3" name="Téglalap 192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198173" y="469150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8" name="Téglalap 197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210078" y="4170013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8797869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7E5F10BD-4734-AEF3-B04F-4ECAF7AC682E}"/>
              </a:ext>
            </a:extLst>
          </p:cNvPr>
          <p:cNvGrpSpPr/>
          <p:nvPr/>
        </p:nvGrpSpPr>
        <p:grpSpPr>
          <a:xfrm>
            <a:off x="4334436" y="3604582"/>
            <a:ext cx="2747513" cy="2570264"/>
            <a:chOff x="4446579" y="2724688"/>
            <a:chExt cx="2747513" cy="2570264"/>
          </a:xfrm>
        </p:grpSpPr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97208" y="4926733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72421" y="481511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46768" y="496306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09215" y="45934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9985" y="47462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83148" y="4857977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291581" y="507083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81292" y="5060914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586577" y="4987692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Ív 200">
              <a:extLst>
                <a:ext uri="{FF2B5EF4-FFF2-40B4-BE49-F238E27FC236}">
                  <a16:creationId xmlns:a16="http://schemas.microsoft.com/office/drawing/2014/main" id="{977D3D44-ADEE-4081-8C51-D27C95992C0D}"/>
                </a:ext>
              </a:extLst>
            </p:cNvPr>
            <p:cNvSpPr/>
            <p:nvPr/>
          </p:nvSpPr>
          <p:spPr>
            <a:xfrm rot="12134526">
              <a:off x="5615150" y="3942782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2" name="Téglalap 201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200428" y="41366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3" name="Téglalap 202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398198" y="411286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4" name="Téglalap 203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4948016" y="4508150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34033533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0873D8CA-7124-2E02-7E2A-41656EE6318B}"/>
              </a:ext>
            </a:extLst>
          </p:cNvPr>
          <p:cNvGrpSpPr/>
          <p:nvPr/>
        </p:nvGrpSpPr>
        <p:grpSpPr>
          <a:xfrm>
            <a:off x="4334438" y="3604583"/>
            <a:ext cx="2814691" cy="2570264"/>
            <a:chOff x="4446579" y="2724688"/>
            <a:chExt cx="2814691" cy="2570264"/>
          </a:xfrm>
        </p:grpSpPr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23390" y="41885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24796" y="4522222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51531" y="4701130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261577" y="454819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19503" y="4429569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04580" y="489369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367781" y="488033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90817" y="4803740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727071" y="482338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Ív 200">
              <a:extLst>
                <a:ext uri="{FF2B5EF4-FFF2-40B4-BE49-F238E27FC236}">
                  <a16:creationId xmlns:a16="http://schemas.microsoft.com/office/drawing/2014/main" id="{977D3D44-ADEE-4081-8C51-D27C95992C0D}"/>
                </a:ext>
              </a:extLst>
            </p:cNvPr>
            <p:cNvSpPr/>
            <p:nvPr/>
          </p:nvSpPr>
          <p:spPr>
            <a:xfrm rot="12134526">
              <a:off x="5559327" y="3945443"/>
              <a:ext cx="570310" cy="137732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Ív 205">
              <a:extLst>
                <a:ext uri="{FF2B5EF4-FFF2-40B4-BE49-F238E27FC236}">
                  <a16:creationId xmlns:a16="http://schemas.microsoft.com/office/drawing/2014/main" id="{802D53BA-7085-4432-8BCD-AAC07635A926}"/>
                </a:ext>
              </a:extLst>
            </p:cNvPr>
            <p:cNvSpPr/>
            <p:nvPr/>
          </p:nvSpPr>
          <p:spPr>
            <a:xfrm rot="13959500">
              <a:off x="5412779" y="3788438"/>
              <a:ext cx="480803" cy="170605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Ív 208">
              <a:extLst>
                <a:ext uri="{FF2B5EF4-FFF2-40B4-BE49-F238E27FC236}">
                  <a16:creationId xmlns:a16="http://schemas.microsoft.com/office/drawing/2014/main" id="{C44C5CD4-9054-40DC-841D-1FFD9CD34E5C}"/>
                </a:ext>
              </a:extLst>
            </p:cNvPr>
            <p:cNvSpPr/>
            <p:nvPr/>
          </p:nvSpPr>
          <p:spPr>
            <a:xfrm rot="1687023">
              <a:off x="5588625" y="3628862"/>
              <a:ext cx="542268" cy="186820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0" name="Ív 209">
              <a:extLst>
                <a:ext uri="{FF2B5EF4-FFF2-40B4-BE49-F238E27FC236}">
                  <a16:creationId xmlns:a16="http://schemas.microsoft.com/office/drawing/2014/main" id="{EAE63580-2901-4167-A6D4-9734C62A4C84}"/>
                </a:ext>
              </a:extLst>
            </p:cNvPr>
            <p:cNvSpPr/>
            <p:nvPr/>
          </p:nvSpPr>
          <p:spPr>
            <a:xfrm rot="11910470">
              <a:off x="5498743" y="3529098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1" name="Ív 210">
              <a:extLst>
                <a:ext uri="{FF2B5EF4-FFF2-40B4-BE49-F238E27FC236}">
                  <a16:creationId xmlns:a16="http://schemas.microsoft.com/office/drawing/2014/main" id="{D8D30928-E7D6-42AF-AB18-33CF34316485}"/>
                </a:ext>
              </a:extLst>
            </p:cNvPr>
            <p:cNvSpPr/>
            <p:nvPr/>
          </p:nvSpPr>
          <p:spPr>
            <a:xfrm rot="10191320">
              <a:off x="5818212" y="3663390"/>
              <a:ext cx="542268" cy="186820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702256" y="3331727"/>
              <a:ext cx="160674" cy="44640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131685"/>
              <a:ext cx="138762" cy="5118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Téglalap 20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352954" y="410571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8" name="Téglalap 207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593460" y="5177281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Téglalap 211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457604" y="472960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Téglalap 212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140311" y="5153252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287995563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Csoportba foglalás 4">
            <a:extLst>
              <a:ext uri="{FF2B5EF4-FFF2-40B4-BE49-F238E27FC236}">
                <a16:creationId xmlns:a16="http://schemas.microsoft.com/office/drawing/2014/main" id="{186615B6-9143-E21E-EA84-24B0E30C04E3}"/>
              </a:ext>
            </a:extLst>
          </p:cNvPr>
          <p:cNvGrpSpPr/>
          <p:nvPr/>
        </p:nvGrpSpPr>
        <p:grpSpPr>
          <a:xfrm>
            <a:off x="4334435" y="3349001"/>
            <a:ext cx="2814691" cy="2825845"/>
            <a:chOff x="4446579" y="2469107"/>
            <a:chExt cx="2814691" cy="2825845"/>
          </a:xfrm>
        </p:grpSpPr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90065" y="51124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1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129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81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16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17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6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69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58134" y="4296002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302058" y="3740953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367116" y="425811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02198" y="49960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358255" y="40445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02723" y="3794089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660396" y="458526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églalap 200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95068" y="4746059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18193" y="446538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8" name="Téglalap 207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281516" y="4527200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Téglalap 208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598097" y="46510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0" name="Téglalap 209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417247" y="3372293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1" name="Téglalap 210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569647" y="502011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Csoportba foglalás 18">
            <a:extLst>
              <a:ext uri="{FF2B5EF4-FFF2-40B4-BE49-F238E27FC236}">
                <a16:creationId xmlns:a16="http://schemas.microsoft.com/office/drawing/2014/main" id="{70168A3D-F589-40A0-7700-78577C60130B}"/>
              </a:ext>
            </a:extLst>
          </p:cNvPr>
          <p:cNvGrpSpPr/>
          <p:nvPr/>
        </p:nvGrpSpPr>
        <p:grpSpPr>
          <a:xfrm>
            <a:off x="4334436" y="2626143"/>
            <a:ext cx="2814691" cy="3548702"/>
            <a:chOff x="4446579" y="1746250"/>
            <a:chExt cx="2814691" cy="3548702"/>
          </a:xfrm>
        </p:grpSpPr>
        <p:sp>
          <p:nvSpPr>
            <p:cNvPr id="218" name="Ív 217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20272208">
              <a:off x="5130072" y="2887816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278965" y="41250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8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3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4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5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7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8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463665" y="36879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40418" y="4100261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232208" y="44791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199635" y="3708050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11723" y="431981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375718" y="4276291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32092" y="442115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720721" y="3985979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402166" y="3245293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132166" y="510266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703666" y="465181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6735541" y="5039168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0" name="Téglalap 229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4854258" y="47839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1" name="Téglalap 230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511608" y="51458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Csoportba foglalás 18">
            <a:extLst>
              <a:ext uri="{FF2B5EF4-FFF2-40B4-BE49-F238E27FC236}">
                <a16:creationId xmlns:a16="http://schemas.microsoft.com/office/drawing/2014/main" id="{BEC055DB-B168-2FDA-522B-50E586B7461A}"/>
              </a:ext>
            </a:extLst>
          </p:cNvPr>
          <p:cNvGrpSpPr/>
          <p:nvPr/>
        </p:nvGrpSpPr>
        <p:grpSpPr>
          <a:xfrm>
            <a:off x="4334437" y="2626144"/>
            <a:ext cx="2814691" cy="3581047"/>
            <a:chOff x="4446579" y="1746250"/>
            <a:chExt cx="2814691" cy="3581047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386915" y="38710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8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3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4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5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7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8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555740" y="34847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279833" y="41044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91685" y="32095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05373" y="373561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721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172518" y="47430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019367" y="431955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603246" y="44400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" name="Ív 3">
              <a:extLst>
                <a:ext uri="{FF2B5EF4-FFF2-40B4-BE49-F238E27FC236}">
                  <a16:creationId xmlns:a16="http://schemas.microsoft.com/office/drawing/2014/main" id="{14A1D545-4397-478F-8B44-AA17424C8DC1}"/>
                </a:ext>
              </a:extLst>
            </p:cNvPr>
            <p:cNvSpPr/>
            <p:nvPr/>
          </p:nvSpPr>
          <p:spPr>
            <a:xfrm rot="9126159">
              <a:off x="5394169" y="4347784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46652" y="4428986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1" y="4284744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46579" y="4432794"/>
              <a:ext cx="680673" cy="2577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294758"/>
              <a:ext cx="664304" cy="3434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4068" y="3731961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1" name="Téglalap 200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673533" y="519351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6" name="Téglalap 20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4863783" y="5212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Téglalap 208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78117" y="482755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0" name="Téglalap 209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70192" y="44656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1" name="Téglalap 210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3492" y="43354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8" name="Téglalap 21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692592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67142" y="36305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406842" y="2874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746442" y="26336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743267" y="52815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C93B3BAF-D365-B7D6-C0B1-BB104906C74D}"/>
              </a:ext>
            </a:extLst>
          </p:cNvPr>
          <p:cNvGrpSpPr/>
          <p:nvPr/>
        </p:nvGrpSpPr>
        <p:grpSpPr>
          <a:xfrm>
            <a:off x="4313805" y="2626144"/>
            <a:ext cx="2835320" cy="3548702"/>
            <a:chOff x="4425950" y="1746250"/>
            <a:chExt cx="2835320" cy="3548702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6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8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1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3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4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5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7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8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Ív 184">
              <a:extLst>
                <a:ext uri="{FF2B5EF4-FFF2-40B4-BE49-F238E27FC236}">
                  <a16:creationId xmlns:a16="http://schemas.microsoft.com/office/drawing/2014/main" id="{2082C8CA-BE5E-410A-8E3F-C20A3E29D03A}"/>
                </a:ext>
              </a:extLst>
            </p:cNvPr>
            <p:cNvSpPr/>
            <p:nvPr/>
          </p:nvSpPr>
          <p:spPr>
            <a:xfrm rot="13580165">
              <a:off x="5429198" y="4192832"/>
              <a:ext cx="645090" cy="89751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705475" y="5137150"/>
              <a:ext cx="158750" cy="1460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C2A07EE7-B5EB-81AA-0317-BFDBADD2F058}"/>
              </a:ext>
            </a:extLst>
          </p:cNvPr>
          <p:cNvGrpSpPr/>
          <p:nvPr/>
        </p:nvGrpSpPr>
        <p:grpSpPr>
          <a:xfrm>
            <a:off x="4313806" y="2626142"/>
            <a:ext cx="2835320" cy="3549650"/>
            <a:chOff x="4425950" y="1746250"/>
            <a:chExt cx="2835320" cy="3549650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644460" y="5060950"/>
              <a:ext cx="255380" cy="2349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7981FBE8-CEC0-95CD-B62C-F014A28F2F03}"/>
              </a:ext>
            </a:extLst>
          </p:cNvPr>
          <p:cNvGrpSpPr/>
          <p:nvPr/>
        </p:nvGrpSpPr>
        <p:grpSpPr>
          <a:xfrm>
            <a:off x="4313805" y="2626142"/>
            <a:ext cx="2835320" cy="3556000"/>
            <a:chOff x="4425950" y="1746250"/>
            <a:chExt cx="2835320" cy="3556000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Ív 186">
              <a:extLst>
                <a:ext uri="{FF2B5EF4-FFF2-40B4-BE49-F238E27FC236}">
                  <a16:creationId xmlns:a16="http://schemas.microsoft.com/office/drawing/2014/main" id="{C305B7A3-AE78-49A6-AAA2-E8056319C9E3}"/>
                </a:ext>
              </a:extLst>
            </p:cNvPr>
            <p:cNvSpPr/>
            <p:nvPr/>
          </p:nvSpPr>
          <p:spPr>
            <a:xfrm rot="2535118">
              <a:off x="5683782" y="4246501"/>
              <a:ext cx="505519" cy="16674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Ív 185">
              <a:extLst>
                <a:ext uri="{FF2B5EF4-FFF2-40B4-BE49-F238E27FC236}">
                  <a16:creationId xmlns:a16="http://schemas.microsoft.com/office/drawing/2014/main" id="{BF88CBA0-E506-4EA3-BC11-172089543A36}"/>
                </a:ext>
              </a:extLst>
            </p:cNvPr>
            <p:cNvSpPr/>
            <p:nvPr/>
          </p:nvSpPr>
          <p:spPr>
            <a:xfrm rot="17303766">
              <a:off x="5626830" y="4130748"/>
              <a:ext cx="645090" cy="897517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8" name="Ív 187">
              <a:extLst>
                <a:ext uri="{FF2B5EF4-FFF2-40B4-BE49-F238E27FC236}">
                  <a16:creationId xmlns:a16="http://schemas.microsoft.com/office/drawing/2014/main" id="{A1086E8C-C41F-4DAA-BEDF-B2075CF9E044}"/>
                </a:ext>
              </a:extLst>
            </p:cNvPr>
            <p:cNvSpPr/>
            <p:nvPr/>
          </p:nvSpPr>
          <p:spPr>
            <a:xfrm rot="9386079">
              <a:off x="5844622" y="4345613"/>
              <a:ext cx="505519" cy="166746"/>
            </a:xfrm>
            <a:prstGeom prst="arc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608845" y="4978400"/>
              <a:ext cx="352010" cy="3238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2EEDD29F-CB67-77CA-0FAD-98BA34A53B20}"/>
              </a:ext>
            </a:extLst>
          </p:cNvPr>
          <p:cNvGrpSpPr/>
          <p:nvPr/>
        </p:nvGrpSpPr>
        <p:grpSpPr>
          <a:xfrm>
            <a:off x="4313805" y="2626146"/>
            <a:ext cx="2835320" cy="3548702"/>
            <a:chOff x="4425950" y="1746250"/>
            <a:chExt cx="2835320" cy="3548702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50" name="Ív 149">
              <a:extLst>
                <a:ext uri="{FF2B5EF4-FFF2-40B4-BE49-F238E27FC236}">
                  <a16:creationId xmlns:a16="http://schemas.microsoft.com/office/drawing/2014/main" id="{A3738491-E4C2-4D60-A9AD-73EAB71A5210}"/>
                </a:ext>
              </a:extLst>
            </p:cNvPr>
            <p:cNvSpPr/>
            <p:nvPr/>
          </p:nvSpPr>
          <p:spPr>
            <a:xfrm rot="11804875">
              <a:off x="5481474" y="4237556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9" name="Ív 188">
              <a:extLst>
                <a:ext uri="{FF2B5EF4-FFF2-40B4-BE49-F238E27FC236}">
                  <a16:creationId xmlns:a16="http://schemas.microsoft.com/office/drawing/2014/main" id="{D0064E1C-B2B4-465B-A265-6354A1F12CF2}"/>
                </a:ext>
              </a:extLst>
            </p:cNvPr>
            <p:cNvSpPr/>
            <p:nvPr/>
          </p:nvSpPr>
          <p:spPr>
            <a:xfrm rot="14565347">
              <a:off x="5243392" y="4142745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539271" y="4819650"/>
              <a:ext cx="503858" cy="4635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5729CB46-1599-F369-F96C-671D63758633}"/>
              </a:ext>
            </a:extLst>
          </p:cNvPr>
          <p:cNvGrpSpPr/>
          <p:nvPr/>
        </p:nvGrpSpPr>
        <p:grpSpPr>
          <a:xfrm>
            <a:off x="4313805" y="2626146"/>
            <a:ext cx="2835320" cy="3549650"/>
            <a:chOff x="4425950" y="1746250"/>
            <a:chExt cx="2835320" cy="3549650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0" name="Ív 189">
              <a:extLst>
                <a:ext uri="{FF2B5EF4-FFF2-40B4-BE49-F238E27FC236}">
                  <a16:creationId xmlns:a16="http://schemas.microsoft.com/office/drawing/2014/main" id="{063FBDFD-EA81-4957-806E-BE0CBCEC9DE2}"/>
                </a:ext>
              </a:extLst>
            </p:cNvPr>
            <p:cNvSpPr/>
            <p:nvPr/>
          </p:nvSpPr>
          <p:spPr>
            <a:xfrm rot="19838029">
              <a:off x="5117776" y="3904797"/>
              <a:ext cx="846823" cy="304027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61490" y="41218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73508" y="30376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82160" y="34127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82093" y="429216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403221" y="406535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1" name="Ív 190">
              <a:extLst>
                <a:ext uri="{FF2B5EF4-FFF2-40B4-BE49-F238E27FC236}">
                  <a16:creationId xmlns:a16="http://schemas.microsoft.com/office/drawing/2014/main" id="{4F49B77A-D0D7-4F2D-83F8-266F24E3C303}"/>
                </a:ext>
              </a:extLst>
            </p:cNvPr>
            <p:cNvSpPr/>
            <p:nvPr/>
          </p:nvSpPr>
          <p:spPr>
            <a:xfrm rot="2535118">
              <a:off x="5633162" y="3809112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469145" y="4679950"/>
              <a:ext cx="669510" cy="6159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13042" y="28241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067117" y="268125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54267" y="36877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72740" y="442349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6A314AEC-0FD1-4DB1-4763-E0CB689242BA}"/>
              </a:ext>
            </a:extLst>
          </p:cNvPr>
          <p:cNvGrpSpPr/>
          <p:nvPr/>
        </p:nvGrpSpPr>
        <p:grpSpPr>
          <a:xfrm>
            <a:off x="4313806" y="2626145"/>
            <a:ext cx="2835320" cy="3548702"/>
            <a:chOff x="4425950" y="1746250"/>
            <a:chExt cx="2835320" cy="3548702"/>
          </a:xfrm>
        </p:grpSpPr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224990" y="41726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88443" y="4019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070167" y="4398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409571" y="409075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393221" y="4508500"/>
              <a:ext cx="821358" cy="7556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46517" y="37385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393390" y="44552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A9D8B81E-169B-F8D6-4D8F-F69A072A4668}"/>
              </a:ext>
            </a:extLst>
          </p:cNvPr>
          <p:cNvGrpSpPr/>
          <p:nvPr/>
        </p:nvGrpSpPr>
        <p:grpSpPr>
          <a:xfrm>
            <a:off x="4313805" y="2626144"/>
            <a:ext cx="2835320" cy="3548702"/>
            <a:chOff x="4425950" y="1746250"/>
            <a:chExt cx="2835320" cy="3548702"/>
          </a:xfrm>
        </p:grpSpPr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92" name="Ív 191">
              <a:extLst>
                <a:ext uri="{FF2B5EF4-FFF2-40B4-BE49-F238E27FC236}">
                  <a16:creationId xmlns:a16="http://schemas.microsoft.com/office/drawing/2014/main" id="{84ADA654-114E-4D07-A86B-9005FD9E9C6B}"/>
                </a:ext>
              </a:extLst>
            </p:cNvPr>
            <p:cNvSpPr/>
            <p:nvPr/>
          </p:nvSpPr>
          <p:spPr>
            <a:xfrm rot="9376264">
              <a:off x="5780051" y="3900541"/>
              <a:ext cx="438874" cy="109964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Ív 206">
              <a:extLst>
                <a:ext uri="{FF2B5EF4-FFF2-40B4-BE49-F238E27FC236}">
                  <a16:creationId xmlns:a16="http://schemas.microsoft.com/office/drawing/2014/main" id="{B84841A7-D94E-4A00-98E4-8B56C766F85D}"/>
                </a:ext>
              </a:extLst>
            </p:cNvPr>
            <p:cNvSpPr/>
            <p:nvPr/>
          </p:nvSpPr>
          <p:spPr>
            <a:xfrm rot="11402550">
              <a:off x="5437903" y="3600968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Ív 211">
              <a:extLst>
                <a:ext uri="{FF2B5EF4-FFF2-40B4-BE49-F238E27FC236}">
                  <a16:creationId xmlns:a16="http://schemas.microsoft.com/office/drawing/2014/main" id="{49BDA478-B019-4804-86E0-E12D28E85BA3}"/>
                </a:ext>
              </a:extLst>
            </p:cNvPr>
            <p:cNvSpPr/>
            <p:nvPr/>
          </p:nvSpPr>
          <p:spPr>
            <a:xfrm rot="8307295">
              <a:off x="5514549" y="3203793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289688" y="4318000"/>
              <a:ext cx="1028424" cy="9461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84B8026A-7732-FCB4-553A-89EC1CB143AB}"/>
              </a:ext>
            </a:extLst>
          </p:cNvPr>
          <p:cNvGrpSpPr/>
          <p:nvPr/>
        </p:nvGrpSpPr>
        <p:grpSpPr>
          <a:xfrm>
            <a:off x="4313805" y="2626146"/>
            <a:ext cx="2835320" cy="3548702"/>
            <a:chOff x="4425950" y="1746250"/>
            <a:chExt cx="2835320" cy="3548702"/>
          </a:xfrm>
        </p:grpSpPr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95440" y="36689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505258" y="31138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44060" y="340007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95848" y="44023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31293" y="43874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151645" y="4032250"/>
              <a:ext cx="1304510" cy="12001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3027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83017" y="308765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62217" y="39099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8417" y="38274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10A19BC6-EBC7-4E7F-F7C8-EBA7BC86CE43}"/>
              </a:ext>
            </a:extLst>
          </p:cNvPr>
          <p:cNvGrpSpPr/>
          <p:nvPr/>
        </p:nvGrpSpPr>
        <p:grpSpPr>
          <a:xfrm>
            <a:off x="4313809" y="2626144"/>
            <a:ext cx="2835320" cy="3548702"/>
            <a:chOff x="4425950" y="1746250"/>
            <a:chExt cx="2835320" cy="3548702"/>
          </a:xfrm>
        </p:grpSpPr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Ív 212">
              <a:extLst>
                <a:ext uri="{FF2B5EF4-FFF2-40B4-BE49-F238E27FC236}">
                  <a16:creationId xmlns:a16="http://schemas.microsoft.com/office/drawing/2014/main" id="{ED58670A-4AAD-4201-99F2-02BAD80A1F1C}"/>
                </a:ext>
              </a:extLst>
            </p:cNvPr>
            <p:cNvSpPr/>
            <p:nvPr/>
          </p:nvSpPr>
          <p:spPr>
            <a:xfrm rot="11258678">
              <a:off x="5444203" y="3099047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Ív 215">
              <a:extLst>
                <a:ext uri="{FF2B5EF4-FFF2-40B4-BE49-F238E27FC236}">
                  <a16:creationId xmlns:a16="http://schemas.microsoft.com/office/drawing/2014/main" id="{07CAD939-2DEC-4780-8547-408AD4C59A93}"/>
                </a:ext>
              </a:extLst>
            </p:cNvPr>
            <p:cNvSpPr/>
            <p:nvPr/>
          </p:nvSpPr>
          <p:spPr>
            <a:xfrm rot="7030890">
              <a:off x="5734308" y="3100689"/>
              <a:ext cx="369210" cy="57796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Ív 216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4440096">
              <a:off x="5253897" y="3046565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5013602" y="3810000"/>
              <a:ext cx="1580596" cy="14541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ABF56447-92C8-FE4E-FA71-B4641342C0E7}"/>
              </a:ext>
            </a:extLst>
          </p:cNvPr>
          <p:cNvGrpSpPr/>
          <p:nvPr/>
        </p:nvGrpSpPr>
        <p:grpSpPr>
          <a:xfrm>
            <a:off x="4313809" y="2626144"/>
            <a:ext cx="2835320" cy="3548702"/>
            <a:chOff x="4425950" y="1746250"/>
            <a:chExt cx="2835320" cy="3548702"/>
          </a:xfrm>
        </p:grpSpPr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9" name="Ív 168">
              <a:extLst>
                <a:ext uri="{FF2B5EF4-FFF2-40B4-BE49-F238E27FC236}">
                  <a16:creationId xmlns:a16="http://schemas.microsoft.com/office/drawing/2014/main" id="{5743BA18-F3E9-4F80-AAA3-3343B806F887}"/>
                </a:ext>
              </a:extLst>
            </p:cNvPr>
            <p:cNvSpPr/>
            <p:nvPr/>
          </p:nvSpPr>
          <p:spPr>
            <a:xfrm rot="19908432">
              <a:off x="5139597" y="2884640"/>
              <a:ext cx="857081" cy="462706"/>
            </a:xfrm>
            <a:prstGeom prst="arc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54852" y="3505200"/>
              <a:ext cx="1898096" cy="17462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1548C4C3-9756-841F-FD28-D97029875D0D}"/>
              </a:ext>
            </a:extLst>
          </p:cNvPr>
          <p:cNvGrpSpPr/>
          <p:nvPr/>
        </p:nvGrpSpPr>
        <p:grpSpPr>
          <a:xfrm>
            <a:off x="4313802" y="2626146"/>
            <a:ext cx="2835320" cy="3548702"/>
            <a:chOff x="4425950" y="1746250"/>
            <a:chExt cx="2835320" cy="3548702"/>
          </a:xfrm>
        </p:grpSpPr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302058" y="310119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667941" y="3155950"/>
              <a:ext cx="2284618" cy="21018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32092" y="29765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403667" y="29416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E578E838-013A-DBFF-EF0C-1E789501DEDB}"/>
              </a:ext>
            </a:extLst>
          </p:cNvPr>
          <p:cNvGrpSpPr/>
          <p:nvPr/>
        </p:nvGrpSpPr>
        <p:grpSpPr>
          <a:xfrm>
            <a:off x="4313808" y="2634775"/>
            <a:ext cx="2835320" cy="3548702"/>
            <a:chOff x="4425950" y="1746250"/>
            <a:chExt cx="2835320" cy="3548702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565650" y="2679700"/>
              <a:ext cx="2501900" cy="25717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0CAE0136-8271-6655-6ECE-9869A84255C9}"/>
              </a:ext>
            </a:extLst>
          </p:cNvPr>
          <p:cNvGrpSpPr/>
          <p:nvPr/>
        </p:nvGrpSpPr>
        <p:grpSpPr>
          <a:xfrm>
            <a:off x="4268006" y="2634770"/>
            <a:ext cx="2881118" cy="3548702"/>
            <a:chOff x="4380152" y="1746250"/>
            <a:chExt cx="2881118" cy="3548702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380152" y="2317750"/>
              <a:ext cx="2860196" cy="29400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C0980115-ACBA-41CC-7C95-2C6BEE0545E2}"/>
              </a:ext>
            </a:extLst>
          </p:cNvPr>
          <p:cNvGrpSpPr/>
          <p:nvPr/>
        </p:nvGrpSpPr>
        <p:grpSpPr>
          <a:xfrm>
            <a:off x="4305179" y="2617518"/>
            <a:ext cx="2835320" cy="3548702"/>
            <a:chOff x="4425950" y="1746250"/>
            <a:chExt cx="2835320" cy="3548702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552950" y="1841500"/>
              <a:ext cx="2514600" cy="34353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583EC5D3-0FAF-3E19-AA9B-F7F699628189}"/>
              </a:ext>
            </a:extLst>
          </p:cNvPr>
          <p:cNvGrpSpPr/>
          <p:nvPr/>
        </p:nvGrpSpPr>
        <p:grpSpPr>
          <a:xfrm>
            <a:off x="4305178" y="2077768"/>
            <a:ext cx="2835320" cy="4088452"/>
            <a:chOff x="4425950" y="1206500"/>
            <a:chExt cx="2835320" cy="4088452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45048" y="44912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686300" y="1206500"/>
              <a:ext cx="2222500" cy="40703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F8AACDF2-7DF3-6C7B-27B1-F0B67DFEBBAF}"/>
              </a:ext>
            </a:extLst>
          </p:cNvPr>
          <p:cNvGrpSpPr/>
          <p:nvPr/>
        </p:nvGrpSpPr>
        <p:grpSpPr>
          <a:xfrm>
            <a:off x="4106445" y="1747568"/>
            <a:ext cx="3058258" cy="4418652"/>
            <a:chOff x="4227214" y="876300"/>
            <a:chExt cx="3058258" cy="4418652"/>
          </a:xfrm>
        </p:grpSpPr>
        <p:sp>
          <p:nvSpPr>
            <p:cNvPr id="169" name="Ellipszis 168"/>
            <p:cNvSpPr/>
            <p:nvPr/>
          </p:nvSpPr>
          <p:spPr>
            <a:xfrm rot="2340824">
              <a:off x="4227214" y="3357868"/>
              <a:ext cx="2118206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159597">
              <a:off x="5479659" y="3283770"/>
              <a:ext cx="1805813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333609" y="2623369"/>
              <a:ext cx="1805813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4343010" y="2591619"/>
              <a:ext cx="1805813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519302D9-9C41-0248-E1C2-8BC3564A1C3C}"/>
              </a:ext>
            </a:extLst>
          </p:cNvPr>
          <p:cNvGrpSpPr/>
          <p:nvPr/>
        </p:nvGrpSpPr>
        <p:grpSpPr>
          <a:xfrm>
            <a:off x="3957867" y="1747568"/>
            <a:ext cx="3298552" cy="4418652"/>
            <a:chOff x="4078636" y="876300"/>
            <a:chExt cx="3298552" cy="4418652"/>
          </a:xfrm>
        </p:grpSpPr>
        <p:sp>
          <p:nvSpPr>
            <p:cNvPr id="169" name="Ellipszis 168"/>
            <p:cNvSpPr/>
            <p:nvPr/>
          </p:nvSpPr>
          <p:spPr>
            <a:xfrm rot="1588630">
              <a:off x="4078636" y="3264257"/>
              <a:ext cx="2309586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887296">
              <a:off x="5473724" y="3260438"/>
              <a:ext cx="1903464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302535" y="2539529"/>
              <a:ext cx="2063091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4203294" y="2516207"/>
              <a:ext cx="2005369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Csoportba foglalás 65">
            <a:extLst>
              <a:ext uri="{FF2B5EF4-FFF2-40B4-BE49-F238E27FC236}">
                <a16:creationId xmlns:a16="http://schemas.microsoft.com/office/drawing/2014/main" id="{E8F297C8-FE24-F1B2-EA72-B69908F0F368}"/>
              </a:ext>
            </a:extLst>
          </p:cNvPr>
          <p:cNvGrpSpPr/>
          <p:nvPr/>
        </p:nvGrpSpPr>
        <p:grpSpPr>
          <a:xfrm>
            <a:off x="3600056" y="1407746"/>
            <a:ext cx="4164540" cy="4784352"/>
            <a:chOff x="3479288" y="510600"/>
            <a:chExt cx="4164540" cy="4784352"/>
          </a:xfrm>
        </p:grpSpPr>
        <p:sp>
          <p:nvSpPr>
            <p:cNvPr id="169" name="Ellipszis 168"/>
            <p:cNvSpPr/>
            <p:nvPr/>
          </p:nvSpPr>
          <p:spPr>
            <a:xfrm rot="1588630">
              <a:off x="3479288" y="3123255"/>
              <a:ext cx="2895131" cy="88361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44144" y="2877478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63319" y="2912403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36169" y="3855378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88719" y="3918878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78442" y="4718146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73542" y="4397471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33943" y="3281457"/>
              <a:ext cx="45719" cy="26601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05297" y="3235164"/>
              <a:ext cx="45719" cy="26034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057157" y="3128465"/>
              <a:ext cx="684726" cy="478104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765450" y="3535496"/>
              <a:ext cx="1" cy="72497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1553" y="4730880"/>
              <a:ext cx="6864" cy="27757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00740" y="5136461"/>
              <a:ext cx="100962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1607" y="5088291"/>
              <a:ext cx="12516" cy="89475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>
              <a:off x="5708729" y="4420766"/>
              <a:ext cx="89215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403995" y="3152308"/>
              <a:ext cx="603874" cy="48805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007211" y="2633858"/>
              <a:ext cx="1367609" cy="894696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78664" y="3779156"/>
              <a:ext cx="156855" cy="590903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062305" y="2833505"/>
              <a:ext cx="684726" cy="478104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4943659" y="3125514"/>
              <a:ext cx="684726" cy="478104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32405" y="3345456"/>
              <a:ext cx="45719" cy="26601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03759" y="3299163"/>
              <a:ext cx="45719" cy="26034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39581" y="3415386"/>
              <a:ext cx="59065" cy="9062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492673" y="3436248"/>
              <a:ext cx="77837" cy="9062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34062" y="3776613"/>
              <a:ext cx="131500" cy="704841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69392" y="3576241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23895" y="5147387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72860" y="3268841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56112" y="3555026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26950" y="4347766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41745" y="4396317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45719" y="4547528"/>
              <a:ext cx="59068" cy="49519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42223" y="4131405"/>
              <a:ext cx="59068" cy="49519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00803" y="4349748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29788" y="4333873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791201" y="1746249"/>
              <a:ext cx="450851" cy="106680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46701" y="1746251"/>
              <a:ext cx="444501" cy="10604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271420" y="510600"/>
              <a:ext cx="2510380" cy="47662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887296">
              <a:off x="4851944" y="3296261"/>
              <a:ext cx="2791884" cy="74077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4682304" y="2641731"/>
              <a:ext cx="2912334" cy="74077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3786645" y="2325914"/>
              <a:ext cx="2417735" cy="88361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940B28EC-424C-0F7F-D942-A960EA21AB67}"/>
              </a:ext>
            </a:extLst>
          </p:cNvPr>
          <p:cNvGrpSpPr/>
          <p:nvPr/>
        </p:nvGrpSpPr>
        <p:grpSpPr>
          <a:xfrm>
            <a:off x="3322719" y="1764820"/>
            <a:ext cx="4316135" cy="4418652"/>
            <a:chOff x="3477994" y="876300"/>
            <a:chExt cx="4316135" cy="4418652"/>
          </a:xfrm>
        </p:grpSpPr>
        <p:sp>
          <p:nvSpPr>
            <p:cNvPr id="169" name="Ellipszis 168"/>
            <p:cNvSpPr/>
            <p:nvPr/>
          </p:nvSpPr>
          <p:spPr>
            <a:xfrm rot="1588630">
              <a:off x="3477994" y="3122951"/>
              <a:ext cx="2943472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887296">
              <a:off x="5446742" y="3154375"/>
              <a:ext cx="2347387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248820" y="2394606"/>
              <a:ext cx="2507814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3831344" y="2346329"/>
              <a:ext cx="2454907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06FE69A6-A4E8-7B57-C4FA-BF32E7CBC450}"/>
              </a:ext>
            </a:extLst>
          </p:cNvPr>
          <p:cNvGrpSpPr/>
          <p:nvPr/>
        </p:nvGrpSpPr>
        <p:grpSpPr>
          <a:xfrm>
            <a:off x="3579010" y="1764820"/>
            <a:ext cx="3884777" cy="4418652"/>
            <a:chOff x="3734285" y="876300"/>
            <a:chExt cx="3884777" cy="4418652"/>
          </a:xfrm>
        </p:grpSpPr>
        <p:sp>
          <p:nvSpPr>
            <p:cNvPr id="169" name="Ellipszis 168"/>
            <p:cNvSpPr/>
            <p:nvPr/>
          </p:nvSpPr>
          <p:spPr>
            <a:xfrm rot="1588630">
              <a:off x="3734285" y="3183246"/>
              <a:ext cx="2672996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887296">
              <a:off x="5458071" y="3198909"/>
              <a:ext cx="2160991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279449" y="2477244"/>
              <a:ext cx="2254223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4015590" y="2430478"/>
              <a:ext cx="2232229" cy="6839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57B3FC95-EFE3-631C-B997-AB6D856F47FC}"/>
              </a:ext>
            </a:extLst>
          </p:cNvPr>
          <p:cNvGrpSpPr/>
          <p:nvPr/>
        </p:nvGrpSpPr>
        <p:grpSpPr>
          <a:xfrm>
            <a:off x="3923359" y="1764822"/>
            <a:ext cx="3298552" cy="4418652"/>
            <a:chOff x="4078636" y="876300"/>
            <a:chExt cx="3298552" cy="4418652"/>
          </a:xfrm>
        </p:grpSpPr>
        <p:sp>
          <p:nvSpPr>
            <p:cNvPr id="169" name="Ellipszis 168"/>
            <p:cNvSpPr/>
            <p:nvPr/>
          </p:nvSpPr>
          <p:spPr>
            <a:xfrm rot="1588630">
              <a:off x="4078636" y="3264257"/>
              <a:ext cx="2309586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887296">
              <a:off x="5473724" y="3260438"/>
              <a:ext cx="1903464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302535" y="2539529"/>
              <a:ext cx="2063091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4203294" y="2516207"/>
              <a:ext cx="2005369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41E1E286-41CC-49A6-6BD6-20938105C214}"/>
              </a:ext>
            </a:extLst>
          </p:cNvPr>
          <p:cNvGrpSpPr/>
          <p:nvPr/>
        </p:nvGrpSpPr>
        <p:grpSpPr>
          <a:xfrm>
            <a:off x="4071939" y="1764822"/>
            <a:ext cx="3058258" cy="4418652"/>
            <a:chOff x="4227214" y="876300"/>
            <a:chExt cx="3058258" cy="4418652"/>
          </a:xfrm>
        </p:grpSpPr>
        <p:sp>
          <p:nvSpPr>
            <p:cNvPr id="169" name="Ellipszis 168"/>
            <p:cNvSpPr/>
            <p:nvPr/>
          </p:nvSpPr>
          <p:spPr>
            <a:xfrm rot="2340824">
              <a:off x="4227214" y="3357868"/>
              <a:ext cx="2118206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949517" y="38591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5040298" y="43515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455093" y="44001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Ellipszis 200"/>
            <p:cNvSpPr/>
            <p:nvPr/>
          </p:nvSpPr>
          <p:spPr>
            <a:xfrm>
              <a:off x="4838700" y="876300"/>
              <a:ext cx="1943100" cy="44005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5" name="Ellipszis 184"/>
            <p:cNvSpPr/>
            <p:nvPr/>
          </p:nvSpPr>
          <p:spPr>
            <a:xfrm rot="19159597">
              <a:off x="5479659" y="3283770"/>
              <a:ext cx="1805813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6" name="Ellipszis 185"/>
            <p:cNvSpPr/>
            <p:nvPr/>
          </p:nvSpPr>
          <p:spPr>
            <a:xfrm rot="19159597">
              <a:off x="5333609" y="2623369"/>
              <a:ext cx="1805813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7" name="Ellipszis 186"/>
            <p:cNvSpPr/>
            <p:nvPr/>
          </p:nvSpPr>
          <p:spPr>
            <a:xfrm rot="13745677">
              <a:off x="4343010" y="2591619"/>
              <a:ext cx="1805813" cy="68394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3BCD31AD-20FF-C916-68D9-F53ACA2AA5FF}"/>
              </a:ext>
            </a:extLst>
          </p:cNvPr>
          <p:cNvGrpSpPr/>
          <p:nvPr/>
        </p:nvGrpSpPr>
        <p:grpSpPr>
          <a:xfrm>
            <a:off x="4268335" y="2095021"/>
            <a:ext cx="2950110" cy="4106020"/>
            <a:chOff x="4423611" y="1206500"/>
            <a:chExt cx="2950110" cy="4106020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45048" y="44912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9" name="Csoportba foglalás 168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20000"/>
                <a:lumOff val="80000"/>
                <a:alpha val="40000"/>
              </a:schemeClr>
            </a:solidFill>
          </p:grpSpPr>
          <p:sp>
            <p:nvSpPr>
              <p:cNvPr id="185" name="Ellipszis 184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6" name="Ellipszis 185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7" name="Ellipszis 18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8" name="Ellipszis 187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9" name="Ellipszis 188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0" name="Ellipszis 189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1" name="Ellipszis 190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2" name="Ellipszis 1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6" name="Ellipszis 205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7" name="Ellipszis 206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9" name="Ellipszis 20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0" name="Ellipszis 209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1" name="Ellipszis 210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2" name="Ellipszis 211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3" name="Ellipszis 212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7" name="Ellipszis 216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8" name="Ellipszis 217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0" name="Ellipszis 22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2" name="Ellipszis 231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3" name="Ellipszis 232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4" name="Ellipszis 233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5" name="Ellipszis 234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6" name="Ellipszis 235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7" name="Ellipszis 236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8" name="Ellipszis 237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9" name="Ellipszis 23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0" name="Ellipszis 23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1" name="Ellipszis 240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2" name="Ellipszis 241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3" name="Ellipszis 242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4" name="Ellipszis 243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5" name="Ellipszis 244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6" name="Ellipszis 245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7" name="Ellipszis 246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8" name="Ellipszis 247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9" name="Ellipszis 248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0" name="Ellipszis 249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1" name="Egyenes összekötő 250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Egyenes összekötő 251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Egyenes összekötő 252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Egyenes összekötő 253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Egyenes összekötő 254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Egyenes összekötő 255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Egyenes összekötő 256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Egyenes összekötő 257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Egyenes összekötő 258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Egyenes összekötő 259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Egyenes összekötő 260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Egyenes összekötő 261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Egyenes összekötő 262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Egyenes összekötő 263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Egyenes összekötő 264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Egyenes összekötő 265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Egyenes összekötő 266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Egyenes összekötő 26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Egyenes összekötő 26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Egyenes összekötő 270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Egyenes összekötő 271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Egyenes összekötő 272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Egyenes összekötő 273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Egyenes összekötő 274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Egyenes összekötő 275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Egyenes összekötő 276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Egyenes összekötő 277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Egyenes összekötő 278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Egyenes összekötő 279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Egyenes összekötő 280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Egyenes összekötő 281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Egyenes összekötő 282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Egyenes összekötő 28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5" name="Ellipszis 284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4686300" y="1206500"/>
              <a:ext cx="2222500" cy="40703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9F24C0D8-DAF2-E79B-A4F2-3B37B6A68419}"/>
              </a:ext>
            </a:extLst>
          </p:cNvPr>
          <p:cNvGrpSpPr/>
          <p:nvPr/>
        </p:nvGrpSpPr>
        <p:grpSpPr>
          <a:xfrm>
            <a:off x="4268339" y="2634771"/>
            <a:ext cx="2950110" cy="3566270"/>
            <a:chOff x="4423611" y="1746250"/>
            <a:chExt cx="2950110" cy="3566270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9" name="Csoportba foglalás 168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40000"/>
                <a:lumOff val="60000"/>
                <a:alpha val="40000"/>
              </a:schemeClr>
            </a:solidFill>
          </p:grpSpPr>
          <p:sp>
            <p:nvSpPr>
              <p:cNvPr id="185" name="Ellipszis 184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6" name="Ellipszis 185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7" name="Ellipszis 18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8" name="Ellipszis 187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9" name="Ellipszis 188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0" name="Ellipszis 189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1" name="Ellipszis 190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2" name="Ellipszis 1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6" name="Ellipszis 205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7" name="Ellipszis 206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9" name="Ellipszis 20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0" name="Ellipszis 209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1" name="Ellipszis 210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2" name="Ellipszis 211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3" name="Ellipszis 212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7" name="Ellipszis 216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8" name="Ellipszis 217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0" name="Ellipszis 22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2" name="Ellipszis 231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3" name="Ellipszis 232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4" name="Ellipszis 233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5" name="Ellipszis 234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6" name="Ellipszis 235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7" name="Ellipszis 236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8" name="Ellipszis 237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9" name="Ellipszis 23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0" name="Ellipszis 23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1" name="Ellipszis 240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2" name="Ellipszis 241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3" name="Ellipszis 242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4" name="Ellipszis 243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5" name="Ellipszis 244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6" name="Ellipszis 245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7" name="Ellipszis 246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8" name="Ellipszis 247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9" name="Ellipszis 248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0" name="Ellipszis 249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1" name="Egyenes összekötő 250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Egyenes összekötő 251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Egyenes összekötő 252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Egyenes összekötő 253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Egyenes összekötő 254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Egyenes összekötő 255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Egyenes összekötő 256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Egyenes összekötő 257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Egyenes összekötő 258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Egyenes összekötő 259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Egyenes összekötő 260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Egyenes összekötő 261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Egyenes összekötő 262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Egyenes összekötő 263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Egyenes összekötő 264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Egyenes összekötő 265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Egyenes összekötő 266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Egyenes összekötő 26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Egyenes összekötő 26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Egyenes összekötő 270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Egyenes összekötő 271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Egyenes összekötő 272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Egyenes összekötő 273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Egyenes összekötő 274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Egyenes összekötő 275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Egyenes összekötő 276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Egyenes összekötő 277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Egyenes összekötő 278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Egyenes összekötő 279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Egyenes összekötő 280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Egyenes összekötő 281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Egyenes összekötő 282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Egyenes összekötő 28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5" name="Ellipszis 284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4552950" y="1841500"/>
              <a:ext cx="2514600" cy="34353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BD19F04D-82D8-AF9B-70E5-60E6EFFBB226}"/>
              </a:ext>
            </a:extLst>
          </p:cNvPr>
          <p:cNvGrpSpPr/>
          <p:nvPr/>
        </p:nvGrpSpPr>
        <p:grpSpPr>
          <a:xfrm>
            <a:off x="4224877" y="2634772"/>
            <a:ext cx="2993569" cy="3566270"/>
            <a:chOff x="4380152" y="1746250"/>
            <a:chExt cx="2993569" cy="3566270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9" name="Csoportba foglalás 168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185" name="Ellipszis 184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6" name="Ellipszis 185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7" name="Ellipszis 18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8" name="Ellipszis 187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9" name="Ellipszis 188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0" name="Ellipszis 189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1" name="Ellipszis 190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2" name="Ellipszis 1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6" name="Ellipszis 205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7" name="Ellipszis 206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9" name="Ellipszis 20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0" name="Ellipszis 209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1" name="Ellipszis 210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2" name="Ellipszis 211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3" name="Ellipszis 212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7" name="Ellipszis 216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8" name="Ellipszis 217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0" name="Ellipszis 22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2" name="Ellipszis 231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3" name="Ellipszis 232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4" name="Ellipszis 233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5" name="Ellipszis 234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6" name="Ellipszis 235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7" name="Ellipszis 236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8" name="Ellipszis 237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9" name="Ellipszis 23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0" name="Ellipszis 23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1" name="Ellipszis 240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2" name="Ellipszis 241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3" name="Ellipszis 242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4" name="Ellipszis 243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5" name="Ellipszis 244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6" name="Ellipszis 245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7" name="Ellipszis 246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8" name="Ellipszis 247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9" name="Ellipszis 248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0" name="Ellipszis 249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1" name="Egyenes összekötő 250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Egyenes összekötő 251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Egyenes összekötő 252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Egyenes összekötő 253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Egyenes összekötő 254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Egyenes összekötő 255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Egyenes összekötő 256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Egyenes összekötő 257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Egyenes összekötő 258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Egyenes összekötő 259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Egyenes összekötő 260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Egyenes összekötő 261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Egyenes összekötő 262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Egyenes összekötő 263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Egyenes összekötő 264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Egyenes összekötő 265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Egyenes összekötő 266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Egyenes összekötő 26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Egyenes összekötő 26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Egyenes összekötő 270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Egyenes összekötő 271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Egyenes összekötő 272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Egyenes összekötő 273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Egyenes összekötő 274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Egyenes összekötő 275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Egyenes összekötő 276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Egyenes összekötő 277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Egyenes összekötő 278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Egyenes összekötő 279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Egyenes összekötő 280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Egyenes összekötő 281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Egyenes összekötő 282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Egyenes összekötő 28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5" name="Ellipszis 284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4380152" y="2317750"/>
              <a:ext cx="2860196" cy="29400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Csoportba foglalás 17">
            <a:extLst>
              <a:ext uri="{FF2B5EF4-FFF2-40B4-BE49-F238E27FC236}">
                <a16:creationId xmlns:a16="http://schemas.microsoft.com/office/drawing/2014/main" id="{826F49DB-B9DD-5FB5-1EE0-940DD30DA7FF}"/>
              </a:ext>
            </a:extLst>
          </p:cNvPr>
          <p:cNvGrpSpPr/>
          <p:nvPr/>
        </p:nvGrpSpPr>
        <p:grpSpPr>
          <a:xfrm>
            <a:off x="4285588" y="2660651"/>
            <a:ext cx="2950110" cy="3566272"/>
            <a:chOff x="4423610" y="1746250"/>
            <a:chExt cx="2950110" cy="3566272"/>
          </a:xfrm>
        </p:grpSpPr>
        <p:sp>
          <p:nvSpPr>
            <p:cNvPr id="223" name="Téglalap 222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257492" y="28812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Téglalap 225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276667" y="2916202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Téglalap 226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4866967" y="38909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Téglalap 227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6302067" y="392267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Téglalap 228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6291790" y="472194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4" name="Téglalap 183">
              <a:extLst>
                <a:ext uri="{FF2B5EF4-FFF2-40B4-BE49-F238E27FC236}">
                  <a16:creationId xmlns:a16="http://schemas.microsoft.com/office/drawing/2014/main" id="{42645744-D645-4BAA-A1BF-365D528721FF}"/>
                </a:ext>
              </a:extLst>
            </p:cNvPr>
            <p:cNvSpPr/>
            <p:nvPr/>
          </p:nvSpPr>
          <p:spPr>
            <a:xfrm>
              <a:off x="5186890" y="440127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églalap 142">
              <a:extLst>
                <a:ext uri="{FF2B5EF4-FFF2-40B4-BE49-F238E27FC236}">
                  <a16:creationId xmlns:a16="http://schemas.microsoft.com/office/drawing/2014/main" id="{C67D29F5-4A61-45E1-B435-55AF14ADE76C}"/>
                </a:ext>
              </a:extLst>
            </p:cNvPr>
            <p:cNvSpPr/>
            <p:nvPr/>
          </p:nvSpPr>
          <p:spPr>
            <a:xfrm rot="6622197">
              <a:off x="5551414" y="3289720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4" name="Téglalap 143">
              <a:extLst>
                <a:ext uri="{FF2B5EF4-FFF2-40B4-BE49-F238E27FC236}">
                  <a16:creationId xmlns:a16="http://schemas.microsoft.com/office/drawing/2014/main" id="{DABFC6DD-D5E0-4ACC-B7FD-F0FF8AA37D39}"/>
                </a:ext>
              </a:extLst>
            </p:cNvPr>
            <p:cNvSpPr/>
            <p:nvPr/>
          </p:nvSpPr>
          <p:spPr>
            <a:xfrm rot="5400000">
              <a:off x="5540794" y="3270660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14">
              <a:extLst>
                <a:ext uri="{FF2B5EF4-FFF2-40B4-BE49-F238E27FC236}">
                  <a16:creationId xmlns:a16="http://schemas.microsoft.com/office/drawing/2014/main" id="{B1F10B7F-E18A-4B19-92EE-BBD3A2111ACC}"/>
                </a:ext>
              </a:extLst>
            </p:cNvPr>
            <p:cNvGrpSpPr/>
            <p:nvPr/>
          </p:nvGrpSpPr>
          <p:grpSpPr>
            <a:xfrm rot="1256288">
              <a:off x="5127263" y="3141419"/>
              <a:ext cx="632189" cy="370065"/>
              <a:chOff x="4573949" y="3156784"/>
              <a:chExt cx="632189" cy="370065"/>
            </a:xfrm>
          </p:grpSpPr>
          <p:grpSp>
            <p:nvGrpSpPr>
              <p:cNvPr id="5" name="Csoportba foglalás 128">
                <a:extLst>
                  <a:ext uri="{FF2B5EF4-FFF2-40B4-BE49-F238E27FC236}">
                    <a16:creationId xmlns:a16="http://schemas.microsoft.com/office/drawing/2014/main" id="{E9AE85A6-57B7-4276-8D50-5D6829CD29F8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32" name="Ív 131">
                  <a:extLst>
                    <a:ext uri="{FF2B5EF4-FFF2-40B4-BE49-F238E27FC236}">
                      <a16:creationId xmlns:a16="http://schemas.microsoft.com/office/drawing/2014/main" id="{45E84F71-19EB-4EB5-AD7C-306BF9DE4302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3" name="Ív 132">
                  <a:extLst>
                    <a:ext uri="{FF2B5EF4-FFF2-40B4-BE49-F238E27FC236}">
                      <a16:creationId xmlns:a16="http://schemas.microsoft.com/office/drawing/2014/main" id="{4C6665DB-C287-44C3-8C0E-DBFA54D6A62E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4" name="Ellipszis 133">
                  <a:extLst>
                    <a:ext uri="{FF2B5EF4-FFF2-40B4-BE49-F238E27FC236}">
                      <a16:creationId xmlns:a16="http://schemas.microsoft.com/office/drawing/2014/main" id="{93958CBB-0365-4961-B33C-0C2E24530FBB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5" name="Ellipszis 134">
                  <a:extLst>
                    <a:ext uri="{FF2B5EF4-FFF2-40B4-BE49-F238E27FC236}">
                      <a16:creationId xmlns:a16="http://schemas.microsoft.com/office/drawing/2014/main" id="{C72C20FD-960E-413D-B2AA-B605DB127D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6" name="Ellipszis 135">
                  <a:extLst>
                    <a:ext uri="{FF2B5EF4-FFF2-40B4-BE49-F238E27FC236}">
                      <a16:creationId xmlns:a16="http://schemas.microsoft.com/office/drawing/2014/main" id="{774B83BA-BB62-4AA6-944D-6B039CCC4757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37" name="Ellipszis 136">
                  <a:extLst>
                    <a:ext uri="{FF2B5EF4-FFF2-40B4-BE49-F238E27FC236}">
                      <a16:creationId xmlns:a16="http://schemas.microsoft.com/office/drawing/2014/main" id="{E2E1DDB5-C576-4382-9AA4-A985E8EA16DA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8" name="Ellipszis 137">
                  <a:extLst>
                    <a:ext uri="{FF2B5EF4-FFF2-40B4-BE49-F238E27FC236}">
                      <a16:creationId xmlns:a16="http://schemas.microsoft.com/office/drawing/2014/main" id="{CC282342-C955-457D-9F51-0C5B0B48B9C7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39" name="Ellipszis 138">
                  <a:extLst>
                    <a:ext uri="{FF2B5EF4-FFF2-40B4-BE49-F238E27FC236}">
                      <a16:creationId xmlns:a16="http://schemas.microsoft.com/office/drawing/2014/main" id="{FD8D9251-270F-41B3-912F-CBBF0A29B845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40" name="Ellipszis 139">
                  <a:extLst>
                    <a:ext uri="{FF2B5EF4-FFF2-40B4-BE49-F238E27FC236}">
                      <a16:creationId xmlns:a16="http://schemas.microsoft.com/office/drawing/2014/main" id="{7E244F8C-0210-4708-B824-7A67F39281E5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30" name="Ellipszis 129">
                <a:extLst>
                  <a:ext uri="{FF2B5EF4-FFF2-40B4-BE49-F238E27FC236}">
                    <a16:creationId xmlns:a16="http://schemas.microsoft.com/office/drawing/2014/main" id="{BD9CF442-2FA1-4F66-A18A-377BD4BA638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31" name="Ellipszis 130">
                <a:extLst>
                  <a:ext uri="{FF2B5EF4-FFF2-40B4-BE49-F238E27FC236}">
                    <a16:creationId xmlns:a16="http://schemas.microsoft.com/office/drawing/2014/main" id="{975ACF39-B178-40B8-8F3C-7F8E05FB8B4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5450" y="3607993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8417" y="4443923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3104" y="4758637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75321" y="4460272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84678" y="4791995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23555" y="5136461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34435" y="5095156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8889" y="4420766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9451" y="4420770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9572" y="4420766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42609" y="3178236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70">
              <a:extLst>
                <a:ext uri="{FF2B5EF4-FFF2-40B4-BE49-F238E27FC236}">
                  <a16:creationId xmlns:a16="http://schemas.microsoft.com/office/drawing/2014/main" id="{26205AEB-F2D1-4ED7-811F-E25F77B00CB2}"/>
                </a:ext>
              </a:extLst>
            </p:cNvPr>
            <p:cNvGrpSpPr/>
            <p:nvPr/>
          </p:nvGrpSpPr>
          <p:grpSpPr>
            <a:xfrm rot="503496">
              <a:off x="5309591" y="2724688"/>
              <a:ext cx="1058565" cy="826049"/>
              <a:chOff x="4290324" y="1112255"/>
              <a:chExt cx="1935331" cy="1472572"/>
            </a:xfrm>
          </p:grpSpPr>
          <p:sp>
            <p:nvSpPr>
              <p:cNvPr id="82" name="Téglalap 81">
                <a:extLst>
                  <a:ext uri="{FF2B5EF4-FFF2-40B4-BE49-F238E27FC236}">
                    <a16:creationId xmlns:a16="http://schemas.microsoft.com/office/drawing/2014/main" id="{C37C4FEB-A4DF-4762-AEB1-88E22C2BD86E}"/>
                  </a:ext>
                </a:extLst>
              </p:cNvPr>
              <p:cNvSpPr/>
              <p:nvPr/>
            </p:nvSpPr>
            <p:spPr>
              <a:xfrm rot="4029572">
                <a:off x="5725107" y="2219770"/>
                <a:ext cx="60600" cy="4490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3" name="Téglalap 82">
                <a:extLst>
                  <a:ext uri="{FF2B5EF4-FFF2-40B4-BE49-F238E27FC236}">
                    <a16:creationId xmlns:a16="http://schemas.microsoft.com/office/drawing/2014/main" id="{72DBF390-9A76-4C70-9046-657D39BE7ECD}"/>
                  </a:ext>
                </a:extLst>
              </p:cNvPr>
              <p:cNvSpPr/>
              <p:nvPr/>
            </p:nvSpPr>
            <p:spPr>
              <a:xfrm rot="5084276">
                <a:off x="5791046" y="2176291"/>
                <a:ext cx="59823" cy="36842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4" name="Téglalap 83">
                <a:extLst>
                  <a:ext uri="{FF2B5EF4-FFF2-40B4-BE49-F238E27FC236}">
                    <a16:creationId xmlns:a16="http://schemas.microsoft.com/office/drawing/2014/main" id="{ABD80531-53DA-41B0-B82D-44D112B8BD3D}"/>
                  </a:ext>
                </a:extLst>
              </p:cNvPr>
              <p:cNvSpPr/>
              <p:nvPr/>
            </p:nvSpPr>
            <p:spPr>
              <a:xfrm rot="3125038">
                <a:off x="5938769" y="19389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5" name="Téglalap 84">
                <a:extLst>
                  <a:ext uri="{FF2B5EF4-FFF2-40B4-BE49-F238E27FC236}">
                    <a16:creationId xmlns:a16="http://schemas.microsoft.com/office/drawing/2014/main" id="{81AA597B-75CD-45A1-ABB1-699EACA86B7E}"/>
                  </a:ext>
                </a:extLst>
              </p:cNvPr>
              <p:cNvSpPr/>
              <p:nvPr/>
            </p:nvSpPr>
            <p:spPr>
              <a:xfrm rot="4652546">
                <a:off x="5928227" y="1866946"/>
                <a:ext cx="45719" cy="43602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6" name="Ív 85">
                <a:extLst>
                  <a:ext uri="{FF2B5EF4-FFF2-40B4-BE49-F238E27FC236}">
                    <a16:creationId xmlns:a16="http://schemas.microsoft.com/office/drawing/2014/main" id="{9BCAB090-2A9D-446A-AE54-DE8A9DEDF775}"/>
                  </a:ext>
                </a:extLst>
              </p:cNvPr>
              <p:cNvSpPr/>
              <p:nvPr/>
            </p:nvSpPr>
            <p:spPr>
              <a:xfrm>
                <a:off x="4290324" y="2043550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7" name="Ív 86">
                <a:extLst>
                  <a:ext uri="{FF2B5EF4-FFF2-40B4-BE49-F238E27FC236}">
                    <a16:creationId xmlns:a16="http://schemas.microsoft.com/office/drawing/2014/main" id="{B25B3E0F-5EDD-4667-9AD0-0CBB09839D6C}"/>
                  </a:ext>
                </a:extLst>
              </p:cNvPr>
              <p:cNvSpPr/>
              <p:nvPr/>
            </p:nvSpPr>
            <p:spPr>
              <a:xfrm rot="19400467">
                <a:off x="4347068" y="2010746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8" name="Ív 87">
                <a:extLst>
                  <a:ext uri="{FF2B5EF4-FFF2-40B4-BE49-F238E27FC236}">
                    <a16:creationId xmlns:a16="http://schemas.microsoft.com/office/drawing/2014/main" id="{89601910-206C-4EE2-BA0B-A2B544576814}"/>
                  </a:ext>
                </a:extLst>
              </p:cNvPr>
              <p:cNvSpPr/>
              <p:nvPr/>
            </p:nvSpPr>
            <p:spPr>
              <a:xfrm rot="15466093">
                <a:off x="4766873" y="1714949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89" name="Ív 88">
                <a:extLst>
                  <a:ext uri="{FF2B5EF4-FFF2-40B4-BE49-F238E27FC236}">
                    <a16:creationId xmlns:a16="http://schemas.microsoft.com/office/drawing/2014/main" id="{38B16B52-DDDC-4C72-815E-26C547BB4894}"/>
                  </a:ext>
                </a:extLst>
              </p:cNvPr>
              <p:cNvSpPr/>
              <p:nvPr/>
            </p:nvSpPr>
            <p:spPr>
              <a:xfrm rot="12991549">
                <a:off x="4971517" y="18009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0" name="Ív 89">
                <a:extLst>
                  <a:ext uri="{FF2B5EF4-FFF2-40B4-BE49-F238E27FC236}">
                    <a16:creationId xmlns:a16="http://schemas.microsoft.com/office/drawing/2014/main" id="{6E243855-C95D-44F2-B5EC-40C81AA94DD1}"/>
                  </a:ext>
                </a:extLst>
              </p:cNvPr>
              <p:cNvSpPr/>
              <p:nvPr/>
            </p:nvSpPr>
            <p:spPr>
              <a:xfrm rot="12991549">
                <a:off x="5123917" y="1953385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1" name="Ív 90">
                <a:extLst>
                  <a:ext uri="{FF2B5EF4-FFF2-40B4-BE49-F238E27FC236}">
                    <a16:creationId xmlns:a16="http://schemas.microsoft.com/office/drawing/2014/main" id="{8C69DA1B-A7E8-412F-880E-D527DDC0FB54}"/>
                  </a:ext>
                </a:extLst>
              </p:cNvPr>
              <p:cNvSpPr/>
              <p:nvPr/>
            </p:nvSpPr>
            <p:spPr>
              <a:xfrm rot="4613624">
                <a:off x="4805243" y="1443121"/>
                <a:ext cx="960050" cy="298317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2" name="Ív 91">
                <a:extLst>
                  <a:ext uri="{FF2B5EF4-FFF2-40B4-BE49-F238E27FC236}">
                    <a16:creationId xmlns:a16="http://schemas.microsoft.com/office/drawing/2014/main" id="{C1AF2719-12EF-420F-B1B4-B9B09717F4F4}"/>
                  </a:ext>
                </a:extLst>
              </p:cNvPr>
              <p:cNvSpPr/>
              <p:nvPr/>
            </p:nvSpPr>
            <p:spPr>
              <a:xfrm rot="15466093">
                <a:off x="5176526" y="1095135"/>
                <a:ext cx="679071" cy="944184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3" name="Ív 92">
                <a:extLst>
                  <a:ext uri="{FF2B5EF4-FFF2-40B4-BE49-F238E27FC236}">
                    <a16:creationId xmlns:a16="http://schemas.microsoft.com/office/drawing/2014/main" id="{711ED15F-32D7-4686-A257-42C2578CB8D0}"/>
                  </a:ext>
                </a:extLst>
              </p:cNvPr>
              <p:cNvSpPr/>
              <p:nvPr/>
            </p:nvSpPr>
            <p:spPr>
              <a:xfrm rot="15466093">
                <a:off x="5097515" y="1545501"/>
                <a:ext cx="829472" cy="142511"/>
              </a:xfrm>
              <a:prstGeom prst="arc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4" name="Ellipszis 93">
                <a:extLst>
                  <a:ext uri="{FF2B5EF4-FFF2-40B4-BE49-F238E27FC236}">
                    <a16:creationId xmlns:a16="http://schemas.microsoft.com/office/drawing/2014/main" id="{95020255-2D9D-4080-B43E-83C869D93AE7}"/>
                  </a:ext>
                </a:extLst>
              </p:cNvPr>
              <p:cNvSpPr/>
              <p:nvPr/>
            </p:nvSpPr>
            <p:spPr>
              <a:xfrm>
                <a:off x="5295900" y="189738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5" name="Ellipszis 94">
                <a:extLst>
                  <a:ext uri="{FF2B5EF4-FFF2-40B4-BE49-F238E27FC236}">
                    <a16:creationId xmlns:a16="http://schemas.microsoft.com/office/drawing/2014/main" id="{E34A7E21-E844-4DDF-B47D-4B8E0EAE3993}"/>
                  </a:ext>
                </a:extLst>
              </p:cNvPr>
              <p:cNvSpPr/>
              <p:nvPr/>
            </p:nvSpPr>
            <p:spPr>
              <a:xfrm>
                <a:off x="5189220" y="1546860"/>
                <a:ext cx="327660" cy="5715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6" name="Ellipszis 95">
                <a:extLst>
                  <a:ext uri="{FF2B5EF4-FFF2-40B4-BE49-F238E27FC236}">
                    <a16:creationId xmlns:a16="http://schemas.microsoft.com/office/drawing/2014/main" id="{B6017254-4DA5-4B8C-8CDC-25668AB6899A}"/>
                  </a:ext>
                </a:extLst>
              </p:cNvPr>
              <p:cNvSpPr/>
              <p:nvPr/>
            </p:nvSpPr>
            <p:spPr>
              <a:xfrm rot="6299066">
                <a:off x="4953000" y="1447800"/>
                <a:ext cx="525780" cy="4038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7" name="Ellipszis 96">
                <a:extLst>
                  <a:ext uri="{FF2B5EF4-FFF2-40B4-BE49-F238E27FC236}">
                    <a16:creationId xmlns:a16="http://schemas.microsoft.com/office/drawing/2014/main" id="{0CCF4C1D-8AC4-4CDA-9BCB-5599659EB223}"/>
                  </a:ext>
                </a:extLst>
              </p:cNvPr>
              <p:cNvSpPr/>
              <p:nvPr/>
            </p:nvSpPr>
            <p:spPr>
              <a:xfrm rot="7164662">
                <a:off x="5044428" y="1337080"/>
                <a:ext cx="464322" cy="25523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98" name="Ellipszis 97">
                <a:extLst>
                  <a:ext uri="{FF2B5EF4-FFF2-40B4-BE49-F238E27FC236}">
                    <a16:creationId xmlns:a16="http://schemas.microsoft.com/office/drawing/2014/main" id="{5BCC5F67-5BCD-472C-B0C0-B976F9A78C1C}"/>
                  </a:ext>
                </a:extLst>
              </p:cNvPr>
              <p:cNvSpPr/>
              <p:nvPr/>
            </p:nvSpPr>
            <p:spPr>
              <a:xfrm rot="1545638">
                <a:off x="4990606" y="1864394"/>
                <a:ext cx="525780" cy="30094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99" name="Ellipszis 98">
                <a:extLst>
                  <a:ext uri="{FF2B5EF4-FFF2-40B4-BE49-F238E27FC236}">
                    <a16:creationId xmlns:a16="http://schemas.microsoft.com/office/drawing/2014/main" id="{F7BA5822-4005-4FE4-8C9D-911D48F22B83}"/>
                  </a:ext>
                </a:extLst>
              </p:cNvPr>
              <p:cNvSpPr/>
              <p:nvPr/>
            </p:nvSpPr>
            <p:spPr>
              <a:xfrm rot="9232562">
                <a:off x="4794282" y="1826019"/>
                <a:ext cx="536127" cy="21581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00" name="Ellipszis 99">
                <a:extLst>
                  <a:ext uri="{FF2B5EF4-FFF2-40B4-BE49-F238E27FC236}">
                    <a16:creationId xmlns:a16="http://schemas.microsoft.com/office/drawing/2014/main" id="{C2A030C0-A79C-4491-A0C2-C72333571CDA}"/>
                  </a:ext>
                </a:extLst>
              </p:cNvPr>
              <p:cNvSpPr/>
              <p:nvPr/>
            </p:nvSpPr>
            <p:spPr>
              <a:xfrm rot="7869867">
                <a:off x="5464495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1" name="Ellipszis 100">
                <a:extLst>
                  <a:ext uri="{FF2B5EF4-FFF2-40B4-BE49-F238E27FC236}">
                    <a16:creationId xmlns:a16="http://schemas.microsoft.com/office/drawing/2014/main" id="{D9D61A35-613A-432F-AB3A-460064B026A2}"/>
                  </a:ext>
                </a:extLst>
              </p:cNvPr>
              <p:cNvSpPr/>
              <p:nvPr/>
            </p:nvSpPr>
            <p:spPr>
              <a:xfrm rot="7869867">
                <a:off x="5571175" y="2255690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2" name="Ellipszis 101">
                <a:extLst>
                  <a:ext uri="{FF2B5EF4-FFF2-40B4-BE49-F238E27FC236}">
                    <a16:creationId xmlns:a16="http://schemas.microsoft.com/office/drawing/2014/main" id="{B9BBD7BB-FBE8-48C8-9420-A6101278C0CD}"/>
                  </a:ext>
                </a:extLst>
              </p:cNvPr>
              <p:cNvSpPr/>
              <p:nvPr/>
            </p:nvSpPr>
            <p:spPr>
              <a:xfrm rot="7869867">
                <a:off x="5525456" y="2278549"/>
                <a:ext cx="531097" cy="8146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3" name="Ellipszis 102">
                <a:extLst>
                  <a:ext uri="{FF2B5EF4-FFF2-40B4-BE49-F238E27FC236}">
                    <a16:creationId xmlns:a16="http://schemas.microsoft.com/office/drawing/2014/main" id="{B8773F6C-E764-49AA-A2A3-04A6E40C9B2D}"/>
                  </a:ext>
                </a:extLst>
              </p:cNvPr>
              <p:cNvSpPr/>
              <p:nvPr/>
            </p:nvSpPr>
            <p:spPr>
              <a:xfrm rot="9661973">
                <a:off x="5577524" y="21102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4" name="Ellipszis 103">
                <a:extLst>
                  <a:ext uri="{FF2B5EF4-FFF2-40B4-BE49-F238E27FC236}">
                    <a16:creationId xmlns:a16="http://schemas.microsoft.com/office/drawing/2014/main" id="{8AA84EED-6E72-4197-9941-E55B04F508A9}"/>
                  </a:ext>
                </a:extLst>
              </p:cNvPr>
              <p:cNvSpPr/>
              <p:nvPr/>
            </p:nvSpPr>
            <p:spPr>
              <a:xfrm rot="4423027">
                <a:off x="5353709" y="2136675"/>
                <a:ext cx="531097" cy="18404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5" name="Téglalap 104">
                <a:extLst>
                  <a:ext uri="{FF2B5EF4-FFF2-40B4-BE49-F238E27FC236}">
                    <a16:creationId xmlns:a16="http://schemas.microsoft.com/office/drawing/2014/main" id="{FFEBCDDB-C58F-4D4D-9F02-2DC1D4057B90}"/>
                  </a:ext>
                </a:extLst>
              </p:cNvPr>
              <p:cNvSpPr/>
              <p:nvPr/>
            </p:nvSpPr>
            <p:spPr>
              <a:xfrm rot="3125038">
                <a:off x="5938769" y="1748471"/>
                <a:ext cx="45719" cy="52805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6" name="Ellipszis 105">
                <a:extLst>
                  <a:ext uri="{FF2B5EF4-FFF2-40B4-BE49-F238E27FC236}">
                    <a16:creationId xmlns:a16="http://schemas.microsoft.com/office/drawing/2014/main" id="{365E81F9-2BC2-421C-892C-6EA53A867059}"/>
                  </a:ext>
                </a:extLst>
              </p:cNvPr>
              <p:cNvSpPr/>
              <p:nvPr/>
            </p:nvSpPr>
            <p:spPr>
              <a:xfrm rot="9661973">
                <a:off x="5577524" y="191977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7" name="Ellipszis 106">
                <a:extLst>
                  <a:ext uri="{FF2B5EF4-FFF2-40B4-BE49-F238E27FC236}">
                    <a16:creationId xmlns:a16="http://schemas.microsoft.com/office/drawing/2014/main" id="{622C3F0E-EDB4-4873-8BF5-650013A4D4B7}"/>
                  </a:ext>
                </a:extLst>
              </p:cNvPr>
              <p:cNvSpPr/>
              <p:nvPr/>
            </p:nvSpPr>
            <p:spPr>
              <a:xfrm rot="9661973">
                <a:off x="5455604" y="2041695"/>
                <a:ext cx="528546" cy="120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08" name="Ív 107">
                <a:extLst>
                  <a:ext uri="{FF2B5EF4-FFF2-40B4-BE49-F238E27FC236}">
                    <a16:creationId xmlns:a16="http://schemas.microsoft.com/office/drawing/2014/main" id="{CADA495A-26BF-4687-ABDA-8FB88A950859}"/>
                  </a:ext>
                </a:extLst>
              </p:cNvPr>
              <p:cNvSpPr/>
              <p:nvPr/>
            </p:nvSpPr>
            <p:spPr>
              <a:xfrm rot="1568893">
                <a:off x="5123551" y="1235585"/>
                <a:ext cx="625305" cy="1305673"/>
              </a:xfrm>
              <a:prstGeom prst="arc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24128" y="3809466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Csoportba foglalás 6">
              <a:extLst>
                <a:ext uri="{FF2B5EF4-FFF2-40B4-BE49-F238E27FC236}">
                  <a16:creationId xmlns:a16="http://schemas.microsoft.com/office/drawing/2014/main" id="{9F829D0F-CB60-4738-9D89-FB1EFE2B0A2E}"/>
                </a:ext>
              </a:extLst>
            </p:cNvPr>
            <p:cNvGrpSpPr/>
            <p:nvPr/>
          </p:nvGrpSpPr>
          <p:grpSpPr>
            <a:xfrm rot="3652355">
              <a:off x="5148548" y="2884177"/>
              <a:ext cx="632189" cy="370065"/>
              <a:chOff x="4573949" y="3156784"/>
              <a:chExt cx="632189" cy="370065"/>
            </a:xfrm>
          </p:grpSpPr>
          <p:grpSp>
            <p:nvGrpSpPr>
              <p:cNvPr id="12" name="Csoportba foglalás 5">
                <a:extLst>
                  <a:ext uri="{FF2B5EF4-FFF2-40B4-BE49-F238E27FC236}">
                    <a16:creationId xmlns:a16="http://schemas.microsoft.com/office/drawing/2014/main" id="{F3D59600-48D2-4B3D-87E1-CF2223EFE375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2" name="Ív 1">
                  <a:extLst>
                    <a:ext uri="{FF2B5EF4-FFF2-40B4-BE49-F238E27FC236}">
                      <a16:creationId xmlns:a16="http://schemas.microsoft.com/office/drawing/2014/main" id="{62936E35-913F-4240-9107-5B542147CE60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6" name="Ív 155">
                  <a:extLst>
                    <a:ext uri="{FF2B5EF4-FFF2-40B4-BE49-F238E27FC236}">
                      <a16:creationId xmlns:a16="http://schemas.microsoft.com/office/drawing/2014/main" id="{2F072C6E-2FC4-4106-B183-9BE03DB76AD0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" name="Ellipszis 2">
                  <a:extLst>
                    <a:ext uri="{FF2B5EF4-FFF2-40B4-BE49-F238E27FC236}">
                      <a16:creationId xmlns:a16="http://schemas.microsoft.com/office/drawing/2014/main" id="{062DD64F-B3A5-4ACD-A2E2-9D135959C6A1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7" name="Ellipszis 156">
                  <a:extLst>
                    <a:ext uri="{FF2B5EF4-FFF2-40B4-BE49-F238E27FC236}">
                      <a16:creationId xmlns:a16="http://schemas.microsoft.com/office/drawing/2014/main" id="{BCEF006C-8D3B-47CB-87FC-CD86F2DEE034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58" name="Ellipszis 157">
                  <a:extLst>
                    <a:ext uri="{FF2B5EF4-FFF2-40B4-BE49-F238E27FC236}">
                      <a16:creationId xmlns:a16="http://schemas.microsoft.com/office/drawing/2014/main" id="{CDE008B6-BA2D-47F7-85FE-A30201240A24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59" name="Ellipszis 158">
                  <a:extLst>
                    <a:ext uri="{FF2B5EF4-FFF2-40B4-BE49-F238E27FC236}">
                      <a16:creationId xmlns:a16="http://schemas.microsoft.com/office/drawing/2014/main" id="{4A04DEBB-2A24-49B4-BBCE-A12F8448BBA2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0" name="Ellipszis 159">
                  <a:extLst>
                    <a:ext uri="{FF2B5EF4-FFF2-40B4-BE49-F238E27FC236}">
                      <a16:creationId xmlns:a16="http://schemas.microsoft.com/office/drawing/2014/main" id="{785B309A-FFA9-4312-9B8D-9F08260D9AF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1" name="Ellipszis 160">
                  <a:extLst>
                    <a:ext uri="{FF2B5EF4-FFF2-40B4-BE49-F238E27FC236}">
                      <a16:creationId xmlns:a16="http://schemas.microsoft.com/office/drawing/2014/main" id="{D910411A-492E-44EF-98BA-F65869B110EA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62" name="Ellipszis 161">
                  <a:extLst>
                    <a:ext uri="{FF2B5EF4-FFF2-40B4-BE49-F238E27FC236}">
                      <a16:creationId xmlns:a16="http://schemas.microsoft.com/office/drawing/2014/main" id="{7AD82604-507F-4819-88B4-FF834A1F6A99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66" name="Ellipszis 165">
                <a:extLst>
                  <a:ext uri="{FF2B5EF4-FFF2-40B4-BE49-F238E27FC236}">
                    <a16:creationId xmlns:a16="http://schemas.microsoft.com/office/drawing/2014/main" id="{2C127CCE-4859-4AAA-9E62-68C4155B2F46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167" name="Ellipszis 166">
                <a:extLst>
                  <a:ext uri="{FF2B5EF4-FFF2-40B4-BE49-F238E27FC236}">
                    <a16:creationId xmlns:a16="http://schemas.microsoft.com/office/drawing/2014/main" id="{F0984A9A-812A-4456-81B6-075CB69D0DE7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13" name="Csoportba foglalás 115">
              <a:extLst>
                <a:ext uri="{FF2B5EF4-FFF2-40B4-BE49-F238E27FC236}">
                  <a16:creationId xmlns:a16="http://schemas.microsoft.com/office/drawing/2014/main" id="{E53A2B98-5A42-4859-B1A1-227362CEC7F4}"/>
                </a:ext>
              </a:extLst>
            </p:cNvPr>
            <p:cNvGrpSpPr/>
            <p:nvPr/>
          </p:nvGrpSpPr>
          <p:grpSpPr>
            <a:xfrm rot="1256288">
              <a:off x="5013765" y="3138468"/>
              <a:ext cx="632189" cy="370065"/>
              <a:chOff x="4573949" y="3156784"/>
              <a:chExt cx="632189" cy="370065"/>
            </a:xfrm>
          </p:grpSpPr>
          <p:grpSp>
            <p:nvGrpSpPr>
              <p:cNvPr id="14" name="Csoportba foglalás 116">
                <a:extLst>
                  <a:ext uri="{FF2B5EF4-FFF2-40B4-BE49-F238E27FC236}">
                    <a16:creationId xmlns:a16="http://schemas.microsoft.com/office/drawing/2014/main" id="{00F6E6C8-D94E-4684-A9F4-C3523C30ABAC}"/>
                  </a:ext>
                </a:extLst>
              </p:cNvPr>
              <p:cNvGrpSpPr/>
              <p:nvPr/>
            </p:nvGrpSpPr>
            <p:grpSpPr>
              <a:xfrm>
                <a:off x="4573949" y="3156784"/>
                <a:ext cx="632189" cy="370065"/>
                <a:chOff x="5030847" y="3124893"/>
                <a:chExt cx="632189" cy="370065"/>
              </a:xfrm>
            </p:grpSpPr>
            <p:sp>
              <p:nvSpPr>
                <p:cNvPr id="120" name="Ív 119">
                  <a:extLst>
                    <a:ext uri="{FF2B5EF4-FFF2-40B4-BE49-F238E27FC236}">
                      <a16:creationId xmlns:a16="http://schemas.microsoft.com/office/drawing/2014/main" id="{12D46B1B-A035-4B0E-BDB6-4C3E64586481}"/>
                    </a:ext>
                  </a:extLst>
                </p:cNvPr>
                <p:cNvSpPr/>
                <p:nvPr/>
              </p:nvSpPr>
              <p:spPr>
                <a:xfrm>
                  <a:off x="5030847" y="3198615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1" name="Ív 120">
                  <a:extLst>
                    <a:ext uri="{FF2B5EF4-FFF2-40B4-BE49-F238E27FC236}">
                      <a16:creationId xmlns:a16="http://schemas.microsoft.com/office/drawing/2014/main" id="{140DED2B-DF1B-4298-AD21-4B1F38F7D854}"/>
                    </a:ext>
                  </a:extLst>
                </p:cNvPr>
                <p:cNvSpPr/>
                <p:nvPr/>
              </p:nvSpPr>
              <p:spPr>
                <a:xfrm rot="19672336">
                  <a:off x="5110939" y="3169680"/>
                  <a:ext cx="552097" cy="296343"/>
                </a:xfrm>
                <a:prstGeom prst="arc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2" name="Ellipszis 121">
                  <a:extLst>
                    <a:ext uri="{FF2B5EF4-FFF2-40B4-BE49-F238E27FC236}">
                      <a16:creationId xmlns:a16="http://schemas.microsoft.com/office/drawing/2014/main" id="{314E4F47-19EE-4ED6-8560-E509F4DD42F2}"/>
                    </a:ext>
                  </a:extLst>
                </p:cNvPr>
                <p:cNvSpPr/>
                <p:nvPr/>
              </p:nvSpPr>
              <p:spPr>
                <a:xfrm>
                  <a:off x="5561282" y="3205111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3" name="Ellipszis 122">
                  <a:extLst>
                    <a:ext uri="{FF2B5EF4-FFF2-40B4-BE49-F238E27FC236}">
                      <a16:creationId xmlns:a16="http://schemas.microsoft.com/office/drawing/2014/main" id="{4CBFB9B2-D56A-467D-964C-4AF5B7F4AA95}"/>
                    </a:ext>
                  </a:extLst>
                </p:cNvPr>
                <p:cNvSpPr/>
                <p:nvPr/>
              </p:nvSpPr>
              <p:spPr>
                <a:xfrm>
                  <a:off x="5542470" y="3149822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4" name="Ellipszis 123">
                  <a:extLst>
                    <a:ext uri="{FF2B5EF4-FFF2-40B4-BE49-F238E27FC236}">
                      <a16:creationId xmlns:a16="http://schemas.microsoft.com/office/drawing/2014/main" id="{DB73A33A-679E-4434-9EE3-4607E32DE140}"/>
                    </a:ext>
                  </a:extLst>
                </p:cNvPr>
                <p:cNvSpPr/>
                <p:nvPr/>
              </p:nvSpPr>
              <p:spPr>
                <a:xfrm rot="4237961">
                  <a:off x="5358953" y="310684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125" name="Ellipszis 124">
                  <a:extLst>
                    <a:ext uri="{FF2B5EF4-FFF2-40B4-BE49-F238E27FC236}">
                      <a16:creationId xmlns:a16="http://schemas.microsoft.com/office/drawing/2014/main" id="{BED987F8-2CCD-47C6-BC14-AF855F9C9C0D}"/>
                    </a:ext>
                  </a:extLst>
                </p:cNvPr>
                <p:cNvSpPr/>
                <p:nvPr/>
              </p:nvSpPr>
              <p:spPr>
                <a:xfrm rot="4716457">
                  <a:off x="5462206" y="3061753"/>
                  <a:ext cx="55397" cy="18167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6" name="Ellipszis 125">
                  <a:extLst>
                    <a:ext uri="{FF2B5EF4-FFF2-40B4-BE49-F238E27FC236}">
                      <a16:creationId xmlns:a16="http://schemas.microsoft.com/office/drawing/2014/main" id="{3892F785-50F4-4758-87B6-BD8E078DEE51}"/>
                    </a:ext>
                  </a:extLst>
                </p:cNvPr>
                <p:cNvSpPr/>
                <p:nvPr/>
              </p:nvSpPr>
              <p:spPr>
                <a:xfrm rot="6437097">
                  <a:off x="5438962" y="3132495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7" name="Ellipszis 126">
                  <a:extLst>
                    <a:ext uri="{FF2B5EF4-FFF2-40B4-BE49-F238E27FC236}">
                      <a16:creationId xmlns:a16="http://schemas.microsoft.com/office/drawing/2014/main" id="{17EA1E79-81D1-4159-8A71-51D310C8FCD1}"/>
                    </a:ext>
                  </a:extLst>
                </p:cNvPr>
                <p:cNvSpPr/>
                <p:nvPr/>
              </p:nvSpPr>
              <p:spPr>
                <a:xfrm rot="7530369">
                  <a:off x="5512488" y="3169878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128" name="Ellipszis 127">
                  <a:extLst>
                    <a:ext uri="{FF2B5EF4-FFF2-40B4-BE49-F238E27FC236}">
                      <a16:creationId xmlns:a16="http://schemas.microsoft.com/office/drawing/2014/main" id="{B2E33286-83F5-42D7-A82C-391DC23FB79A}"/>
                    </a:ext>
                  </a:extLst>
                </p:cNvPr>
                <p:cNvSpPr/>
                <p:nvPr/>
              </p:nvSpPr>
              <p:spPr>
                <a:xfrm rot="4237961">
                  <a:off x="5409093" y="3111720"/>
                  <a:ext cx="45719" cy="135954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sp>
            <p:nvSpPr>
              <p:cNvPr id="118" name="Ellipszis 117">
                <a:extLst>
                  <a:ext uri="{FF2B5EF4-FFF2-40B4-BE49-F238E27FC236}">
                    <a16:creationId xmlns:a16="http://schemas.microsoft.com/office/drawing/2014/main" id="{2D763E98-4890-4D58-ACC4-90542D2A2E37}"/>
                  </a:ext>
                </a:extLst>
              </p:cNvPr>
              <p:cNvSpPr/>
              <p:nvPr/>
            </p:nvSpPr>
            <p:spPr>
              <a:xfrm rot="5568698">
                <a:off x="5049117" y="3139560"/>
                <a:ext cx="55540" cy="16099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19" name="Ellipszis 118">
                <a:extLst>
                  <a:ext uri="{FF2B5EF4-FFF2-40B4-BE49-F238E27FC236}">
                    <a16:creationId xmlns:a16="http://schemas.microsoft.com/office/drawing/2014/main" id="{300326A3-9364-4767-850A-1603674EF0E4}"/>
                  </a:ext>
                </a:extLst>
              </p:cNvPr>
              <p:cNvSpPr/>
              <p:nvPr/>
            </p:nvSpPr>
            <p:spPr>
              <a:xfrm rot="166786">
                <a:off x="5070359" y="3175511"/>
                <a:ext cx="99550" cy="13595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141" name="Téglalap 140">
              <a:extLst>
                <a:ext uri="{FF2B5EF4-FFF2-40B4-BE49-F238E27FC236}">
                  <a16:creationId xmlns:a16="http://schemas.microsoft.com/office/drawing/2014/main" id="{044D3554-8AF7-43D6-B0D6-3B30BA8C467A}"/>
                </a:ext>
              </a:extLst>
            </p:cNvPr>
            <p:cNvSpPr/>
            <p:nvPr/>
          </p:nvSpPr>
          <p:spPr>
            <a:xfrm rot="6622197">
              <a:off x="5449876" y="3353719"/>
              <a:ext cx="33994" cy="24560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2" name="Téglalap 141">
              <a:extLst>
                <a:ext uri="{FF2B5EF4-FFF2-40B4-BE49-F238E27FC236}">
                  <a16:creationId xmlns:a16="http://schemas.microsoft.com/office/drawing/2014/main" id="{C8DC0375-DE04-4684-9CF3-15DE4B3E97C1}"/>
                </a:ext>
              </a:extLst>
            </p:cNvPr>
            <p:cNvSpPr/>
            <p:nvPr/>
          </p:nvSpPr>
          <p:spPr>
            <a:xfrm rot="5400000">
              <a:off x="5439256" y="3334659"/>
              <a:ext cx="33558" cy="2015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6" name="Ellipszis 15">
              <a:extLst>
                <a:ext uri="{FF2B5EF4-FFF2-40B4-BE49-F238E27FC236}">
                  <a16:creationId xmlns:a16="http://schemas.microsoft.com/office/drawing/2014/main" id="{A0A50A8A-C425-4372-8A50-CDF9931897C3}"/>
                </a:ext>
              </a:extLst>
            </p:cNvPr>
            <p:cNvSpPr/>
            <p:nvPr/>
          </p:nvSpPr>
          <p:spPr>
            <a:xfrm rot="17366425">
              <a:off x="5451753" y="3413728"/>
              <a:ext cx="45719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45" name="Ellipszis 144">
              <a:extLst>
                <a:ext uri="{FF2B5EF4-FFF2-40B4-BE49-F238E27FC236}">
                  <a16:creationId xmlns:a16="http://schemas.microsoft.com/office/drawing/2014/main" id="{0FCE6D04-9212-4129-8B66-DA29E370D70D}"/>
                </a:ext>
              </a:extLst>
            </p:cNvPr>
            <p:cNvSpPr/>
            <p:nvPr/>
          </p:nvSpPr>
          <p:spPr>
            <a:xfrm rot="17366425">
              <a:off x="5507673" y="3432589"/>
              <a:ext cx="60248" cy="8367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90620" y="3795308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Egyenes összekötő 154">
              <a:extLst>
                <a:ext uri="{FF2B5EF4-FFF2-40B4-BE49-F238E27FC236}">
                  <a16:creationId xmlns:a16="http://schemas.microsoft.com/office/drawing/2014/main" id="{1660236F-2A9D-4924-B529-F3F552F269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1076" y="5085266"/>
              <a:ext cx="63512" cy="414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Egyenes összekötő 162">
              <a:extLst>
                <a:ext uri="{FF2B5EF4-FFF2-40B4-BE49-F238E27FC236}">
                  <a16:creationId xmlns:a16="http://schemas.microsoft.com/office/drawing/2014/main" id="{F2207FA0-EEF3-410F-A342-3A885200D1A4}"/>
                </a:ext>
              </a:extLst>
            </p:cNvPr>
            <p:cNvCxnSpPr>
              <a:cxnSpLocks/>
            </p:cNvCxnSpPr>
            <p:nvPr/>
          </p:nvCxnSpPr>
          <p:spPr>
            <a:xfrm>
              <a:off x="5814386" y="5077868"/>
              <a:ext cx="65975" cy="26022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Egyenes összekötő 163">
              <a:extLst>
                <a:ext uri="{FF2B5EF4-FFF2-40B4-BE49-F238E27FC236}">
                  <a16:creationId xmlns:a16="http://schemas.microsoft.com/office/drawing/2014/main" id="{B92EC619-74DE-46F8-9D3C-1DB9F978C417}"/>
                </a:ext>
              </a:extLst>
            </p:cNvPr>
            <p:cNvCxnSpPr>
              <a:cxnSpLocks/>
            </p:cNvCxnSpPr>
            <p:nvPr/>
          </p:nvCxnSpPr>
          <p:spPr>
            <a:xfrm>
              <a:off x="5539195" y="5086637"/>
              <a:ext cx="73419" cy="4286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Egyenes összekötő 172">
              <a:extLst>
                <a:ext uri="{FF2B5EF4-FFF2-40B4-BE49-F238E27FC236}">
                  <a16:creationId xmlns:a16="http://schemas.microsoft.com/office/drawing/2014/main" id="{A0FE1480-7404-4940-A92B-F89617827C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26330" y="5097229"/>
              <a:ext cx="33338" cy="381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églalap 9">
              <a:extLst>
                <a:ext uri="{FF2B5EF4-FFF2-40B4-BE49-F238E27FC236}">
                  <a16:creationId xmlns:a16="http://schemas.microsoft.com/office/drawing/2014/main" id="{F162A149-3F8B-49E4-9281-9C3CACA45FF7}"/>
                </a:ext>
              </a:extLst>
            </p:cNvPr>
            <p:cNvSpPr/>
            <p:nvPr/>
          </p:nvSpPr>
          <p:spPr>
            <a:xfrm>
              <a:off x="6682740" y="35800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175" name="Téglalap 174">
              <a:extLst>
                <a:ext uri="{FF2B5EF4-FFF2-40B4-BE49-F238E27FC236}">
                  <a16:creationId xmlns:a16="http://schemas.microsoft.com/office/drawing/2014/main" id="{883CA17F-8733-4D85-B3D0-34553C1725C2}"/>
                </a:ext>
              </a:extLst>
            </p:cNvPr>
            <p:cNvSpPr/>
            <p:nvPr/>
          </p:nvSpPr>
          <p:spPr>
            <a:xfrm>
              <a:off x="5737243" y="5151186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6" name="Téglalap 175">
              <a:extLst>
                <a:ext uri="{FF2B5EF4-FFF2-40B4-BE49-F238E27FC236}">
                  <a16:creationId xmlns:a16="http://schemas.microsoft.com/office/drawing/2014/main" id="{7BF82B33-549C-4BBE-9F26-0F76259561AB}"/>
                </a:ext>
              </a:extLst>
            </p:cNvPr>
            <p:cNvSpPr/>
            <p:nvPr/>
          </p:nvSpPr>
          <p:spPr>
            <a:xfrm>
              <a:off x="6486208" y="3272640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7" name="Téglalap 176">
              <a:extLst>
                <a:ext uri="{FF2B5EF4-FFF2-40B4-BE49-F238E27FC236}">
                  <a16:creationId xmlns:a16="http://schemas.microsoft.com/office/drawing/2014/main" id="{AEE900E0-1212-43B3-AE0E-15797D1985E4}"/>
                </a:ext>
              </a:extLst>
            </p:cNvPr>
            <p:cNvSpPr/>
            <p:nvPr/>
          </p:nvSpPr>
          <p:spPr>
            <a:xfrm>
              <a:off x="5069460" y="3558825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78" name="Téglalap 177">
              <a:extLst>
                <a:ext uri="{FF2B5EF4-FFF2-40B4-BE49-F238E27FC236}">
                  <a16:creationId xmlns:a16="http://schemas.microsoft.com/office/drawing/2014/main" id="{A22A558B-070D-4872-973E-82B6B1BC9083}"/>
                </a:ext>
              </a:extLst>
            </p:cNvPr>
            <p:cNvSpPr/>
            <p:nvPr/>
          </p:nvSpPr>
          <p:spPr>
            <a:xfrm>
              <a:off x="4900598" y="4503965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Téglalap 180">
              <a:extLst>
                <a:ext uri="{FF2B5EF4-FFF2-40B4-BE49-F238E27FC236}">
                  <a16:creationId xmlns:a16="http://schemas.microsoft.com/office/drawing/2014/main" id="{38395831-1C85-43BB-8FF7-28286A3F24A9}"/>
                </a:ext>
              </a:extLst>
            </p:cNvPr>
            <p:cNvSpPr/>
            <p:nvPr/>
          </p:nvSpPr>
          <p:spPr>
            <a:xfrm>
              <a:off x="6575743" y="4476316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2" name="Téglalap 181">
              <a:extLst>
                <a:ext uri="{FF2B5EF4-FFF2-40B4-BE49-F238E27FC236}">
                  <a16:creationId xmlns:a16="http://schemas.microsoft.com/office/drawing/2014/main" id="{F5509838-8DB6-4666-9382-6DA31303EDA2}"/>
                </a:ext>
              </a:extLst>
            </p:cNvPr>
            <p:cNvSpPr/>
            <p:nvPr/>
          </p:nvSpPr>
          <p:spPr>
            <a:xfrm>
              <a:off x="5159067" y="4551327"/>
              <a:ext cx="45720" cy="457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183" name="Téglalap 182">
              <a:extLst>
                <a:ext uri="{FF2B5EF4-FFF2-40B4-BE49-F238E27FC236}">
                  <a16:creationId xmlns:a16="http://schemas.microsoft.com/office/drawing/2014/main" id="{D57E22BA-0CD9-42B5-B40A-C44FE2F7A455}"/>
                </a:ext>
              </a:extLst>
            </p:cNvPr>
            <p:cNvSpPr/>
            <p:nvPr/>
          </p:nvSpPr>
          <p:spPr>
            <a:xfrm>
              <a:off x="6155571" y="4135204"/>
              <a:ext cx="45720" cy="45720"/>
            </a:xfrm>
            <a:prstGeom prst="rect">
              <a:avLst/>
            </a:prstGeom>
            <a:solidFill>
              <a:srgbClr val="DDBC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9" name="Csoportba foglalás 168"/>
            <p:cNvGrpSpPr/>
            <p:nvPr/>
          </p:nvGrpSpPr>
          <p:grpSpPr>
            <a:xfrm>
              <a:off x="4423610" y="1746252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185" name="Ellipszis 184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6" name="Ellipszis 185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7" name="Ellipszis 18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8" name="Ellipszis 187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9" name="Ellipszis 188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0" name="Ellipszis 189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1" name="Ellipszis 190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92" name="Ellipszis 1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6" name="Ellipszis 205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7" name="Ellipszis 206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9" name="Ellipszis 20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0" name="Ellipszis 209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1" name="Ellipszis 210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2" name="Ellipszis 211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3" name="Ellipszis 212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7" name="Ellipszis 216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8" name="Ellipszis 217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0" name="Ellipszis 22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2" name="Ellipszis 231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3" name="Ellipszis 232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4" name="Ellipszis 233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5" name="Ellipszis 234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6" name="Ellipszis 235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7" name="Ellipszis 236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8" name="Ellipszis 237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9" name="Ellipszis 23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0" name="Ellipszis 23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1" name="Ellipszis 240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2" name="Ellipszis 241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3" name="Ellipszis 242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4" name="Ellipszis 243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5" name="Ellipszis 244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6" name="Ellipszis 245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7" name="Ellipszis 246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8" name="Ellipszis 247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49" name="Ellipszis 248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50" name="Ellipszis 249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251" name="Egyenes összekötő 250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Egyenes összekötő 251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Egyenes összekötő 252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Egyenes összekötő 253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Egyenes összekötő 254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Egyenes összekötő 255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Egyenes összekötő 256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Egyenes összekötő 257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Egyenes összekötő 258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Egyenes összekötő 259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Egyenes összekötő 260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Egyenes összekötő 261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Egyenes összekötő 262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Egyenes összekötő 263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Egyenes összekötő 264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Egyenes összekötő 265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Egyenes összekötő 266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Egyenes összekötő 26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Egyenes összekötő 26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Egyenes összekötő 270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Egyenes összekötő 271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Egyenes összekötő 272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Egyenes összekötő 273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Egyenes összekötő 274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Egyenes összekötő 275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Egyenes összekötő 276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Egyenes összekötő 277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Egyenes összekötő 278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Egyenes összekötő 279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Egyenes összekötő 280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Egyenes összekötő 281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Egyenes összekötő 282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Egyenes összekötő 28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5" name="Ellipszis 284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4565650" y="2679700"/>
              <a:ext cx="2501900" cy="257175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1">
            <a:extLst>
              <a:ext uri="{FF2B5EF4-FFF2-40B4-BE49-F238E27FC236}">
                <a16:creationId xmlns:a16="http://schemas.microsoft.com/office/drawing/2014/main" id="{BD96C59B-D588-1C00-C714-F4EC5E184C5A}"/>
              </a:ext>
            </a:extLst>
          </p:cNvPr>
          <p:cNvGrpSpPr/>
          <p:nvPr/>
        </p:nvGrpSpPr>
        <p:grpSpPr>
          <a:xfrm>
            <a:off x="4285586" y="2660650"/>
            <a:ext cx="2950110" cy="3566270"/>
            <a:chOff x="4423611" y="1746250"/>
            <a:chExt cx="2950110" cy="3566270"/>
          </a:xfrm>
        </p:grpSpPr>
        <p:grpSp>
          <p:nvGrpSpPr>
            <p:cNvPr id="40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42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7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8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288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28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273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259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23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88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89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9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209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2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1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4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 dirty="0"/>
                    </a:p>
                  </p:txBody>
                </p:sp>
              </p:grpSp>
              <p:grpSp>
                <p:nvGrpSpPr>
                  <p:cNvPr id="23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2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5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8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15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4688896" y="3186430"/>
              <a:ext cx="2284618" cy="2101850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33E1CC9D-D1D1-63C6-19F7-B4750BD89043}"/>
              </a:ext>
            </a:extLst>
          </p:cNvPr>
          <p:cNvGrpSpPr/>
          <p:nvPr/>
        </p:nvGrpSpPr>
        <p:grpSpPr>
          <a:xfrm>
            <a:off x="4285589" y="266064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4842510" y="3509416"/>
              <a:ext cx="1946910" cy="179115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54D8F081-4FB7-0D92-E5C3-E49350921EB5}"/>
              </a:ext>
            </a:extLst>
          </p:cNvPr>
          <p:cNvGrpSpPr/>
          <p:nvPr/>
        </p:nvGrpSpPr>
        <p:grpSpPr>
          <a:xfrm>
            <a:off x="4285588" y="2660652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4941570" y="3684371"/>
              <a:ext cx="1748790" cy="160888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712CEC34-C14B-4115-1344-52083CC0BB29}"/>
              </a:ext>
            </a:extLst>
          </p:cNvPr>
          <p:cNvGrpSpPr/>
          <p:nvPr/>
        </p:nvGrpSpPr>
        <p:grpSpPr>
          <a:xfrm>
            <a:off x="4285590" y="2660649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017770" y="3852316"/>
              <a:ext cx="1565910" cy="144063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3C5B1994-12CA-AA34-78E1-8224284AAAB1}"/>
              </a:ext>
            </a:extLst>
          </p:cNvPr>
          <p:cNvGrpSpPr/>
          <p:nvPr/>
        </p:nvGrpSpPr>
        <p:grpSpPr>
          <a:xfrm>
            <a:off x="4285585" y="2660650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063490" y="4006240"/>
              <a:ext cx="1413510" cy="1300430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CE438317-73E7-42B6-A913-C1FEE3937AD5}"/>
              </a:ext>
            </a:extLst>
          </p:cNvPr>
          <p:cNvGrpSpPr/>
          <p:nvPr/>
        </p:nvGrpSpPr>
        <p:grpSpPr>
          <a:xfrm>
            <a:off x="4285586" y="2660652"/>
            <a:ext cx="2950110" cy="3579622"/>
            <a:chOff x="4423611" y="1746250"/>
            <a:chExt cx="2950110" cy="3579622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200650" y="4291838"/>
              <a:ext cx="1123950" cy="1034034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80746A6B-F6FF-9695-B04B-D30D023C134F}"/>
              </a:ext>
            </a:extLst>
          </p:cNvPr>
          <p:cNvGrpSpPr/>
          <p:nvPr/>
        </p:nvGrpSpPr>
        <p:grpSpPr>
          <a:xfrm>
            <a:off x="4285588" y="2660649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307330" y="4429912"/>
              <a:ext cx="956310" cy="879806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9458974A-2BF0-AB87-698F-2C910A1E0AEA}"/>
              </a:ext>
            </a:extLst>
          </p:cNvPr>
          <p:cNvGrpSpPr/>
          <p:nvPr/>
        </p:nvGrpSpPr>
        <p:grpSpPr>
          <a:xfrm>
            <a:off x="4285588" y="2660652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391150" y="4583226"/>
              <a:ext cx="788670" cy="72557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F29F158C-2C69-D007-47B7-F687BC4C24D4}"/>
              </a:ext>
            </a:extLst>
          </p:cNvPr>
          <p:cNvGrpSpPr/>
          <p:nvPr/>
        </p:nvGrpSpPr>
        <p:grpSpPr>
          <a:xfrm>
            <a:off x="4285589" y="2660648"/>
            <a:ext cx="2950110" cy="3581147"/>
            <a:chOff x="4423611" y="1746250"/>
            <a:chExt cx="2950110" cy="3581147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520690" y="4854193"/>
              <a:ext cx="514350" cy="473204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DC1CCCF5-9C27-9A8B-952D-F16F6EA2EA1C}"/>
              </a:ext>
            </a:extLst>
          </p:cNvPr>
          <p:cNvGrpSpPr/>
          <p:nvPr/>
        </p:nvGrpSpPr>
        <p:grpSpPr>
          <a:xfrm>
            <a:off x="4285588" y="2669274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895542" y="3151152"/>
              <a:ext cx="1754496" cy="1850492"/>
              <a:chOff x="2352367" y="2084352"/>
              <a:chExt cx="1754496" cy="1850492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52367" y="30336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787467" y="30654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72290" y="354402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87458" y="22439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4860" y="2701575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85998" y="364671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61143" y="361906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44467" y="36940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40971" y="327795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17492" y="21192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9067" y="2084352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5634990" y="5028539"/>
              <a:ext cx="300990" cy="276912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87156804-D95F-F940-700F-6714E6F04A15}"/>
              </a:ext>
            </a:extLst>
          </p:cNvPr>
          <p:cNvGrpSpPr/>
          <p:nvPr/>
        </p:nvGrpSpPr>
        <p:grpSpPr>
          <a:xfrm>
            <a:off x="4285589" y="2669276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907449" y="3720270"/>
              <a:ext cx="1752114" cy="1538548"/>
              <a:chOff x="2349986" y="2396296"/>
              <a:chExt cx="1752114" cy="1538548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49986" y="3326571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18423" y="327497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46096" y="371547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56502" y="2722571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50097" y="300399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93141" y="3813403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56380" y="380718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65899" y="3877433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26684" y="3570847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69867" y="2612196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917642" y="2396296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A42BD789-844F-9B57-964E-43E2C2CC974E}"/>
              </a:ext>
            </a:extLst>
          </p:cNvPr>
          <p:cNvGrpSpPr/>
          <p:nvPr/>
        </p:nvGrpSpPr>
        <p:grpSpPr>
          <a:xfrm>
            <a:off x="4285591" y="266927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936024" y="4237001"/>
              <a:ext cx="1723539" cy="1025009"/>
              <a:chOff x="2378561" y="2913027"/>
              <a:chExt cx="1723539" cy="1025009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78561" y="3667089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58904" y="3572633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46096" y="371547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5" name="Téglalap 174">
                <a:extLst>
                  <a:ext uri="{FF2B5EF4-FFF2-40B4-BE49-F238E27FC236}">
                    <a16:creationId xmlns:a16="http://schemas.microsoft.com/office/drawing/2014/main" id="{883CA17F-8733-4D85-B3D0-34553C1725C2}"/>
                  </a:ext>
                </a:extLst>
              </p:cNvPr>
              <p:cNvSpPr/>
              <p:nvPr/>
            </p:nvSpPr>
            <p:spPr>
              <a:xfrm>
                <a:off x="3194068" y="388912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720783" y="3136909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62003" y="3375469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8" name="Téglalap 177">
                <a:extLst>
                  <a:ext uri="{FF2B5EF4-FFF2-40B4-BE49-F238E27FC236}">
                    <a16:creationId xmlns:a16="http://schemas.microsoft.com/office/drawing/2014/main" id="{A22A558B-070D-4872-973E-82B6B1BC9083}"/>
                  </a:ext>
                </a:extLst>
              </p:cNvPr>
              <p:cNvSpPr/>
              <p:nvPr/>
            </p:nvSpPr>
            <p:spPr>
              <a:xfrm>
                <a:off x="2397903" y="388484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1" name="Téglalap 180">
                <a:extLst>
                  <a:ext uri="{FF2B5EF4-FFF2-40B4-BE49-F238E27FC236}">
                    <a16:creationId xmlns:a16="http://schemas.microsoft.com/office/drawing/2014/main" id="{38395831-1C85-43BB-8FF7-28286A3F24A9}"/>
                  </a:ext>
                </a:extLst>
              </p:cNvPr>
              <p:cNvSpPr/>
              <p:nvPr/>
            </p:nvSpPr>
            <p:spPr>
              <a:xfrm>
                <a:off x="4056380" y="380718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2" name="Téglalap 181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665899" y="3877433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19540" y="389231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55592" y="3228940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953361" y="2913027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15872" y="3863819"/>
              <a:ext cx="121410" cy="545565"/>
              <a:chOff x="10878692" y="4092956"/>
              <a:chExt cx="146962" cy="720630"/>
            </a:xfrm>
          </p:grpSpPr>
          <p:cxnSp>
            <p:nvCxnSpPr>
              <p:cNvPr id="110" name="Egyenes összekötő 10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5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14" name="Egyenes összekötő 11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Egyenes összekötő 112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Egyenes összekötő 111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72289" y="3394714"/>
                  <a:ext cx="77626" cy="13006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82364" y="3849661"/>
              <a:ext cx="121410" cy="545565"/>
              <a:chOff x="10878692" y="4092956"/>
              <a:chExt cx="146962" cy="720630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381660"/>
                <a:chOff x="5352922" y="3149862"/>
                <a:chExt cx="119682" cy="381660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81251" y="3401607"/>
                  <a:ext cx="66575" cy="12640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57FB4F5F-8BBC-900A-F9E1-8C4C766BD787}"/>
              </a:ext>
            </a:extLst>
          </p:cNvPr>
          <p:cNvGrpSpPr/>
          <p:nvPr/>
        </p:nvGrpSpPr>
        <p:grpSpPr>
          <a:xfrm>
            <a:off x="4285589" y="2669276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4947930" y="4639432"/>
              <a:ext cx="1572896" cy="622578"/>
              <a:chOff x="2390467" y="3315458"/>
              <a:chExt cx="1572896" cy="622578"/>
            </a:xfrm>
          </p:grpSpPr>
          <p:sp>
            <p:nvSpPr>
              <p:cNvPr id="227" name="Téglalap 226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390467" y="3848064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7479" y="3772659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9" name="Téglalap 228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3777190" y="3864695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4" name="Téglalap 183">
                <a:extLst>
                  <a:ext uri="{FF2B5EF4-FFF2-40B4-BE49-F238E27FC236}">
                    <a16:creationId xmlns:a16="http://schemas.microsoft.com/office/drawing/2014/main" id="{42645744-D645-4BAA-A1BF-365D528721FF}"/>
                  </a:ext>
                </a:extLst>
              </p:cNvPr>
              <p:cNvSpPr/>
              <p:nvPr/>
            </p:nvSpPr>
            <p:spPr>
              <a:xfrm>
                <a:off x="2660384" y="3829770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637439" y="3546484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38191" y="3711226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83" name="Téglalap 182">
                <a:extLst>
                  <a:ext uri="{FF2B5EF4-FFF2-40B4-BE49-F238E27FC236}">
                    <a16:creationId xmlns:a16="http://schemas.microsoft.com/office/drawing/2014/main" id="{D57E22BA-0CD9-42B5-B40A-C44FE2F7A455}"/>
                  </a:ext>
                </a:extLst>
              </p:cNvPr>
              <p:cNvSpPr/>
              <p:nvPr/>
            </p:nvSpPr>
            <p:spPr>
              <a:xfrm>
                <a:off x="3619540" y="3892316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96073" y="3507546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917643" y="3315458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73531" y="3846735"/>
              <a:ext cx="121410" cy="575221"/>
              <a:chOff x="10878692" y="4092956"/>
              <a:chExt cx="146962" cy="759804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420834"/>
                <a:chOff x="5352922" y="3149862"/>
                <a:chExt cx="119682" cy="420834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64508" y="3502495"/>
                  <a:ext cx="87167" cy="49236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61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19405082">
              <a:off x="5821181" y="3841974"/>
              <a:ext cx="121410" cy="575221"/>
              <a:chOff x="10878692" y="4092956"/>
              <a:chExt cx="146962" cy="759804"/>
            </a:xfrm>
          </p:grpSpPr>
          <p:cxnSp>
            <p:nvCxnSpPr>
              <p:cNvPr id="262" name="Egyenes összekötő 261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3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78692" y="4431926"/>
                <a:ext cx="119682" cy="420834"/>
                <a:chOff x="5352922" y="3149862"/>
                <a:chExt cx="119682" cy="420834"/>
              </a:xfrm>
            </p:grpSpPr>
            <p:cxnSp>
              <p:nvCxnSpPr>
                <p:cNvPr id="264" name="Egyenes összekötő 263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Egyenes összekötő 264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 flipV="1">
                  <a:off x="5352922" y="3456292"/>
                  <a:ext cx="109157" cy="7523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Egyenes összekötő 265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64508" y="3502495"/>
                  <a:ext cx="87167" cy="49236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Csoportba foglalás 3">
            <a:extLst>
              <a:ext uri="{FF2B5EF4-FFF2-40B4-BE49-F238E27FC236}">
                <a16:creationId xmlns:a16="http://schemas.microsoft.com/office/drawing/2014/main" id="{17C378F8-52DC-E7D0-AE7E-BA88EFFF5777}"/>
              </a:ext>
            </a:extLst>
          </p:cNvPr>
          <p:cNvGrpSpPr/>
          <p:nvPr/>
        </p:nvGrpSpPr>
        <p:grpSpPr>
          <a:xfrm>
            <a:off x="4285588" y="2669278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3" name="Csoportba foglalás 422"/>
            <p:cNvGrpSpPr/>
            <p:nvPr/>
          </p:nvGrpSpPr>
          <p:grpSpPr>
            <a:xfrm>
              <a:off x="5105179" y="5087107"/>
              <a:ext cx="1401359" cy="171928"/>
              <a:chOff x="2545335" y="3646451"/>
              <a:chExt cx="1401359" cy="171928"/>
            </a:xfrm>
          </p:grpSpPr>
          <p:sp>
            <p:nvSpPr>
              <p:cNvPr id="228" name="Téglalap 227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887479" y="3772659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6" name="Téglalap 175">
                <a:extLst>
                  <a:ext uri="{FF2B5EF4-FFF2-40B4-BE49-F238E27FC236}">
                    <a16:creationId xmlns:a16="http://schemas.microsoft.com/office/drawing/2014/main" id="{7BF82B33-549C-4BBE-9F26-0F76259561AB}"/>
                  </a:ext>
                </a:extLst>
              </p:cNvPr>
              <p:cNvSpPr/>
              <p:nvPr/>
            </p:nvSpPr>
            <p:spPr>
              <a:xfrm>
                <a:off x="3620771" y="3694122"/>
                <a:ext cx="45720" cy="45720"/>
              </a:xfrm>
              <a:prstGeom prst="rect">
                <a:avLst/>
              </a:prstGeom>
              <a:solidFill>
                <a:srgbClr val="DDBC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177" name="Téglalap 176">
                <a:extLst>
                  <a:ext uri="{FF2B5EF4-FFF2-40B4-BE49-F238E27FC236}">
                    <a16:creationId xmlns:a16="http://schemas.microsoft.com/office/drawing/2014/main" id="{AEE900E0-1212-43B3-AE0E-15797D1985E4}"/>
                  </a:ext>
                </a:extLst>
              </p:cNvPr>
              <p:cNvSpPr/>
              <p:nvPr/>
            </p:nvSpPr>
            <p:spPr>
              <a:xfrm>
                <a:off x="2545335" y="3735039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Téglalap 222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2793692" y="3705190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6" name="Téglalap 225">
                <a:extLst>
                  <a:ext uri="{FF2B5EF4-FFF2-40B4-BE49-F238E27FC236}">
                    <a16:creationId xmlns:a16="http://schemas.microsoft.com/office/drawing/2014/main" id="{F5509838-8DB6-4666-9382-6DA31303EDA2}"/>
                  </a:ext>
                </a:extLst>
              </p:cNvPr>
              <p:cNvSpPr/>
              <p:nvPr/>
            </p:nvSpPr>
            <p:spPr>
              <a:xfrm>
                <a:off x="3900974" y="3646451"/>
                <a:ext cx="45720" cy="4572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6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2194918" flipH="1">
              <a:off x="5562593" y="3841584"/>
              <a:ext cx="116774" cy="613397"/>
              <a:chOff x="10884304" y="4092956"/>
              <a:chExt cx="141350" cy="810229"/>
            </a:xfrm>
          </p:grpSpPr>
          <p:cxnSp>
            <p:nvCxnSpPr>
              <p:cNvPr id="168" name="Egyenes összekötő 167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84304" y="4431926"/>
                <a:ext cx="114070" cy="471259"/>
                <a:chOff x="5358534" y="3149862"/>
                <a:chExt cx="114070" cy="471259"/>
              </a:xfrm>
            </p:grpSpPr>
            <p:cxnSp>
              <p:nvCxnSpPr>
                <p:cNvPr id="170" name="Egyenes összekötő 169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Egyenes összekötő 170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2994918" flipH="1">
                  <a:off x="5358534" y="3510763"/>
                  <a:ext cx="77884" cy="42324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Egyenes összekötő 171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57037" y="3571135"/>
                  <a:ext cx="65149" cy="3482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3" name="Csoportba foglalás 139">
              <a:extLst>
                <a:ext uri="{FF2B5EF4-FFF2-40B4-BE49-F238E27FC236}">
                  <a16:creationId xmlns:a16="http://schemas.microsoft.com/office/drawing/2014/main" id="{900C1834-A52C-4FEE-912E-5B3AA2E18720}"/>
                </a:ext>
              </a:extLst>
            </p:cNvPr>
            <p:cNvGrpSpPr/>
            <p:nvPr/>
          </p:nvGrpSpPr>
          <p:grpSpPr>
            <a:xfrm rot="19405082">
              <a:off x="5836437" y="3839202"/>
              <a:ext cx="116774" cy="613397"/>
              <a:chOff x="10884304" y="4092956"/>
              <a:chExt cx="141350" cy="810229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EFBA5F06-112B-4474-B389-DC011A445F4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7" name="Csoportba foglalás 107">
                <a:extLst>
                  <a:ext uri="{FF2B5EF4-FFF2-40B4-BE49-F238E27FC236}">
                    <a16:creationId xmlns:a16="http://schemas.microsoft.com/office/drawing/2014/main" id="{600307B0-9198-4465-9930-0F1581AF45C1}"/>
                  </a:ext>
                </a:extLst>
              </p:cNvPr>
              <p:cNvGrpSpPr/>
              <p:nvPr/>
            </p:nvGrpSpPr>
            <p:grpSpPr>
              <a:xfrm>
                <a:off x="10884304" y="4431926"/>
                <a:ext cx="114070" cy="471259"/>
                <a:chOff x="5358534" y="3149862"/>
                <a:chExt cx="114070" cy="471259"/>
              </a:xfrm>
            </p:grpSpPr>
            <p:cxnSp>
              <p:nvCxnSpPr>
                <p:cNvPr id="231" name="Egyenes összekötő 230">
                  <a:extLst>
                    <a:ext uri="{FF2B5EF4-FFF2-40B4-BE49-F238E27FC236}">
                      <a16:creationId xmlns:a16="http://schemas.microsoft.com/office/drawing/2014/main" id="{7E6A21D4-6068-4E50-9985-B85ADF2515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Egyenes összekötő 233">
                  <a:extLst>
                    <a:ext uri="{FF2B5EF4-FFF2-40B4-BE49-F238E27FC236}">
                      <a16:creationId xmlns:a16="http://schemas.microsoft.com/office/drawing/2014/main" id="{ED304E24-BB4A-4397-AD84-3CBE33533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2994918" flipH="1">
                  <a:off x="5358534" y="3510763"/>
                  <a:ext cx="77884" cy="42324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7" name="Egyenes összekötő 236">
                  <a:extLst>
                    <a:ext uri="{FF2B5EF4-FFF2-40B4-BE49-F238E27FC236}">
                      <a16:creationId xmlns:a16="http://schemas.microsoft.com/office/drawing/2014/main" id="{B2A0DED7-11CB-4CFE-A6FD-3FEFCD502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57037" y="3571135"/>
                  <a:ext cx="65149" cy="34824"/>
                </a:xfrm>
                <a:prstGeom prst="line">
                  <a:avLst/>
                </a:prstGeom>
                <a:ln w="76200">
                  <a:solidFill>
                    <a:srgbClr val="F3A671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Csoportba foglalás 2">
            <a:extLst>
              <a:ext uri="{FF2B5EF4-FFF2-40B4-BE49-F238E27FC236}">
                <a16:creationId xmlns:a16="http://schemas.microsoft.com/office/drawing/2014/main" id="{1EC95E95-0878-6F8A-6DE9-9099ED5DAB26}"/>
              </a:ext>
            </a:extLst>
          </p:cNvPr>
          <p:cNvGrpSpPr/>
          <p:nvPr/>
        </p:nvGrpSpPr>
        <p:grpSpPr>
          <a:xfrm>
            <a:off x="4285589" y="2669278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6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7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10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1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2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3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6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7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5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0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841678" y="3824242"/>
              <a:ext cx="112843" cy="595153"/>
              <a:chOff x="10889059" y="4092956"/>
              <a:chExt cx="136595" cy="786130"/>
            </a:xfrm>
          </p:grpSpPr>
          <p:cxnSp>
            <p:nvCxnSpPr>
              <p:cNvPr id="212" name="Egyenes összekötő 211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3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89059" y="4431926"/>
                <a:ext cx="109315" cy="447160"/>
                <a:chOff x="5363289" y="3149862"/>
                <a:chExt cx="109315" cy="447160"/>
              </a:xfrm>
            </p:grpSpPr>
            <p:cxnSp>
              <p:nvCxnSpPr>
                <p:cNvPr id="216" name="Egyenes összekötő 215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63289" y="3435973"/>
                  <a:ext cx="12617" cy="1610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034918" flipH="1">
                  <a:off x="5344192" y="3513216"/>
                  <a:ext cx="47552" cy="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29" name="Csoportba foglalás 139">
              <a:extLst>
                <a:ext uri="{FF2B5EF4-FFF2-40B4-BE49-F238E27FC236}">
                  <a16:creationId xmlns:a16="http://schemas.microsoft.com/office/drawing/2014/main" id="{C8738E6E-D503-44C7-9158-5AA355C1F95F}"/>
                </a:ext>
              </a:extLst>
            </p:cNvPr>
            <p:cNvGrpSpPr/>
            <p:nvPr/>
          </p:nvGrpSpPr>
          <p:grpSpPr>
            <a:xfrm rot="2194918" flipH="1">
              <a:off x="5574438" y="3831292"/>
              <a:ext cx="112843" cy="595153"/>
              <a:chOff x="10889059" y="4092956"/>
              <a:chExt cx="136595" cy="786130"/>
            </a:xfrm>
          </p:grpSpPr>
          <p:cxnSp>
            <p:nvCxnSpPr>
              <p:cNvPr id="231" name="Egyenes összekötő 230">
                <a:extLst>
                  <a:ext uri="{FF2B5EF4-FFF2-40B4-BE49-F238E27FC236}">
                    <a16:creationId xmlns:a16="http://schemas.microsoft.com/office/drawing/2014/main" id="{5B8A0433-6964-4D1A-B27D-EB59DCF16E3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34" name="Csoportba foglalás 107">
                <a:extLst>
                  <a:ext uri="{FF2B5EF4-FFF2-40B4-BE49-F238E27FC236}">
                    <a16:creationId xmlns:a16="http://schemas.microsoft.com/office/drawing/2014/main" id="{14C45059-60B7-4F25-9DB2-262E05CFE379}"/>
                  </a:ext>
                </a:extLst>
              </p:cNvPr>
              <p:cNvGrpSpPr/>
              <p:nvPr/>
            </p:nvGrpSpPr>
            <p:grpSpPr>
              <a:xfrm>
                <a:off x="10889059" y="4431926"/>
                <a:ext cx="109315" cy="447160"/>
                <a:chOff x="5363289" y="3149862"/>
                <a:chExt cx="109315" cy="447160"/>
              </a:xfrm>
            </p:grpSpPr>
            <p:cxnSp>
              <p:nvCxnSpPr>
                <p:cNvPr id="237" name="Egyenes összekötő 236">
                  <a:extLst>
                    <a:ext uri="{FF2B5EF4-FFF2-40B4-BE49-F238E27FC236}">
                      <a16:creationId xmlns:a16="http://schemas.microsoft.com/office/drawing/2014/main" id="{E71C3077-A18D-4491-BA0B-B32D842122E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2194918">
                  <a:off x="5363289" y="3435973"/>
                  <a:ext cx="12617" cy="1610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65597038-E2CD-47CB-949B-37D10E2A94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034918" flipH="1">
                  <a:off x="5344192" y="3513216"/>
                  <a:ext cx="47552" cy="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52EF16AD-1862-4569-9695-B2ABB7E7F9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25339085-F576-DDB3-8D79-416296D1B381}"/>
              </a:ext>
            </a:extLst>
          </p:cNvPr>
          <p:cNvGrpSpPr/>
          <p:nvPr/>
        </p:nvGrpSpPr>
        <p:grpSpPr>
          <a:xfrm>
            <a:off x="4285587" y="266927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01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35022" y="3882503"/>
              <a:ext cx="227341" cy="591496"/>
              <a:chOff x="10750462" y="4092956"/>
              <a:chExt cx="275192" cy="781300"/>
            </a:xfrm>
          </p:grpSpPr>
          <p:cxnSp>
            <p:nvCxnSpPr>
              <p:cNvPr id="209" name="Egyenes összekötő 20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3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2330"/>
                <a:chOff x="5224692" y="3149862"/>
                <a:chExt cx="247912" cy="442330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95186" y="3534093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2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565757" y="3865110"/>
              <a:ext cx="227341" cy="590840"/>
              <a:chOff x="10750462" y="4092956"/>
              <a:chExt cx="275192" cy="78043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2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1463"/>
                <a:chOff x="5224692" y="3149862"/>
                <a:chExt cx="247912" cy="441463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300564" y="3533226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CED8D4A4-BE24-65B7-D496-FB45836CDA3B}"/>
              </a:ext>
            </a:extLst>
          </p:cNvPr>
          <p:cNvGrpSpPr/>
          <p:nvPr/>
        </p:nvGrpSpPr>
        <p:grpSpPr>
          <a:xfrm>
            <a:off x="4285587" y="2669273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35022" y="3882503"/>
              <a:ext cx="227341" cy="591496"/>
              <a:chOff x="10750462" y="4092956"/>
              <a:chExt cx="275192" cy="781300"/>
            </a:xfrm>
          </p:grpSpPr>
          <p:cxnSp>
            <p:nvCxnSpPr>
              <p:cNvPr id="209" name="Egyenes összekötő 20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2330"/>
                <a:chOff x="5224692" y="3149862"/>
                <a:chExt cx="247912" cy="442330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95186" y="3534093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565757" y="3865110"/>
              <a:ext cx="227341" cy="590840"/>
              <a:chOff x="10750462" y="4092956"/>
              <a:chExt cx="275192" cy="78043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1463"/>
                <a:chOff x="5224692" y="3149862"/>
                <a:chExt cx="247912" cy="441463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300564" y="3533226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61DD9BC4-C827-0674-9B46-7D8CEE855C38}"/>
              </a:ext>
            </a:extLst>
          </p:cNvPr>
          <p:cNvGrpSpPr/>
          <p:nvPr/>
        </p:nvGrpSpPr>
        <p:grpSpPr>
          <a:xfrm>
            <a:off x="4285590" y="266927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21392" y="3887008"/>
              <a:ext cx="227341" cy="545756"/>
              <a:chOff x="10750462" y="4092956"/>
              <a:chExt cx="275192" cy="781300"/>
            </a:xfrm>
          </p:grpSpPr>
          <p:cxnSp>
            <p:nvCxnSpPr>
              <p:cNvPr id="209" name="Egyenes összekötő 20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2330"/>
                <a:chOff x="5224692" y="3149862"/>
                <a:chExt cx="247912" cy="442330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295186" y="3534093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577627" y="3869034"/>
              <a:ext cx="227341" cy="551001"/>
              <a:chOff x="10750462" y="4092956"/>
              <a:chExt cx="275192" cy="78043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41463"/>
                <a:chOff x="5224692" y="3149862"/>
                <a:chExt cx="247912" cy="441463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>
                  <a:off x="5300564" y="3533226"/>
                  <a:ext cx="98979" cy="17220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699B04DC-71BD-CA7B-3AC4-DB0985495F35}"/>
              </a:ext>
            </a:extLst>
          </p:cNvPr>
          <p:cNvGrpSpPr/>
          <p:nvPr/>
        </p:nvGrpSpPr>
        <p:grpSpPr>
          <a:xfrm>
            <a:off x="4285587" y="266927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402044" flipH="1">
              <a:off x="5600220" y="3878874"/>
              <a:ext cx="227341" cy="427407"/>
              <a:chOff x="10750462" y="4092956"/>
              <a:chExt cx="275192" cy="776087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37117"/>
                <a:chOff x="5224692" y="3149862"/>
                <a:chExt cx="247912" cy="437117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802044">
                  <a:off x="5302397" y="3538217"/>
                  <a:ext cx="97373" cy="151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2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197956">
              <a:off x="5688327" y="3878877"/>
              <a:ext cx="227341" cy="427407"/>
              <a:chOff x="10750462" y="4092956"/>
              <a:chExt cx="275192" cy="776087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37117"/>
                <a:chOff x="5224692" y="3149862"/>
                <a:chExt cx="247912" cy="437117"/>
              </a:xfrm>
            </p:grpSpPr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802044">
                  <a:off x="5302397" y="3538217"/>
                  <a:ext cx="97373" cy="151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14086F88-493E-BA55-5C3F-31763A1F0A42}"/>
              </a:ext>
            </a:extLst>
          </p:cNvPr>
          <p:cNvGrpSpPr/>
          <p:nvPr/>
        </p:nvGrpSpPr>
        <p:grpSpPr>
          <a:xfrm>
            <a:off x="4285589" y="2669276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28402" y="3871936"/>
              <a:ext cx="152138" cy="277842"/>
              <a:chOff x="10750462" y="4092956"/>
              <a:chExt cx="275192" cy="766858"/>
            </a:xfrm>
          </p:grpSpPr>
          <p:cxnSp>
            <p:nvCxnSpPr>
              <p:cNvPr id="209" name="Egyenes összekötő 20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27888"/>
                <a:chOff x="5224692" y="3149862"/>
                <a:chExt cx="247912" cy="427888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31218" y="3520024"/>
                  <a:ext cx="72098" cy="494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22661" y="3862675"/>
              <a:ext cx="144175" cy="299492"/>
              <a:chOff x="10750462" y="4092956"/>
              <a:chExt cx="275192" cy="766858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750462" y="4431926"/>
                <a:ext cx="247912" cy="427888"/>
                <a:chOff x="5224692" y="3149862"/>
                <a:chExt cx="247912" cy="427888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3614067" flipH="1" flipV="1">
                  <a:off x="5314710" y="3436918"/>
                  <a:ext cx="50814" cy="23084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32023" y="3518084"/>
                  <a:ext cx="52650" cy="743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900644">
                  <a:off x="5265029" y="3260511"/>
                  <a:ext cx="318224" cy="969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40CB8861-99C2-6029-1729-2F92778E2A44}"/>
              </a:ext>
            </a:extLst>
          </p:cNvPr>
          <p:cNvGrpSpPr/>
          <p:nvPr/>
        </p:nvGrpSpPr>
        <p:grpSpPr>
          <a:xfrm>
            <a:off x="4285589" y="2669276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212547" flipH="1">
              <a:off x="5605737" y="3812549"/>
              <a:ext cx="114294" cy="246063"/>
              <a:chOff x="10904700" y="4092956"/>
              <a:chExt cx="120954" cy="779755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04700" y="4382470"/>
                <a:ext cx="55808" cy="490241"/>
                <a:chOff x="5378930" y="3100406"/>
                <a:chExt cx="55808" cy="490241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216461" y="3420858"/>
                  <a:ext cx="332258" cy="731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60988" y="3381619"/>
                  <a:ext cx="67862" cy="21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284782" y="3249604"/>
                  <a:ext cx="299153" cy="7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3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8394715">
              <a:off x="5798618" y="3817310"/>
              <a:ext cx="114294" cy="246063"/>
              <a:chOff x="10904700" y="4092956"/>
              <a:chExt cx="120954" cy="779755"/>
            </a:xfrm>
          </p:grpSpPr>
          <p:cxnSp>
            <p:nvCxnSpPr>
              <p:cNvPr id="242" name="Egyenes összekötő 241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5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04700" y="4382470"/>
                <a:ext cx="55808" cy="490241"/>
                <a:chOff x="5378930" y="3100406"/>
                <a:chExt cx="55808" cy="490241"/>
              </a:xfrm>
            </p:grpSpPr>
            <p:cxnSp>
              <p:nvCxnSpPr>
                <p:cNvPr id="257" name="Egyenes összekötő 25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216461" y="3420858"/>
                  <a:ext cx="332258" cy="731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Egyenes összekötő 25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360988" y="3381619"/>
                  <a:ext cx="67862" cy="21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Egyenes összekötő 258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284782" y="3249604"/>
                  <a:ext cx="299153" cy="7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10BE8462-8455-A883-4442-A107F30555E4}"/>
              </a:ext>
            </a:extLst>
          </p:cNvPr>
          <p:cNvGrpSpPr/>
          <p:nvPr/>
        </p:nvGrpSpPr>
        <p:grpSpPr>
          <a:xfrm>
            <a:off x="4285587" y="2669276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49317" y="3845755"/>
              <a:ext cx="87744" cy="172093"/>
              <a:chOff x="10889548" y="4092956"/>
              <a:chExt cx="136106" cy="916267"/>
            </a:xfrm>
          </p:grpSpPr>
          <p:cxnSp>
            <p:nvCxnSpPr>
              <p:cNvPr id="242" name="Egyenes összekötő 241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5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89548" y="4377247"/>
                <a:ext cx="80126" cy="631976"/>
                <a:chOff x="5363778" y="3095183"/>
                <a:chExt cx="80126" cy="631976"/>
              </a:xfrm>
            </p:grpSpPr>
            <p:cxnSp>
              <p:nvCxnSpPr>
                <p:cNvPr id="259" name="Egyenes összekötő 258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12043" y="3220228"/>
                  <a:ext cx="256906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Egyenes összekötő 25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365137" y="3342443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Egyenes összekötő 25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57465" y="3515653"/>
                  <a:ext cx="417819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62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75525" y="3850518"/>
              <a:ext cx="87744" cy="172093"/>
              <a:chOff x="10889548" y="4092956"/>
              <a:chExt cx="136106" cy="916267"/>
            </a:xfrm>
          </p:grpSpPr>
          <p:cxnSp>
            <p:nvCxnSpPr>
              <p:cNvPr id="263" name="Egyenes összekötő 26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89548" y="4377247"/>
                <a:ext cx="80126" cy="631976"/>
                <a:chOff x="5363778" y="3095183"/>
                <a:chExt cx="80126" cy="631976"/>
              </a:xfrm>
            </p:grpSpPr>
            <p:cxnSp>
              <p:nvCxnSpPr>
                <p:cNvPr id="265" name="Egyenes összekötő 264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12043" y="3220228"/>
                  <a:ext cx="256906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Egyenes összekötő 26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365137" y="3342443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68" name="Egyenes összekötő 26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57465" y="3515653"/>
                  <a:ext cx="417819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9674B04A-476E-0B29-FC3E-FEF10923896A}"/>
              </a:ext>
            </a:extLst>
          </p:cNvPr>
          <p:cNvGrpSpPr/>
          <p:nvPr/>
        </p:nvGrpSpPr>
        <p:grpSpPr>
          <a:xfrm>
            <a:off x="4271418" y="2669275"/>
            <a:ext cx="2964281" cy="3566270"/>
            <a:chOff x="4409440" y="1746250"/>
            <a:chExt cx="2964281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12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31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37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1" name="Ellipszis 250"/>
            <p:cNvSpPr/>
            <p:nvPr/>
          </p:nvSpPr>
          <p:spPr>
            <a:xfrm>
              <a:off x="4409440" y="24901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>
              <a:off x="4717415" y="20551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>
              <a:off x="6851015" y="23028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>
              <a:off x="4561840" y="26425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2" name="Ellipszis 261"/>
            <p:cNvSpPr/>
            <p:nvPr/>
          </p:nvSpPr>
          <p:spPr>
            <a:xfrm>
              <a:off x="7222490" y="2217101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F23E7DE0-3D07-B55E-632A-139EF0181828}"/>
              </a:ext>
            </a:extLst>
          </p:cNvPr>
          <p:cNvGrpSpPr/>
          <p:nvPr/>
        </p:nvGrpSpPr>
        <p:grpSpPr>
          <a:xfrm>
            <a:off x="3674516" y="2285154"/>
            <a:ext cx="3561181" cy="4789328"/>
            <a:chOff x="3812540" y="1353502"/>
            <a:chExt cx="3561181" cy="4789328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685191">
              <a:off x="5744201" y="384932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280213" flipH="1">
              <a:off x="5656112" y="3835040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1" name="Ellipszis 200"/>
            <p:cNvSpPr/>
            <p:nvPr/>
          </p:nvSpPr>
          <p:spPr>
            <a:xfrm>
              <a:off x="4828540" y="325977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Ellipszis 208"/>
            <p:cNvSpPr/>
            <p:nvPr/>
          </p:nvSpPr>
          <p:spPr>
            <a:xfrm>
              <a:off x="5136515" y="273335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2" name="Ellipszis 211"/>
            <p:cNvSpPr/>
            <p:nvPr/>
          </p:nvSpPr>
          <p:spPr>
            <a:xfrm>
              <a:off x="6424295" y="288956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Ellipszis 215"/>
            <p:cNvSpPr/>
            <p:nvPr/>
          </p:nvSpPr>
          <p:spPr>
            <a:xfrm>
              <a:off x="4706620" y="289401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Ellipszis 222"/>
            <p:cNvSpPr/>
            <p:nvPr/>
          </p:nvSpPr>
          <p:spPr>
            <a:xfrm>
              <a:off x="6772910" y="2986721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Ellipszis 225"/>
            <p:cNvSpPr/>
            <p:nvPr/>
          </p:nvSpPr>
          <p:spPr>
            <a:xfrm>
              <a:off x="3812540" y="17884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Ellipszis 227"/>
            <p:cNvSpPr/>
            <p:nvPr/>
          </p:nvSpPr>
          <p:spPr>
            <a:xfrm>
              <a:off x="4120515" y="1353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1" name="Ellipszis 230"/>
            <p:cNvSpPr/>
            <p:nvPr/>
          </p:nvSpPr>
          <p:spPr>
            <a:xfrm>
              <a:off x="6838950" y="14646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7" name="Ellipszis 236"/>
            <p:cNvSpPr/>
            <p:nvPr/>
          </p:nvSpPr>
          <p:spPr>
            <a:xfrm>
              <a:off x="3964940" y="19408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>
              <a:off x="3947635" y="59437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>
              <a:off x="6991350" y="16170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1" name="Ellipszis 250"/>
            <p:cNvSpPr/>
            <p:nvPr/>
          </p:nvSpPr>
          <p:spPr>
            <a:xfrm>
              <a:off x="4100035" y="60961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76AD5552-73EC-B9A2-F4CE-853C397C6378}"/>
              </a:ext>
            </a:extLst>
          </p:cNvPr>
          <p:cNvGrpSpPr/>
          <p:nvPr/>
        </p:nvGrpSpPr>
        <p:grpSpPr>
          <a:xfrm>
            <a:off x="2236242" y="2285152"/>
            <a:ext cx="4999456" cy="5347970"/>
            <a:chOff x="2374265" y="1353502"/>
            <a:chExt cx="4999456" cy="53479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280213" flipH="1">
              <a:off x="5641771" y="3823998"/>
              <a:ext cx="57121" cy="175041"/>
              <a:chOff x="10937051" y="4092956"/>
              <a:chExt cx="88603" cy="931958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7051" y="4454969"/>
                <a:ext cx="69344" cy="569945"/>
                <a:chOff x="5411281" y="3172905"/>
                <a:chExt cx="69344" cy="569945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480213" flipH="1">
                  <a:off x="5423879" y="3172905"/>
                  <a:ext cx="56746" cy="11803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480213" flipV="1">
                  <a:off x="5437108" y="3306203"/>
                  <a:ext cx="32759" cy="43914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204969" y="3531344"/>
                  <a:ext cx="417818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6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9439">
              <a:off x="5691339" y="3849874"/>
              <a:ext cx="93595" cy="145191"/>
              <a:chOff x="10880476" y="4092956"/>
              <a:chExt cx="145178" cy="773031"/>
            </a:xfrm>
          </p:grpSpPr>
          <p:cxnSp>
            <p:nvCxnSpPr>
              <p:cNvPr id="223" name="Egyenes összekötő 22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880476" y="4454969"/>
                <a:ext cx="125919" cy="411018"/>
                <a:chOff x="5354706" y="3172905"/>
                <a:chExt cx="125919" cy="411018"/>
              </a:xfrm>
            </p:grpSpPr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480213" flipH="1">
                  <a:off x="5423879" y="3172905"/>
                  <a:ext cx="56746" cy="11803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Egyenes összekötő 230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480213" flipV="1">
                  <a:off x="5437108" y="3306203"/>
                  <a:ext cx="32759" cy="43914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7" name="Egyenes összekötő 23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480213" flipH="1">
                  <a:off x="5354706" y="3473589"/>
                  <a:ext cx="123554" cy="11033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1" name="Ellipszis 250"/>
            <p:cNvSpPr/>
            <p:nvPr/>
          </p:nvSpPr>
          <p:spPr>
            <a:xfrm>
              <a:off x="5463540" y="378364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>
              <a:off x="5539740" y="335248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7" name="Ellipszis 256"/>
            <p:cNvSpPr/>
            <p:nvPr/>
          </p:nvSpPr>
          <p:spPr>
            <a:xfrm>
              <a:off x="6075045" y="333724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8" name="Ellipszis 257"/>
            <p:cNvSpPr/>
            <p:nvPr/>
          </p:nvSpPr>
          <p:spPr>
            <a:xfrm>
              <a:off x="5662295" y="391636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9" name="Ellipszis 258"/>
            <p:cNvSpPr/>
            <p:nvPr/>
          </p:nvSpPr>
          <p:spPr>
            <a:xfrm>
              <a:off x="5912485" y="3726496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>
              <a:off x="4949190" y="24171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>
              <a:off x="4120515" y="1353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2" name="Ellipszis 261"/>
            <p:cNvSpPr/>
            <p:nvPr/>
          </p:nvSpPr>
          <p:spPr>
            <a:xfrm>
              <a:off x="6572250" y="233330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3" name="Ellipszis 262"/>
            <p:cNvSpPr/>
            <p:nvPr/>
          </p:nvSpPr>
          <p:spPr>
            <a:xfrm>
              <a:off x="4396740" y="25631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4" name="Ellipszis 263"/>
            <p:cNvSpPr/>
            <p:nvPr/>
          </p:nvSpPr>
          <p:spPr>
            <a:xfrm>
              <a:off x="4481035" y="54230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5" name="Ellipszis 264"/>
            <p:cNvSpPr/>
            <p:nvPr/>
          </p:nvSpPr>
          <p:spPr>
            <a:xfrm>
              <a:off x="6511290" y="288956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6" name="Ellipszis 265"/>
            <p:cNvSpPr/>
            <p:nvPr/>
          </p:nvSpPr>
          <p:spPr>
            <a:xfrm>
              <a:off x="4823935" y="535320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8" name="Ellipszis 267"/>
            <p:cNvSpPr/>
            <p:nvPr/>
          </p:nvSpPr>
          <p:spPr>
            <a:xfrm>
              <a:off x="5474652" y="65033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9" name="Ellipszis 268"/>
            <p:cNvSpPr/>
            <p:nvPr/>
          </p:nvSpPr>
          <p:spPr>
            <a:xfrm>
              <a:off x="5782627" y="60683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0" name="Ellipszis 269"/>
            <p:cNvSpPr/>
            <p:nvPr/>
          </p:nvSpPr>
          <p:spPr>
            <a:xfrm>
              <a:off x="5627052" y="66557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3" name="Ellipszis 272"/>
            <p:cNvSpPr/>
            <p:nvPr/>
          </p:nvSpPr>
          <p:spPr>
            <a:xfrm>
              <a:off x="3202940" y="48650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4" name="Ellipszis 273"/>
            <p:cNvSpPr/>
            <p:nvPr/>
          </p:nvSpPr>
          <p:spPr>
            <a:xfrm>
              <a:off x="2374265" y="38014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7" name="Ellipszis 276"/>
            <p:cNvSpPr/>
            <p:nvPr/>
          </p:nvSpPr>
          <p:spPr>
            <a:xfrm>
              <a:off x="2650490" y="50111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BAEE2549-7D16-50B4-1D03-4D8A8665C192}"/>
              </a:ext>
            </a:extLst>
          </p:cNvPr>
          <p:cNvGrpSpPr/>
          <p:nvPr/>
        </p:nvGrpSpPr>
        <p:grpSpPr>
          <a:xfrm>
            <a:off x="4285588" y="2660649"/>
            <a:ext cx="2950110" cy="3631247"/>
            <a:chOff x="4423611" y="1746250"/>
            <a:chExt cx="2950110" cy="3631247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43062" y="3831602"/>
              <a:ext cx="65059" cy="212363"/>
              <a:chOff x="10935292" y="4089496"/>
              <a:chExt cx="87569" cy="1104006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6878" y="4262365"/>
                <a:ext cx="378851" cy="33114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5292" y="4411624"/>
                <a:ext cx="57985" cy="781878"/>
                <a:chOff x="5409522" y="3129560"/>
                <a:chExt cx="57985" cy="781878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97823" y="3267563"/>
                  <a:ext cx="307688" cy="3168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3040" y="3480286"/>
                  <a:ext cx="101395" cy="11306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11891" y="3678573"/>
                  <a:ext cx="430496" cy="3523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31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55606">
              <a:off x="5721346" y="3872678"/>
              <a:ext cx="80008" cy="198453"/>
              <a:chOff x="10935424" y="4090528"/>
              <a:chExt cx="88353" cy="1102986"/>
            </a:xfrm>
          </p:grpSpPr>
          <p:cxnSp>
            <p:nvCxnSpPr>
              <p:cNvPr id="237" name="Egyenes összekötő 236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16" y="4262706"/>
                <a:ext cx="378440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2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5424" y="4411624"/>
                <a:ext cx="57853" cy="781890"/>
                <a:chOff x="5409654" y="3129560"/>
                <a:chExt cx="57853" cy="781890"/>
              </a:xfrm>
            </p:grpSpPr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97823" y="3267563"/>
                  <a:ext cx="307688" cy="3168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3104" y="3480285"/>
                  <a:ext cx="101395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Egyenes összekötő 253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12021" y="3678583"/>
                  <a:ext cx="430500" cy="3523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77" name="Ellipszis 276"/>
            <p:cNvSpPr/>
            <p:nvPr/>
          </p:nvSpPr>
          <p:spPr>
            <a:xfrm>
              <a:off x="5539740" y="37096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8" name="Ellipszis 277"/>
            <p:cNvSpPr/>
            <p:nvPr/>
          </p:nvSpPr>
          <p:spPr>
            <a:xfrm>
              <a:off x="5913120" y="367537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7" name="Ellipszis 286"/>
            <p:cNvSpPr/>
            <p:nvPr/>
          </p:nvSpPr>
          <p:spPr>
            <a:xfrm>
              <a:off x="5636895" y="3945731"/>
              <a:ext cx="106044" cy="10604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9" name="Ellipszis 298"/>
            <p:cNvSpPr/>
            <p:nvPr/>
          </p:nvSpPr>
          <p:spPr>
            <a:xfrm>
              <a:off x="5163503" y="30267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0" name="Ellipszis 299"/>
            <p:cNvSpPr/>
            <p:nvPr/>
          </p:nvSpPr>
          <p:spPr>
            <a:xfrm>
              <a:off x="6267450" y="279526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1" name="Ellipszis 300"/>
            <p:cNvSpPr/>
            <p:nvPr/>
          </p:nvSpPr>
          <p:spPr>
            <a:xfrm>
              <a:off x="5115877" y="358711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2" name="Ellipszis 301"/>
            <p:cNvSpPr/>
            <p:nvPr/>
          </p:nvSpPr>
          <p:spPr>
            <a:xfrm>
              <a:off x="5312885" y="41403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3" name="Ellipszis 302"/>
            <p:cNvSpPr/>
            <p:nvPr/>
          </p:nvSpPr>
          <p:spPr>
            <a:xfrm>
              <a:off x="6277928" y="346106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4" name="Ellipszis 303"/>
            <p:cNvSpPr/>
            <p:nvPr/>
          </p:nvSpPr>
          <p:spPr>
            <a:xfrm>
              <a:off x="5331935" y="44578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5" name="Ellipszis 304"/>
            <p:cNvSpPr/>
            <p:nvPr/>
          </p:nvSpPr>
          <p:spPr>
            <a:xfrm>
              <a:off x="5709602" y="50873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6" name="Ellipszis 305"/>
            <p:cNvSpPr/>
            <p:nvPr/>
          </p:nvSpPr>
          <p:spPr>
            <a:xfrm>
              <a:off x="5896927" y="53317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7" name="Ellipszis 306"/>
            <p:cNvSpPr/>
            <p:nvPr/>
          </p:nvSpPr>
          <p:spPr>
            <a:xfrm>
              <a:off x="6096952" y="4655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" name="Ellipszis 273"/>
          <p:cNvSpPr/>
          <p:nvPr/>
        </p:nvSpPr>
        <p:spPr>
          <a:xfrm>
            <a:off x="2887027" y="121935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AC7805CD-3781-4C0C-16FE-DD72D9007B55}"/>
              </a:ext>
            </a:extLst>
          </p:cNvPr>
          <p:cNvGrpSpPr/>
          <p:nvPr/>
        </p:nvGrpSpPr>
        <p:grpSpPr>
          <a:xfrm>
            <a:off x="4146799" y="2658803"/>
            <a:ext cx="3088899" cy="3566270"/>
            <a:chOff x="4284822" y="1746250"/>
            <a:chExt cx="3088899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55606">
              <a:off x="5693525" y="3885995"/>
              <a:ext cx="87407" cy="211611"/>
              <a:chOff x="10927253" y="4090528"/>
              <a:chExt cx="96524" cy="1176116"/>
            </a:xfrm>
          </p:grpSpPr>
          <p:cxnSp>
            <p:nvCxnSpPr>
              <p:cNvPr id="237" name="Egyenes összekötő 236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16" y="4262706"/>
                <a:ext cx="378440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7253" y="4417554"/>
                <a:ext cx="66088" cy="849090"/>
                <a:chOff x="5401483" y="3135490"/>
                <a:chExt cx="66088" cy="849090"/>
              </a:xfrm>
            </p:grpSpPr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644394">
                  <a:off x="5216640" y="3334400"/>
                  <a:ext cx="449841" cy="5202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74054" y="359667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Egyenes összekötő 253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4644394">
                  <a:off x="5263022" y="3814904"/>
                  <a:ext cx="308137" cy="312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954018" flipH="1">
              <a:off x="5615800" y="3862974"/>
              <a:ext cx="88598" cy="197922"/>
              <a:chOff x="10925939" y="4090526"/>
              <a:chExt cx="97830" cy="110004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7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5939" y="4495860"/>
                <a:ext cx="85979" cy="694706"/>
                <a:chOff x="5400169" y="3213796"/>
                <a:chExt cx="85979" cy="694706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2905" y="3213796"/>
                  <a:ext cx="83243" cy="29154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82312" y="3629669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0169" y="3729131"/>
                  <a:ext cx="52777" cy="17937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9" name="Ellipszis 258"/>
            <p:cNvSpPr/>
            <p:nvPr/>
          </p:nvSpPr>
          <p:spPr>
            <a:xfrm>
              <a:off x="5580539" y="3981450"/>
              <a:ext cx="136206" cy="136206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>
              <a:off x="5220653" y="32553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>
              <a:off x="6267450" y="279526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2" name="Ellipszis 261"/>
            <p:cNvSpPr/>
            <p:nvPr/>
          </p:nvSpPr>
          <p:spPr>
            <a:xfrm>
              <a:off x="4712652" y="326008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4" name="Ellipszis 263"/>
            <p:cNvSpPr/>
            <p:nvPr/>
          </p:nvSpPr>
          <p:spPr>
            <a:xfrm>
              <a:off x="6379528" y="345789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5" name="Ellipszis 264"/>
            <p:cNvSpPr/>
            <p:nvPr/>
          </p:nvSpPr>
          <p:spPr>
            <a:xfrm>
              <a:off x="5084285" y="4746782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6" name="Ellipszis 265"/>
            <p:cNvSpPr/>
            <p:nvPr/>
          </p:nvSpPr>
          <p:spPr>
            <a:xfrm>
              <a:off x="5614352" y="4655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8" name="Ellipszis 267"/>
            <p:cNvSpPr/>
            <p:nvPr/>
          </p:nvSpPr>
          <p:spPr>
            <a:xfrm>
              <a:off x="5865177" y="51539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9" name="Ellipszis 268"/>
            <p:cNvSpPr/>
            <p:nvPr/>
          </p:nvSpPr>
          <p:spPr>
            <a:xfrm>
              <a:off x="6017577" y="43951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3" name="Ellipszis 272"/>
            <p:cNvSpPr/>
            <p:nvPr/>
          </p:nvSpPr>
          <p:spPr>
            <a:xfrm>
              <a:off x="4518184" y="26838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7" name="Ellipszis 276"/>
            <p:cNvSpPr/>
            <p:nvPr/>
          </p:nvSpPr>
          <p:spPr>
            <a:xfrm>
              <a:off x="4792028" y="256238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8" name="Ellipszis 277"/>
            <p:cNvSpPr/>
            <p:nvPr/>
          </p:nvSpPr>
          <p:spPr>
            <a:xfrm>
              <a:off x="4284822" y="2790983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sp>
        <p:nvSpPr>
          <p:cNvPr id="287" name="Ellipszis 286"/>
          <p:cNvSpPr/>
          <p:nvPr/>
        </p:nvSpPr>
        <p:spPr>
          <a:xfrm>
            <a:off x="2665571" y="103600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8" name="Ellipszis 287"/>
          <p:cNvSpPr/>
          <p:nvPr/>
        </p:nvSpPr>
        <p:spPr>
          <a:xfrm>
            <a:off x="2769552" y="168925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99" name="Ellipszis 298"/>
          <p:cNvSpPr/>
          <p:nvPr/>
        </p:nvSpPr>
        <p:spPr>
          <a:xfrm>
            <a:off x="2548096" y="150590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2" name="Ellipszis 301"/>
          <p:cNvSpPr/>
          <p:nvPr/>
        </p:nvSpPr>
        <p:spPr>
          <a:xfrm>
            <a:off x="2906077" y="3329940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3" name="Ellipszis 302"/>
          <p:cNvSpPr/>
          <p:nvPr/>
        </p:nvSpPr>
        <p:spPr>
          <a:xfrm>
            <a:off x="2684621" y="314658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4" name="Ellipszis 303"/>
          <p:cNvSpPr/>
          <p:nvPr/>
        </p:nvSpPr>
        <p:spPr>
          <a:xfrm>
            <a:off x="2236152" y="360695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5" name="Ellipszis 304"/>
          <p:cNvSpPr/>
          <p:nvPr/>
        </p:nvSpPr>
        <p:spPr>
          <a:xfrm>
            <a:off x="2014696" y="342360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6" name="Ellipszis 305"/>
          <p:cNvSpPr/>
          <p:nvPr/>
        </p:nvSpPr>
        <p:spPr>
          <a:xfrm>
            <a:off x="2013109" y="292512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7" name="Ellipszis 306"/>
          <p:cNvSpPr/>
          <p:nvPr/>
        </p:nvSpPr>
        <p:spPr>
          <a:xfrm>
            <a:off x="1791653" y="27417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8" name="Ellipszis 307"/>
          <p:cNvSpPr/>
          <p:nvPr/>
        </p:nvSpPr>
        <p:spPr>
          <a:xfrm>
            <a:off x="9317989" y="91852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9" name="Ellipszis 308"/>
          <p:cNvSpPr/>
          <p:nvPr/>
        </p:nvSpPr>
        <p:spPr>
          <a:xfrm>
            <a:off x="9096533" y="73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4" name="Ellipszis 313"/>
          <p:cNvSpPr/>
          <p:nvPr/>
        </p:nvSpPr>
        <p:spPr>
          <a:xfrm>
            <a:off x="9200514" y="138842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5" name="Ellipszis 314"/>
          <p:cNvSpPr/>
          <p:nvPr/>
        </p:nvSpPr>
        <p:spPr>
          <a:xfrm>
            <a:off x="8979058" y="12050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6" name="Ellipszis 315"/>
          <p:cNvSpPr/>
          <p:nvPr/>
        </p:nvSpPr>
        <p:spPr>
          <a:xfrm>
            <a:off x="9337039" y="302910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7" name="Ellipszis 316"/>
          <p:cNvSpPr/>
          <p:nvPr/>
        </p:nvSpPr>
        <p:spPr>
          <a:xfrm>
            <a:off x="9115583" y="284575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8" name="Ellipszis 317"/>
          <p:cNvSpPr/>
          <p:nvPr/>
        </p:nvSpPr>
        <p:spPr>
          <a:xfrm>
            <a:off x="8667114" y="330612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19" name="Ellipszis 318"/>
          <p:cNvSpPr/>
          <p:nvPr/>
        </p:nvSpPr>
        <p:spPr>
          <a:xfrm>
            <a:off x="8445658" y="31227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0" name="Ellipszis 319"/>
          <p:cNvSpPr/>
          <p:nvPr/>
        </p:nvSpPr>
        <p:spPr>
          <a:xfrm>
            <a:off x="8444071" y="262429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1" name="Ellipszis 320"/>
          <p:cNvSpPr/>
          <p:nvPr/>
        </p:nvSpPr>
        <p:spPr>
          <a:xfrm>
            <a:off x="8222615" y="244093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2" name="Ellipszis 321"/>
          <p:cNvSpPr/>
          <p:nvPr/>
        </p:nvSpPr>
        <p:spPr>
          <a:xfrm>
            <a:off x="9270364" y="548655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3" name="Ellipszis 322"/>
          <p:cNvSpPr/>
          <p:nvPr/>
        </p:nvSpPr>
        <p:spPr>
          <a:xfrm>
            <a:off x="9048908" y="53032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4" name="Ellipszis 323"/>
          <p:cNvSpPr/>
          <p:nvPr/>
        </p:nvSpPr>
        <p:spPr>
          <a:xfrm>
            <a:off x="8377396" y="508174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8" name="Ellipszis 327"/>
          <p:cNvSpPr/>
          <p:nvPr/>
        </p:nvSpPr>
        <p:spPr>
          <a:xfrm>
            <a:off x="8155940" y="48983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9" name="Ellipszis 328"/>
          <p:cNvSpPr/>
          <p:nvPr/>
        </p:nvSpPr>
        <p:spPr>
          <a:xfrm>
            <a:off x="4661852" y="630491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30" name="Ellipszis 329"/>
          <p:cNvSpPr/>
          <p:nvPr/>
        </p:nvSpPr>
        <p:spPr>
          <a:xfrm>
            <a:off x="4440396" y="612155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3" name="Ellipszis 352"/>
          <p:cNvSpPr/>
          <p:nvPr/>
        </p:nvSpPr>
        <p:spPr>
          <a:xfrm>
            <a:off x="3991927" y="65819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4" name="Ellipszis 353"/>
          <p:cNvSpPr/>
          <p:nvPr/>
        </p:nvSpPr>
        <p:spPr>
          <a:xfrm>
            <a:off x="3770471" y="639857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6" name="Ellipszis 355"/>
          <p:cNvSpPr/>
          <p:nvPr/>
        </p:nvSpPr>
        <p:spPr>
          <a:xfrm>
            <a:off x="3768884" y="59001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7" name="Ellipszis 356"/>
          <p:cNvSpPr/>
          <p:nvPr/>
        </p:nvSpPr>
        <p:spPr>
          <a:xfrm>
            <a:off x="3547428" y="5716746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Ellipszis 244"/>
          <p:cNvSpPr/>
          <p:nvPr/>
        </p:nvSpPr>
        <p:spPr>
          <a:xfrm>
            <a:off x="3826827" y="208930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7" name="Ellipszis 256"/>
          <p:cNvSpPr/>
          <p:nvPr/>
        </p:nvSpPr>
        <p:spPr>
          <a:xfrm>
            <a:off x="3938746" y="477297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8" name="Ellipszis 257"/>
          <p:cNvSpPr/>
          <p:nvPr/>
        </p:nvSpPr>
        <p:spPr>
          <a:xfrm>
            <a:off x="4020502" y="345376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9" name="Ellipszis 258"/>
          <p:cNvSpPr/>
          <p:nvPr/>
        </p:nvSpPr>
        <p:spPr>
          <a:xfrm>
            <a:off x="3522821" y="30894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0" name="Ellipszis 259"/>
          <p:cNvSpPr/>
          <p:nvPr/>
        </p:nvSpPr>
        <p:spPr>
          <a:xfrm>
            <a:off x="3703002" y="42070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1" name="Ellipszis 260"/>
          <p:cNvSpPr/>
          <p:nvPr/>
        </p:nvSpPr>
        <p:spPr>
          <a:xfrm>
            <a:off x="2719546" y="36998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4" name="Ellipszis 263"/>
          <p:cNvSpPr/>
          <p:nvPr/>
        </p:nvSpPr>
        <p:spPr>
          <a:xfrm>
            <a:off x="8032114" y="15567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5" name="Ellipszis 264"/>
          <p:cNvSpPr/>
          <p:nvPr/>
        </p:nvSpPr>
        <p:spPr>
          <a:xfrm>
            <a:off x="9096533" y="73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6" name="Ellipszis 265"/>
          <p:cNvSpPr/>
          <p:nvPr/>
        </p:nvSpPr>
        <p:spPr>
          <a:xfrm>
            <a:off x="8514714" y="201707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8" name="Ellipszis 267"/>
          <p:cNvSpPr/>
          <p:nvPr/>
        </p:nvSpPr>
        <p:spPr>
          <a:xfrm>
            <a:off x="8979058" y="12050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9" name="Ellipszis 268"/>
          <p:cNvSpPr/>
          <p:nvPr/>
        </p:nvSpPr>
        <p:spPr>
          <a:xfrm>
            <a:off x="8394064" y="397208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0" name="Ellipszis 269"/>
          <p:cNvSpPr/>
          <p:nvPr/>
        </p:nvSpPr>
        <p:spPr>
          <a:xfrm>
            <a:off x="7944008" y="28648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4" name="Ellipszis 273"/>
          <p:cNvSpPr/>
          <p:nvPr/>
        </p:nvSpPr>
        <p:spPr>
          <a:xfrm>
            <a:off x="8198008" y="327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8" name="Ellipszis 277"/>
          <p:cNvSpPr/>
          <p:nvPr/>
        </p:nvSpPr>
        <p:spPr>
          <a:xfrm>
            <a:off x="8222615" y="244093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0" name="Ellipszis 299"/>
          <p:cNvSpPr/>
          <p:nvPr/>
        </p:nvSpPr>
        <p:spPr>
          <a:xfrm>
            <a:off x="8155940" y="48983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6934D0D4-0AA5-8E4D-7D5C-1495FDDEBE94}"/>
              </a:ext>
            </a:extLst>
          </p:cNvPr>
          <p:cNvGrpSpPr/>
          <p:nvPr/>
        </p:nvGrpSpPr>
        <p:grpSpPr>
          <a:xfrm>
            <a:off x="4282499" y="2634487"/>
            <a:ext cx="2950110" cy="4047014"/>
            <a:chOff x="4423611" y="1722596"/>
            <a:chExt cx="2950110" cy="4047014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193247" flipH="1">
              <a:off x="5613734" y="3873580"/>
              <a:ext cx="96779" cy="228647"/>
              <a:chOff x="10922541" y="4090526"/>
              <a:chExt cx="106864" cy="1270811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2541" y="4547075"/>
                <a:ext cx="106864" cy="814262"/>
                <a:chOff x="5396771" y="3265011"/>
                <a:chExt cx="106864" cy="814262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396771" y="3265011"/>
                  <a:ext cx="106864" cy="43732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1300" y="3783154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5114" y="3899901"/>
                  <a:ext cx="52777" cy="179372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34" name="Ellipszis 233"/>
            <p:cNvSpPr/>
            <p:nvPr/>
          </p:nvSpPr>
          <p:spPr>
            <a:xfrm>
              <a:off x="5499577" y="3948113"/>
              <a:ext cx="240980" cy="24098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8" name="Ellipszis 237"/>
            <p:cNvSpPr/>
            <p:nvPr/>
          </p:nvSpPr>
          <p:spPr>
            <a:xfrm>
              <a:off x="7068502" y="18575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9" name="Ellipszis 238"/>
            <p:cNvSpPr/>
            <p:nvPr/>
          </p:nvSpPr>
          <p:spPr>
            <a:xfrm>
              <a:off x="4608672" y="30291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>
              <a:off x="4503896" y="19027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2" name="Ellipszis 261"/>
            <p:cNvSpPr/>
            <p:nvPr/>
          </p:nvSpPr>
          <p:spPr>
            <a:xfrm>
              <a:off x="4708684" y="24298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3" name="Ellipszis 262"/>
            <p:cNvSpPr/>
            <p:nvPr/>
          </p:nvSpPr>
          <p:spPr>
            <a:xfrm>
              <a:off x="5239703" y="1722596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3" name="Ellipszis 272"/>
            <p:cNvSpPr/>
            <p:nvPr/>
          </p:nvSpPr>
          <p:spPr>
            <a:xfrm>
              <a:off x="6390639" y="31727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7" name="Ellipszis 276"/>
            <p:cNvSpPr/>
            <p:nvPr/>
          </p:nvSpPr>
          <p:spPr>
            <a:xfrm>
              <a:off x="7139146" y="31862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7" name="Ellipszis 286"/>
            <p:cNvSpPr/>
            <p:nvPr/>
          </p:nvSpPr>
          <p:spPr>
            <a:xfrm>
              <a:off x="6955789" y="40578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8" name="Ellipszis 287"/>
            <p:cNvSpPr/>
            <p:nvPr/>
          </p:nvSpPr>
          <p:spPr>
            <a:xfrm>
              <a:off x="7058183" y="44650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9" name="Ellipszis 298"/>
            <p:cNvSpPr/>
            <p:nvPr/>
          </p:nvSpPr>
          <p:spPr>
            <a:xfrm>
              <a:off x="6862921" y="519604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1" name="Ellipszis 300"/>
            <p:cNvSpPr/>
            <p:nvPr/>
          </p:nvSpPr>
          <p:spPr>
            <a:xfrm>
              <a:off x="5547677" y="572389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2" name="Ellipszis 301"/>
            <p:cNvSpPr/>
            <p:nvPr/>
          </p:nvSpPr>
          <p:spPr>
            <a:xfrm>
              <a:off x="5202396" y="530240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3" name="Ellipszis 302"/>
            <p:cNvSpPr/>
            <p:nvPr/>
          </p:nvSpPr>
          <p:spPr>
            <a:xfrm>
              <a:off x="6085046" y="561752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4" name="Ellipszis 303"/>
            <p:cNvSpPr/>
            <p:nvPr/>
          </p:nvSpPr>
          <p:spPr>
            <a:xfrm>
              <a:off x="4778534" y="52524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5" name="Ellipszis 304"/>
            <p:cNvSpPr/>
            <p:nvPr/>
          </p:nvSpPr>
          <p:spPr>
            <a:xfrm>
              <a:off x="5071428" y="4411821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12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414827" flipH="1">
              <a:off x="5670883" y="3909298"/>
              <a:ext cx="96779" cy="228647"/>
              <a:chOff x="10922541" y="4090526"/>
              <a:chExt cx="106864" cy="1270811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7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2541" y="4547075"/>
                <a:ext cx="106864" cy="814262"/>
                <a:chOff x="5396771" y="3265011"/>
                <a:chExt cx="106864" cy="814262"/>
              </a:xfrm>
            </p:grpSpPr>
            <p:cxnSp>
              <p:nvCxnSpPr>
                <p:cNvPr id="228" name="Egyenes összekötő 22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396771" y="3265011"/>
                  <a:ext cx="106864" cy="43732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1300" y="3783154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Egyenes összekötő 230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5114" y="3899901"/>
                  <a:ext cx="52777" cy="179372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Ellipszis 261"/>
          <p:cNvSpPr/>
          <p:nvPr/>
        </p:nvSpPr>
        <p:spPr>
          <a:xfrm>
            <a:off x="3826827" y="208930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3" name="Ellipszis 262"/>
          <p:cNvSpPr/>
          <p:nvPr/>
        </p:nvSpPr>
        <p:spPr>
          <a:xfrm>
            <a:off x="3938746" y="477297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4" name="Ellipszis 263"/>
          <p:cNvSpPr/>
          <p:nvPr/>
        </p:nvSpPr>
        <p:spPr>
          <a:xfrm>
            <a:off x="4020502" y="345376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5" name="Ellipszis 264"/>
          <p:cNvSpPr/>
          <p:nvPr/>
        </p:nvSpPr>
        <p:spPr>
          <a:xfrm>
            <a:off x="3522821" y="30894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6" name="Ellipszis 265"/>
          <p:cNvSpPr/>
          <p:nvPr/>
        </p:nvSpPr>
        <p:spPr>
          <a:xfrm>
            <a:off x="3703002" y="42070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8" name="Ellipszis 267"/>
          <p:cNvSpPr/>
          <p:nvPr/>
        </p:nvSpPr>
        <p:spPr>
          <a:xfrm>
            <a:off x="2719546" y="36998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0" name="Ellipszis 269"/>
          <p:cNvSpPr/>
          <p:nvPr/>
        </p:nvSpPr>
        <p:spPr>
          <a:xfrm>
            <a:off x="8032114" y="15567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3" name="Ellipszis 272"/>
          <p:cNvSpPr/>
          <p:nvPr/>
        </p:nvSpPr>
        <p:spPr>
          <a:xfrm>
            <a:off x="9096533" y="73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4" name="Ellipszis 273"/>
          <p:cNvSpPr/>
          <p:nvPr/>
        </p:nvSpPr>
        <p:spPr>
          <a:xfrm>
            <a:off x="8514714" y="201707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7" name="Ellipszis 276"/>
          <p:cNvSpPr/>
          <p:nvPr/>
        </p:nvSpPr>
        <p:spPr>
          <a:xfrm>
            <a:off x="8979058" y="12050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8" name="Ellipszis 277"/>
          <p:cNvSpPr/>
          <p:nvPr/>
        </p:nvSpPr>
        <p:spPr>
          <a:xfrm>
            <a:off x="8394064" y="397208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7" name="Ellipszis 286"/>
          <p:cNvSpPr/>
          <p:nvPr/>
        </p:nvSpPr>
        <p:spPr>
          <a:xfrm>
            <a:off x="7944008" y="28648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8" name="Ellipszis 287"/>
          <p:cNvSpPr/>
          <p:nvPr/>
        </p:nvSpPr>
        <p:spPr>
          <a:xfrm>
            <a:off x="8198008" y="327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0" name="Ellipszis 299"/>
          <p:cNvSpPr/>
          <p:nvPr/>
        </p:nvSpPr>
        <p:spPr>
          <a:xfrm>
            <a:off x="8222615" y="244093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4" name="Ellipszis 303"/>
          <p:cNvSpPr/>
          <p:nvPr/>
        </p:nvSpPr>
        <p:spPr>
          <a:xfrm>
            <a:off x="8155940" y="48983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E9C30A90-FABD-4E6A-5D5D-386DEB6287FA}"/>
              </a:ext>
            </a:extLst>
          </p:cNvPr>
          <p:cNvGrpSpPr/>
          <p:nvPr/>
        </p:nvGrpSpPr>
        <p:grpSpPr>
          <a:xfrm>
            <a:off x="4285592" y="2660651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01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459169" flipH="1">
              <a:off x="5602319" y="3831317"/>
              <a:ext cx="90285" cy="271037"/>
              <a:chOff x="10934298" y="4090526"/>
              <a:chExt cx="99693" cy="1506414"/>
            </a:xfrm>
          </p:grpSpPr>
          <p:cxnSp>
            <p:nvCxnSpPr>
              <p:cNvPr id="209" name="Egyenes összekötő 20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12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4298" y="4547290"/>
                <a:ext cx="99693" cy="1049650"/>
                <a:chOff x="5408528" y="3265226"/>
                <a:chExt cx="99693" cy="1049650"/>
              </a:xfrm>
            </p:grpSpPr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4259169" flipH="1" flipV="1">
                  <a:off x="5181823" y="3491931"/>
                  <a:ext cx="553104" cy="996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Egyenes összekötő 233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3971" y="3971116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7" name="Egyenes összekötő 23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12903" y="4103457"/>
                  <a:ext cx="52659" cy="21141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8" name="Ellipszis 257"/>
            <p:cNvSpPr/>
            <p:nvPr/>
          </p:nvSpPr>
          <p:spPr>
            <a:xfrm>
              <a:off x="5384007" y="3930174"/>
              <a:ext cx="295908" cy="295908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9" name="Ellipszis 258"/>
            <p:cNvSpPr/>
            <p:nvPr/>
          </p:nvSpPr>
          <p:spPr>
            <a:xfrm>
              <a:off x="7068502" y="18575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>
              <a:off x="4608672" y="30291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>
              <a:off x="4503896" y="19027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9" name="Ellipszis 268"/>
            <p:cNvSpPr/>
            <p:nvPr/>
          </p:nvSpPr>
          <p:spPr>
            <a:xfrm>
              <a:off x="4708684" y="24298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9" name="Ellipszis 298"/>
            <p:cNvSpPr/>
            <p:nvPr/>
          </p:nvSpPr>
          <p:spPr>
            <a:xfrm>
              <a:off x="7139146" y="31862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1" name="Ellipszis 300"/>
            <p:cNvSpPr/>
            <p:nvPr/>
          </p:nvSpPr>
          <p:spPr>
            <a:xfrm>
              <a:off x="6955789" y="40578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2" name="Ellipszis 301"/>
            <p:cNvSpPr/>
            <p:nvPr/>
          </p:nvSpPr>
          <p:spPr>
            <a:xfrm>
              <a:off x="7058183" y="44650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3" name="Ellipszis 302"/>
            <p:cNvSpPr/>
            <p:nvPr/>
          </p:nvSpPr>
          <p:spPr>
            <a:xfrm>
              <a:off x="6862921" y="519604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5" name="Ellipszis 304"/>
            <p:cNvSpPr/>
            <p:nvPr/>
          </p:nvSpPr>
          <p:spPr>
            <a:xfrm>
              <a:off x="4778534" y="52524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38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075487">
              <a:off x="5666760" y="3881555"/>
              <a:ext cx="89550" cy="251998"/>
              <a:chOff x="10936682" y="4090526"/>
              <a:chExt cx="98880" cy="1400589"/>
            </a:xfrm>
          </p:grpSpPr>
          <p:cxnSp>
            <p:nvCxnSpPr>
              <p:cNvPr id="239" name="Egyenes összekötő 238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2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6682" y="4544639"/>
                <a:ext cx="98880" cy="946476"/>
                <a:chOff x="5410912" y="3262575"/>
                <a:chExt cx="98880" cy="946476"/>
              </a:xfrm>
            </p:grpSpPr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3324513">
                  <a:off x="5193677" y="3483407"/>
                  <a:ext cx="536947" cy="9528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00522" y="3904889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10912" y="3997633"/>
                  <a:ext cx="52659" cy="21141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Ellipszis 317"/>
          <p:cNvSpPr/>
          <p:nvPr/>
        </p:nvSpPr>
        <p:spPr>
          <a:xfrm>
            <a:off x="3837146" y="35474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0" name="Ellipszis 319"/>
          <p:cNvSpPr/>
          <p:nvPr/>
        </p:nvSpPr>
        <p:spPr>
          <a:xfrm>
            <a:off x="3542664" y="49603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3" name="Ellipszis 322"/>
          <p:cNvSpPr/>
          <p:nvPr/>
        </p:nvSpPr>
        <p:spPr>
          <a:xfrm>
            <a:off x="8159908" y="243062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4" name="Ellipszis 323"/>
          <p:cNvSpPr/>
          <p:nvPr/>
        </p:nvSpPr>
        <p:spPr>
          <a:xfrm>
            <a:off x="7270114" y="590248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29" name="Ellipszis 328"/>
          <p:cNvSpPr/>
          <p:nvPr/>
        </p:nvSpPr>
        <p:spPr>
          <a:xfrm>
            <a:off x="4927758" y="58913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53" name="Ellipszis 352"/>
          <p:cNvSpPr/>
          <p:nvPr/>
        </p:nvSpPr>
        <p:spPr>
          <a:xfrm>
            <a:off x="3847465" y="211073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3" name="Csoportba foglalás 22">
            <a:extLst>
              <a:ext uri="{FF2B5EF4-FFF2-40B4-BE49-F238E27FC236}">
                <a16:creationId xmlns:a16="http://schemas.microsoft.com/office/drawing/2014/main" id="{D8D92665-BDE3-A49F-2899-9F914C233C8A}"/>
              </a:ext>
            </a:extLst>
          </p:cNvPr>
          <p:cNvGrpSpPr/>
          <p:nvPr/>
        </p:nvGrpSpPr>
        <p:grpSpPr>
          <a:xfrm>
            <a:off x="4306545" y="2542377"/>
            <a:ext cx="3561657" cy="3632786"/>
            <a:chOff x="4401502" y="1679734"/>
            <a:chExt cx="3561657" cy="3632786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24708" y="4960420"/>
              <a:ext cx="301935" cy="707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20953" y="4994671"/>
              <a:ext cx="323347" cy="4098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1968" y="5145570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899986" y="5156653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440151" flipH="1">
              <a:off x="5581511" y="3804277"/>
              <a:ext cx="57758" cy="318564"/>
              <a:chOff x="10959993" y="4090526"/>
              <a:chExt cx="63776" cy="15654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9993" y="4503531"/>
                <a:ext cx="56561" cy="1152455"/>
                <a:chOff x="5434223" y="3221467"/>
                <a:chExt cx="56561" cy="1152455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075698" y="3579992"/>
                  <a:ext cx="773611" cy="5656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07088" y="405009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7707" y="41625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6719" y="364329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05" name="Ellipszis 304"/>
            <p:cNvSpPr/>
            <p:nvPr/>
          </p:nvSpPr>
          <p:spPr>
            <a:xfrm>
              <a:off x="5294789" y="3892550"/>
              <a:ext cx="314006" cy="314006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6" name="Ellipszis 305"/>
            <p:cNvSpPr/>
            <p:nvPr/>
          </p:nvSpPr>
          <p:spPr>
            <a:xfrm>
              <a:off x="4757102" y="16797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7" name="Ellipszis 306"/>
            <p:cNvSpPr/>
            <p:nvPr/>
          </p:nvSpPr>
          <p:spPr>
            <a:xfrm>
              <a:off x="5040472" y="36387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8" name="Ellipszis 307"/>
            <p:cNvSpPr/>
            <p:nvPr/>
          </p:nvSpPr>
          <p:spPr>
            <a:xfrm>
              <a:off x="5538946" y="225202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9" name="Ellipszis 308"/>
            <p:cNvSpPr/>
            <p:nvPr/>
          </p:nvSpPr>
          <p:spPr>
            <a:xfrm>
              <a:off x="4493577" y="300370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4" name="Ellipszis 313"/>
            <p:cNvSpPr/>
            <p:nvPr/>
          </p:nvSpPr>
          <p:spPr>
            <a:xfrm>
              <a:off x="4802346" y="46332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5" name="Ellipszis 314"/>
            <p:cNvSpPr/>
            <p:nvPr/>
          </p:nvSpPr>
          <p:spPr>
            <a:xfrm>
              <a:off x="4401502" y="371411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6" name="Ellipszis 315"/>
            <p:cNvSpPr/>
            <p:nvPr/>
          </p:nvSpPr>
          <p:spPr>
            <a:xfrm>
              <a:off x="4424521" y="392128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7" name="Ellipszis 316"/>
            <p:cNvSpPr/>
            <p:nvPr/>
          </p:nvSpPr>
          <p:spPr>
            <a:xfrm>
              <a:off x="4915852" y="437848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9" name="Ellipszis 318"/>
            <p:cNvSpPr/>
            <p:nvPr/>
          </p:nvSpPr>
          <p:spPr>
            <a:xfrm>
              <a:off x="5038884" y="28362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1" name="Ellipszis 320"/>
            <p:cNvSpPr/>
            <p:nvPr/>
          </p:nvSpPr>
          <p:spPr>
            <a:xfrm>
              <a:off x="7917439" y="3129456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2" name="Ellipszis 321"/>
            <p:cNvSpPr/>
            <p:nvPr/>
          </p:nvSpPr>
          <p:spPr>
            <a:xfrm>
              <a:off x="7073264" y="21821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8" name="Ellipszis 327"/>
            <p:cNvSpPr/>
            <p:nvPr/>
          </p:nvSpPr>
          <p:spPr>
            <a:xfrm>
              <a:off x="7658258" y="39570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0" name="Ellipszis 329"/>
            <p:cNvSpPr/>
            <p:nvPr/>
          </p:nvSpPr>
          <p:spPr>
            <a:xfrm>
              <a:off x="7139146" y="31862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4" name="Ellipszis 353"/>
            <p:cNvSpPr/>
            <p:nvPr/>
          </p:nvSpPr>
          <p:spPr>
            <a:xfrm>
              <a:off x="6955789" y="40578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6" name="Ellipszis 355"/>
            <p:cNvSpPr/>
            <p:nvPr/>
          </p:nvSpPr>
          <p:spPr>
            <a:xfrm>
              <a:off x="6480333" y="44713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7" name="Ellipszis 356"/>
            <p:cNvSpPr/>
            <p:nvPr/>
          </p:nvSpPr>
          <p:spPr>
            <a:xfrm>
              <a:off x="5954871" y="477059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0" name="Ellipszis 359"/>
            <p:cNvSpPr/>
            <p:nvPr/>
          </p:nvSpPr>
          <p:spPr>
            <a:xfrm>
              <a:off x="6504940" y="301243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3" name="Ellipszis 362"/>
            <p:cNvSpPr/>
            <p:nvPr/>
          </p:nvSpPr>
          <p:spPr>
            <a:xfrm>
              <a:off x="5416391" y="4023360"/>
              <a:ext cx="68580" cy="68580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69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5060293" flipH="1">
              <a:off x="5556941" y="3854538"/>
              <a:ext cx="132536" cy="325500"/>
              <a:chOff x="10909490" y="4165853"/>
              <a:chExt cx="146346" cy="1599544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8041" y="4303063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73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09490" y="4619351"/>
                <a:ext cx="146346" cy="1146046"/>
                <a:chOff x="5383720" y="3337287"/>
                <a:chExt cx="146346" cy="1146046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383720" y="3337287"/>
                  <a:ext cx="146346" cy="63565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89402" y="4157847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9149" y="4271914"/>
                  <a:ext cx="52659" cy="21141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Ellipszis 256"/>
          <p:cNvSpPr/>
          <p:nvPr/>
        </p:nvSpPr>
        <p:spPr>
          <a:xfrm>
            <a:off x="2902902" y="490870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2" name="Ellipszis 261"/>
          <p:cNvSpPr/>
          <p:nvPr/>
        </p:nvSpPr>
        <p:spPr>
          <a:xfrm>
            <a:off x="2719546" y="36998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3" name="Ellipszis 262"/>
          <p:cNvSpPr/>
          <p:nvPr/>
        </p:nvSpPr>
        <p:spPr>
          <a:xfrm>
            <a:off x="5804059" y="98202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4" name="Ellipszis 263"/>
          <p:cNvSpPr/>
          <p:nvPr/>
        </p:nvSpPr>
        <p:spPr>
          <a:xfrm>
            <a:off x="9527539" y="295687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5" name="Ellipszis 264"/>
          <p:cNvSpPr/>
          <p:nvPr/>
        </p:nvSpPr>
        <p:spPr>
          <a:xfrm>
            <a:off x="3105308" y="5850096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8" name="Ellipszis 267"/>
          <p:cNvSpPr/>
          <p:nvPr/>
        </p:nvSpPr>
        <p:spPr>
          <a:xfrm>
            <a:off x="2159158" y="271002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9" name="Ellipszis 268"/>
          <p:cNvSpPr/>
          <p:nvPr/>
        </p:nvSpPr>
        <p:spPr>
          <a:xfrm>
            <a:off x="9603739" y="94313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3" name="Ellipszis 272"/>
          <p:cNvSpPr/>
          <p:nvPr/>
        </p:nvSpPr>
        <p:spPr>
          <a:xfrm>
            <a:off x="5486558" y="616045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7" name="Ellipszis 286"/>
          <p:cNvSpPr/>
          <p:nvPr/>
        </p:nvSpPr>
        <p:spPr>
          <a:xfrm>
            <a:off x="1511458" y="2122646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99" name="Ellipszis 298"/>
          <p:cNvSpPr/>
          <p:nvPr/>
        </p:nvSpPr>
        <p:spPr>
          <a:xfrm>
            <a:off x="6508115" y="643191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3" name="Ellipszis 302"/>
          <p:cNvSpPr/>
          <p:nvPr/>
        </p:nvSpPr>
        <p:spPr>
          <a:xfrm>
            <a:off x="1821815" y="7835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3BD947B0-88DA-B62E-FB1C-D1F92CB3A58E}"/>
              </a:ext>
            </a:extLst>
          </p:cNvPr>
          <p:cNvGrpSpPr/>
          <p:nvPr/>
        </p:nvGrpSpPr>
        <p:grpSpPr>
          <a:xfrm>
            <a:off x="3442096" y="2619909"/>
            <a:ext cx="4180363" cy="3566270"/>
            <a:chOff x="3522821" y="1746250"/>
            <a:chExt cx="4180363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617485" y="3807928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  <a:stCxn id="80" idx="4"/>
            </p:cNvCxnSpPr>
            <p:nvPr/>
          </p:nvCxnSpPr>
          <p:spPr>
            <a:xfrm rot="16200000" flipH="1">
              <a:off x="5339627" y="4088570"/>
              <a:ext cx="826037" cy="28149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467678" y="324211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909690" y="2409825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48" name="Ellipszis 247"/>
            <p:cNvSpPr/>
            <p:nvPr/>
          </p:nvSpPr>
          <p:spPr>
            <a:xfrm>
              <a:off x="7068502" y="18575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1" name="Ellipszis 250"/>
            <p:cNvSpPr/>
            <p:nvPr/>
          </p:nvSpPr>
          <p:spPr>
            <a:xfrm>
              <a:off x="3894297" y="2105183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>
              <a:off x="4503896" y="19027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8" name="Ellipszis 257"/>
            <p:cNvSpPr/>
            <p:nvPr/>
          </p:nvSpPr>
          <p:spPr>
            <a:xfrm>
              <a:off x="3938746" y="47729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9" name="Ellipszis 258"/>
            <p:cNvSpPr/>
            <p:nvPr/>
          </p:nvSpPr>
          <p:spPr>
            <a:xfrm>
              <a:off x="4020502" y="345376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>
              <a:off x="3522821" y="30894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>
              <a:off x="3703002" y="42070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6" name="Ellipszis 265"/>
            <p:cNvSpPr/>
            <p:nvPr/>
          </p:nvSpPr>
          <p:spPr>
            <a:xfrm>
              <a:off x="7657464" y="46650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8" name="Ellipszis 287"/>
            <p:cNvSpPr/>
            <p:nvPr/>
          </p:nvSpPr>
          <p:spPr>
            <a:xfrm>
              <a:off x="7139146" y="31862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0" name="Ellipszis 299"/>
            <p:cNvSpPr/>
            <p:nvPr/>
          </p:nvSpPr>
          <p:spPr>
            <a:xfrm>
              <a:off x="6955789" y="40578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1" name="Ellipszis 300"/>
            <p:cNvSpPr/>
            <p:nvPr/>
          </p:nvSpPr>
          <p:spPr>
            <a:xfrm>
              <a:off x="7058183" y="44650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2" name="Ellipszis 301"/>
            <p:cNvSpPr/>
            <p:nvPr/>
          </p:nvSpPr>
          <p:spPr>
            <a:xfrm>
              <a:off x="6862921" y="519604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4" name="Ellipszis 303"/>
            <p:cNvSpPr/>
            <p:nvPr/>
          </p:nvSpPr>
          <p:spPr>
            <a:xfrm>
              <a:off x="4778534" y="52524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5" name="Ellipszis 304"/>
            <p:cNvSpPr/>
            <p:nvPr/>
          </p:nvSpPr>
          <p:spPr>
            <a:xfrm>
              <a:off x="5269389" y="3867150"/>
              <a:ext cx="364806" cy="364806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6" name="Ellipszis 305"/>
            <p:cNvSpPr/>
            <p:nvPr/>
          </p:nvSpPr>
          <p:spPr>
            <a:xfrm>
              <a:off x="5380831" y="3984625"/>
              <a:ext cx="139700" cy="139700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604813" y="3850657"/>
              <a:ext cx="63363" cy="309477"/>
              <a:chOff x="10941456" y="4165844"/>
              <a:chExt cx="69965" cy="152080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41456" y="4492128"/>
                <a:ext cx="57636" cy="1194518"/>
                <a:chOff x="5415686" y="3210064"/>
                <a:chExt cx="57636" cy="1194518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860293" flipH="1" flipV="1">
                  <a:off x="5104768" y="3533033"/>
                  <a:ext cx="691524" cy="45585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84900" y="3959882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860293" flipH="1" flipV="1">
                  <a:off x="5230283" y="4187653"/>
                  <a:ext cx="402332" cy="315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" name="Ellipszis 27">
              <a:extLst>
                <a:ext uri="{FF2B5EF4-FFF2-40B4-BE49-F238E27FC236}">
                  <a16:creationId xmlns:a16="http://schemas.microsoft.com/office/drawing/2014/main" id="{30FF193E-4967-3643-49D4-FF96209558B7}"/>
                </a:ext>
              </a:extLst>
            </p:cNvPr>
            <p:cNvSpPr/>
            <p:nvPr/>
          </p:nvSpPr>
          <p:spPr>
            <a:xfrm>
              <a:off x="5318042" y="3923506"/>
              <a:ext cx="115655" cy="107950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Ellipszis 244"/>
          <p:cNvSpPr/>
          <p:nvPr/>
        </p:nvSpPr>
        <p:spPr>
          <a:xfrm>
            <a:off x="7020376" y="96719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4" name="Ellipszis 253"/>
          <p:cNvSpPr/>
          <p:nvPr/>
        </p:nvSpPr>
        <p:spPr>
          <a:xfrm>
            <a:off x="3826827" y="208930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7" name="Ellipszis 256"/>
          <p:cNvSpPr/>
          <p:nvPr/>
        </p:nvSpPr>
        <p:spPr>
          <a:xfrm>
            <a:off x="1412114" y="367810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9" name="Ellipszis 258"/>
          <p:cNvSpPr/>
          <p:nvPr/>
        </p:nvSpPr>
        <p:spPr>
          <a:xfrm>
            <a:off x="238200" y="62296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0" name="Ellipszis 259"/>
          <p:cNvSpPr/>
          <p:nvPr/>
        </p:nvSpPr>
        <p:spPr>
          <a:xfrm>
            <a:off x="3703002" y="420703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1" name="Ellipszis 260"/>
          <p:cNvSpPr/>
          <p:nvPr/>
        </p:nvSpPr>
        <p:spPr>
          <a:xfrm>
            <a:off x="2719546" y="36998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3" name="Ellipszis 262"/>
          <p:cNvSpPr/>
          <p:nvPr/>
        </p:nvSpPr>
        <p:spPr>
          <a:xfrm>
            <a:off x="3735755" y="41115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5" name="Ellipszis 264"/>
          <p:cNvSpPr/>
          <p:nvPr/>
        </p:nvSpPr>
        <p:spPr>
          <a:xfrm>
            <a:off x="9096533" y="73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6" name="Ellipszis 265"/>
          <p:cNvSpPr/>
          <p:nvPr/>
        </p:nvSpPr>
        <p:spPr>
          <a:xfrm>
            <a:off x="2089851" y="534982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8" name="Ellipszis 267"/>
          <p:cNvSpPr/>
          <p:nvPr/>
        </p:nvSpPr>
        <p:spPr>
          <a:xfrm>
            <a:off x="5393648" y="2906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9" name="Ellipszis 268"/>
          <p:cNvSpPr/>
          <p:nvPr/>
        </p:nvSpPr>
        <p:spPr>
          <a:xfrm>
            <a:off x="8394064" y="397208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3" name="Ellipszis 272"/>
          <p:cNvSpPr/>
          <p:nvPr/>
        </p:nvSpPr>
        <p:spPr>
          <a:xfrm>
            <a:off x="7944008" y="28648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8" name="Ellipszis 287"/>
          <p:cNvSpPr/>
          <p:nvPr/>
        </p:nvSpPr>
        <p:spPr>
          <a:xfrm>
            <a:off x="8198008" y="327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0" name="Ellipszis 299"/>
          <p:cNvSpPr/>
          <p:nvPr/>
        </p:nvSpPr>
        <p:spPr>
          <a:xfrm>
            <a:off x="8006047" y="137012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4" name="Ellipszis 303"/>
          <p:cNvSpPr/>
          <p:nvPr/>
        </p:nvSpPr>
        <p:spPr>
          <a:xfrm>
            <a:off x="8155940" y="48983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5" name="Ellipszis 304"/>
          <p:cNvSpPr/>
          <p:nvPr/>
        </p:nvSpPr>
        <p:spPr>
          <a:xfrm>
            <a:off x="5190364" y="614461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9" name="Csoportba foglalás 28">
            <a:extLst>
              <a:ext uri="{FF2B5EF4-FFF2-40B4-BE49-F238E27FC236}">
                <a16:creationId xmlns:a16="http://schemas.microsoft.com/office/drawing/2014/main" id="{788F13BD-6A9A-0242-F303-B4B9C9630201}"/>
              </a:ext>
            </a:extLst>
          </p:cNvPr>
          <p:cNvGrpSpPr/>
          <p:nvPr/>
        </p:nvGrpSpPr>
        <p:grpSpPr>
          <a:xfrm>
            <a:off x="3950863" y="2617518"/>
            <a:ext cx="3181769" cy="3816567"/>
            <a:chOff x="4020502" y="1746250"/>
            <a:chExt cx="3181769" cy="3816567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25216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605578" y="38222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23734" y="4072678"/>
              <a:ext cx="824726" cy="6124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429577" y="325639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81115" y="2424113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37" name="Ellipszis 236"/>
            <p:cNvSpPr/>
            <p:nvPr/>
          </p:nvSpPr>
          <p:spPr>
            <a:xfrm>
              <a:off x="5217002" y="3845719"/>
              <a:ext cx="407668" cy="407668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8" name="Ellipszis 237"/>
            <p:cNvSpPr/>
            <p:nvPr/>
          </p:nvSpPr>
          <p:spPr>
            <a:xfrm>
              <a:off x="5337195" y="3946216"/>
              <a:ext cx="200026" cy="200026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617768" y="3908670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48" name="Ellipszis 247"/>
            <p:cNvSpPr/>
            <p:nvPr/>
          </p:nvSpPr>
          <p:spPr>
            <a:xfrm>
              <a:off x="4608672" y="30291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1" name="Ellipszis 250"/>
            <p:cNvSpPr/>
            <p:nvPr/>
          </p:nvSpPr>
          <p:spPr>
            <a:xfrm>
              <a:off x="4503896" y="19027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8" name="Ellipszis 257"/>
            <p:cNvSpPr/>
            <p:nvPr/>
          </p:nvSpPr>
          <p:spPr>
            <a:xfrm>
              <a:off x="4020502" y="345376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2" name="Ellipszis 261"/>
            <p:cNvSpPr/>
            <p:nvPr/>
          </p:nvSpPr>
          <p:spPr>
            <a:xfrm>
              <a:off x="4708684" y="24298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4" name="Ellipszis 263"/>
            <p:cNvSpPr/>
            <p:nvPr/>
          </p:nvSpPr>
          <p:spPr>
            <a:xfrm>
              <a:off x="6985366" y="231469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7" name="Ellipszis 286"/>
            <p:cNvSpPr/>
            <p:nvPr/>
          </p:nvSpPr>
          <p:spPr>
            <a:xfrm>
              <a:off x="6390639" y="31727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9" name="Ellipszis 298"/>
            <p:cNvSpPr/>
            <p:nvPr/>
          </p:nvSpPr>
          <p:spPr>
            <a:xfrm>
              <a:off x="7139146" y="31862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1" name="Ellipszis 300"/>
            <p:cNvSpPr/>
            <p:nvPr/>
          </p:nvSpPr>
          <p:spPr>
            <a:xfrm>
              <a:off x="6955789" y="40578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2" name="Ellipszis 301"/>
            <p:cNvSpPr/>
            <p:nvPr/>
          </p:nvSpPr>
          <p:spPr>
            <a:xfrm>
              <a:off x="7058183" y="44650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3" name="Ellipszis 302"/>
            <p:cNvSpPr/>
            <p:nvPr/>
          </p:nvSpPr>
          <p:spPr>
            <a:xfrm>
              <a:off x="6862921" y="519604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6" name="Ellipszis 305"/>
            <p:cNvSpPr/>
            <p:nvPr/>
          </p:nvSpPr>
          <p:spPr>
            <a:xfrm>
              <a:off x="4032576" y="551709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7" name="Ellipszis 306"/>
            <p:cNvSpPr/>
            <p:nvPr/>
          </p:nvSpPr>
          <p:spPr>
            <a:xfrm>
              <a:off x="5071428" y="4411821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" name="Ellipszis 26">
              <a:extLst>
                <a:ext uri="{FF2B5EF4-FFF2-40B4-BE49-F238E27FC236}">
                  <a16:creationId xmlns:a16="http://schemas.microsoft.com/office/drawing/2014/main" id="{925055A1-CA36-9CA8-62CE-02AB56D6A500}"/>
                </a:ext>
              </a:extLst>
            </p:cNvPr>
            <p:cNvSpPr/>
            <p:nvPr/>
          </p:nvSpPr>
          <p:spPr>
            <a:xfrm>
              <a:off x="5314867" y="3925093"/>
              <a:ext cx="139700" cy="139700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" name="Ellipszis 27">
              <a:extLst>
                <a:ext uri="{FF2B5EF4-FFF2-40B4-BE49-F238E27FC236}">
                  <a16:creationId xmlns:a16="http://schemas.microsoft.com/office/drawing/2014/main" id="{9D01F4B3-5C84-71BB-C31B-EC736AA2007F}"/>
                </a:ext>
              </a:extLst>
            </p:cNvPr>
            <p:cNvSpPr/>
            <p:nvPr/>
          </p:nvSpPr>
          <p:spPr>
            <a:xfrm rot="19201678">
              <a:off x="5246083" y="3965972"/>
              <a:ext cx="102343" cy="57943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Ellipszis 244"/>
          <p:cNvSpPr/>
          <p:nvPr/>
        </p:nvSpPr>
        <p:spPr>
          <a:xfrm>
            <a:off x="7020376" y="967197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7" name="Ellipszis 256"/>
          <p:cNvSpPr/>
          <p:nvPr/>
        </p:nvSpPr>
        <p:spPr>
          <a:xfrm>
            <a:off x="1412114" y="367810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59" name="Ellipszis 258"/>
          <p:cNvSpPr/>
          <p:nvPr/>
        </p:nvSpPr>
        <p:spPr>
          <a:xfrm>
            <a:off x="238200" y="62296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1" name="Ellipszis 260"/>
          <p:cNvSpPr/>
          <p:nvPr/>
        </p:nvSpPr>
        <p:spPr>
          <a:xfrm>
            <a:off x="2719546" y="3699828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3" name="Ellipszis 262"/>
          <p:cNvSpPr/>
          <p:nvPr/>
        </p:nvSpPr>
        <p:spPr>
          <a:xfrm>
            <a:off x="3735755" y="411154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5" name="Ellipszis 264"/>
          <p:cNvSpPr/>
          <p:nvPr/>
        </p:nvSpPr>
        <p:spPr>
          <a:xfrm>
            <a:off x="9096533" y="73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6" name="Ellipszis 265"/>
          <p:cNvSpPr/>
          <p:nvPr/>
        </p:nvSpPr>
        <p:spPr>
          <a:xfrm>
            <a:off x="2089851" y="5349825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8" name="Ellipszis 267"/>
          <p:cNvSpPr/>
          <p:nvPr/>
        </p:nvSpPr>
        <p:spPr>
          <a:xfrm>
            <a:off x="5393648" y="2906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69" name="Ellipszis 268"/>
          <p:cNvSpPr/>
          <p:nvPr/>
        </p:nvSpPr>
        <p:spPr>
          <a:xfrm>
            <a:off x="8394064" y="3972083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3" name="Ellipszis 272"/>
          <p:cNvSpPr/>
          <p:nvPr/>
        </p:nvSpPr>
        <p:spPr>
          <a:xfrm>
            <a:off x="7944008" y="2864802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88" name="Ellipszis 287"/>
          <p:cNvSpPr/>
          <p:nvPr/>
        </p:nvSpPr>
        <p:spPr>
          <a:xfrm>
            <a:off x="8198008" y="3275171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0" name="Ellipszis 299"/>
          <p:cNvSpPr/>
          <p:nvPr/>
        </p:nvSpPr>
        <p:spPr>
          <a:xfrm>
            <a:off x="8006047" y="137012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4" name="Ellipszis 303"/>
          <p:cNvSpPr/>
          <p:nvPr/>
        </p:nvSpPr>
        <p:spPr>
          <a:xfrm>
            <a:off x="8155940" y="489838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305" name="Ellipszis 304"/>
          <p:cNvSpPr/>
          <p:nvPr/>
        </p:nvSpPr>
        <p:spPr>
          <a:xfrm>
            <a:off x="5190364" y="6144619"/>
            <a:ext cx="45720" cy="45720"/>
          </a:xfrm>
          <a:prstGeom prst="ellipse">
            <a:avLst/>
          </a:prstGeom>
          <a:solidFill>
            <a:srgbClr val="47C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78413738-2E01-E971-D5BD-555F39C2BB6D}"/>
              </a:ext>
            </a:extLst>
          </p:cNvPr>
          <p:cNvGrpSpPr/>
          <p:nvPr/>
        </p:nvGrpSpPr>
        <p:grpSpPr>
          <a:xfrm>
            <a:off x="3633249" y="2621652"/>
            <a:ext cx="3499269" cy="3816567"/>
            <a:chOff x="3703002" y="1746250"/>
            <a:chExt cx="3499269" cy="3816567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25216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605578" y="38222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23734" y="4072678"/>
              <a:ext cx="824726" cy="6124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429577" y="325639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81115" y="2424113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37" name="Ellipszis 236"/>
            <p:cNvSpPr/>
            <p:nvPr/>
          </p:nvSpPr>
          <p:spPr>
            <a:xfrm>
              <a:off x="5217002" y="3845719"/>
              <a:ext cx="407668" cy="407668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38" name="Ellipszis 237"/>
            <p:cNvSpPr/>
            <p:nvPr/>
          </p:nvSpPr>
          <p:spPr>
            <a:xfrm>
              <a:off x="5360886" y="3952432"/>
              <a:ext cx="151243" cy="200026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617768" y="3908670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48" name="Ellipszis 247"/>
            <p:cNvSpPr/>
            <p:nvPr/>
          </p:nvSpPr>
          <p:spPr>
            <a:xfrm>
              <a:off x="4608672" y="30291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1" name="Ellipszis 250"/>
            <p:cNvSpPr/>
            <p:nvPr/>
          </p:nvSpPr>
          <p:spPr>
            <a:xfrm>
              <a:off x="4503896" y="190277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>
              <a:off x="3826827" y="208930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8" name="Ellipszis 257"/>
            <p:cNvSpPr/>
            <p:nvPr/>
          </p:nvSpPr>
          <p:spPr>
            <a:xfrm>
              <a:off x="4020502" y="345376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>
              <a:off x="3703002" y="420703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2" name="Ellipszis 261"/>
            <p:cNvSpPr/>
            <p:nvPr/>
          </p:nvSpPr>
          <p:spPr>
            <a:xfrm>
              <a:off x="4708684" y="242982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4" name="Ellipszis 263"/>
            <p:cNvSpPr/>
            <p:nvPr/>
          </p:nvSpPr>
          <p:spPr>
            <a:xfrm>
              <a:off x="6985366" y="231469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87" name="Ellipszis 286"/>
            <p:cNvSpPr/>
            <p:nvPr/>
          </p:nvSpPr>
          <p:spPr>
            <a:xfrm>
              <a:off x="6390639" y="31727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9" name="Ellipszis 298"/>
            <p:cNvSpPr/>
            <p:nvPr/>
          </p:nvSpPr>
          <p:spPr>
            <a:xfrm>
              <a:off x="7139146" y="318627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1" name="Ellipszis 300"/>
            <p:cNvSpPr/>
            <p:nvPr/>
          </p:nvSpPr>
          <p:spPr>
            <a:xfrm>
              <a:off x="6955789" y="405780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2" name="Ellipszis 301"/>
            <p:cNvSpPr/>
            <p:nvPr/>
          </p:nvSpPr>
          <p:spPr>
            <a:xfrm>
              <a:off x="7058183" y="44650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3" name="Ellipszis 302"/>
            <p:cNvSpPr/>
            <p:nvPr/>
          </p:nvSpPr>
          <p:spPr>
            <a:xfrm>
              <a:off x="6862921" y="519604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6" name="Ellipszis 305"/>
            <p:cNvSpPr/>
            <p:nvPr/>
          </p:nvSpPr>
          <p:spPr>
            <a:xfrm>
              <a:off x="4032576" y="551709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7" name="Ellipszis 306"/>
            <p:cNvSpPr/>
            <p:nvPr/>
          </p:nvSpPr>
          <p:spPr>
            <a:xfrm>
              <a:off x="5071428" y="4411821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7" name="Ellipszis 26">
              <a:extLst>
                <a:ext uri="{FF2B5EF4-FFF2-40B4-BE49-F238E27FC236}">
                  <a16:creationId xmlns:a16="http://schemas.microsoft.com/office/drawing/2014/main" id="{EA464AB7-C1F8-2B6A-B9B0-BE37F3C9C7B6}"/>
                </a:ext>
              </a:extLst>
            </p:cNvPr>
            <p:cNvSpPr/>
            <p:nvPr/>
          </p:nvSpPr>
          <p:spPr>
            <a:xfrm rot="209808">
              <a:off x="5328394" y="3928145"/>
              <a:ext cx="79404" cy="200026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Ellipszis 28">
              <a:extLst>
                <a:ext uri="{FF2B5EF4-FFF2-40B4-BE49-F238E27FC236}">
                  <a16:creationId xmlns:a16="http://schemas.microsoft.com/office/drawing/2014/main" id="{99719C16-79D8-7B8E-52A1-13665B64F214}"/>
                </a:ext>
              </a:extLst>
            </p:cNvPr>
            <p:cNvSpPr/>
            <p:nvPr/>
          </p:nvSpPr>
          <p:spPr>
            <a:xfrm rot="19201678">
              <a:off x="5244042" y="3951051"/>
              <a:ext cx="156347" cy="57943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Csoportba foglalás 32">
            <a:extLst>
              <a:ext uri="{FF2B5EF4-FFF2-40B4-BE49-F238E27FC236}">
                <a16:creationId xmlns:a16="http://schemas.microsoft.com/office/drawing/2014/main" id="{47005FA0-DAF5-9BB8-2ABB-35188C30EC47}"/>
              </a:ext>
            </a:extLst>
          </p:cNvPr>
          <p:cNvGrpSpPr/>
          <p:nvPr/>
        </p:nvGrpSpPr>
        <p:grpSpPr>
          <a:xfrm>
            <a:off x="4288824" y="2611168"/>
            <a:ext cx="2950110" cy="3828097"/>
            <a:chOff x="4366461" y="1739900"/>
            <a:chExt cx="2950110" cy="3828097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366461" y="173990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551602" y="38349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16594" y="4065537"/>
              <a:ext cx="775510" cy="12474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353377" y="331672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01740" y="2471738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17" name="Ellipszis 216"/>
            <p:cNvSpPr/>
            <p:nvPr/>
          </p:nvSpPr>
          <p:spPr>
            <a:xfrm>
              <a:off x="5101908" y="3851275"/>
              <a:ext cx="504506" cy="504506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573319" y="3921369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34" name="Ellipszis 233"/>
            <p:cNvSpPr/>
            <p:nvPr/>
          </p:nvSpPr>
          <p:spPr>
            <a:xfrm>
              <a:off x="5387340" y="348583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7" name="Ellipszis 236"/>
            <p:cNvSpPr/>
            <p:nvPr/>
          </p:nvSpPr>
          <p:spPr>
            <a:xfrm>
              <a:off x="6075045" y="344201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8" name="Ellipszis 237"/>
            <p:cNvSpPr/>
            <p:nvPr/>
          </p:nvSpPr>
          <p:spPr>
            <a:xfrm>
              <a:off x="4811078" y="2750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9" name="Ellipszis 238"/>
            <p:cNvSpPr/>
            <p:nvPr/>
          </p:nvSpPr>
          <p:spPr>
            <a:xfrm>
              <a:off x="5967412" y="293814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>
              <a:off x="4706302" y="347281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5" name="Ellipszis 244"/>
            <p:cNvSpPr/>
            <p:nvPr/>
          </p:nvSpPr>
          <p:spPr>
            <a:xfrm>
              <a:off x="5312885" y="41403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>
              <a:off x="6568441" y="339439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1" name="Ellipszis 250"/>
            <p:cNvSpPr/>
            <p:nvPr/>
          </p:nvSpPr>
          <p:spPr>
            <a:xfrm>
              <a:off x="4779485" y="4800757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>
              <a:off x="5828665" y="5501640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7" name="Ellipszis 256"/>
            <p:cNvSpPr/>
            <p:nvPr/>
          </p:nvSpPr>
          <p:spPr>
            <a:xfrm>
              <a:off x="5182552" y="5522277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8" name="Ellipszis 257"/>
            <p:cNvSpPr/>
            <p:nvPr/>
          </p:nvSpPr>
          <p:spPr>
            <a:xfrm>
              <a:off x="6096952" y="465550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" name="Ellipszis 36">
              <a:extLst>
                <a:ext uri="{FF2B5EF4-FFF2-40B4-BE49-F238E27FC236}">
                  <a16:creationId xmlns:a16="http://schemas.microsoft.com/office/drawing/2014/main" id="{DFE6212E-C84E-F87D-4A6C-F606586FC759}"/>
                </a:ext>
              </a:extLst>
            </p:cNvPr>
            <p:cNvSpPr/>
            <p:nvPr/>
          </p:nvSpPr>
          <p:spPr>
            <a:xfrm>
              <a:off x="5272404" y="4023516"/>
              <a:ext cx="163514" cy="16351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2" name="Csoportba foglalás 41">
              <a:extLst>
                <a:ext uri="{FF2B5EF4-FFF2-40B4-BE49-F238E27FC236}">
                  <a16:creationId xmlns:a16="http://schemas.microsoft.com/office/drawing/2014/main" id="{EF24FC9B-9D79-F7C8-84D2-8D899217E614}"/>
                </a:ext>
              </a:extLst>
            </p:cNvPr>
            <p:cNvGrpSpPr/>
            <p:nvPr/>
          </p:nvGrpSpPr>
          <p:grpSpPr>
            <a:xfrm>
              <a:off x="5104923" y="3966767"/>
              <a:ext cx="441532" cy="245460"/>
              <a:chOff x="5104923" y="3966767"/>
              <a:chExt cx="441532" cy="245460"/>
            </a:xfrm>
          </p:grpSpPr>
          <p:sp>
            <p:nvSpPr>
              <p:cNvPr id="27" name="Ellipszis 26">
                <a:extLst>
                  <a:ext uri="{FF2B5EF4-FFF2-40B4-BE49-F238E27FC236}">
                    <a16:creationId xmlns:a16="http://schemas.microsoft.com/office/drawing/2014/main" id="{A4EBAD10-A914-F6A4-B6FD-5A5491541C2B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" name="Szabadkézi sokszög: alakzat 39">
                <a:extLst>
                  <a:ext uri="{FF2B5EF4-FFF2-40B4-BE49-F238E27FC236}">
                    <a16:creationId xmlns:a16="http://schemas.microsoft.com/office/drawing/2014/main" id="{1BF8626B-9192-6958-94DF-68B2926E63F6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41" name="Csoportba foglalás 40">
                <a:extLst>
                  <a:ext uri="{FF2B5EF4-FFF2-40B4-BE49-F238E27FC236}">
                    <a16:creationId xmlns:a16="http://schemas.microsoft.com/office/drawing/2014/main" id="{C8C23CAC-EFC4-3334-4DD9-79C9BCD68920}"/>
                  </a:ext>
                </a:extLst>
              </p:cNvPr>
              <p:cNvGrpSpPr/>
              <p:nvPr/>
            </p:nvGrpSpPr>
            <p:grpSpPr>
              <a:xfrm>
                <a:off x="5104923" y="3966767"/>
                <a:ext cx="267444" cy="234155"/>
                <a:chOff x="5112150" y="3979017"/>
                <a:chExt cx="267444" cy="234155"/>
              </a:xfrm>
            </p:grpSpPr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B0812BFB-19D3-CD1A-501E-714C94A25097}"/>
                    </a:ext>
                  </a:extLst>
                </p:cNvPr>
                <p:cNvGrpSpPr/>
                <p:nvPr/>
              </p:nvGrpSpPr>
              <p:grpSpPr>
                <a:xfrm>
                  <a:off x="5112150" y="3979017"/>
                  <a:ext cx="140014" cy="234155"/>
                  <a:chOff x="5097982" y="3983117"/>
                  <a:chExt cx="163825" cy="200026"/>
                </a:xfrm>
              </p:grpSpPr>
              <p:sp>
                <p:nvSpPr>
                  <p:cNvPr id="28" name="Ellipszis 27">
                    <a:extLst>
                      <a:ext uri="{FF2B5EF4-FFF2-40B4-BE49-F238E27FC236}">
                        <a16:creationId xmlns:a16="http://schemas.microsoft.com/office/drawing/2014/main" id="{89B8D701-71E2-4611-6592-41A0102BB116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403" y="3983117"/>
                    <a:ext cx="79404" cy="200026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29" name="Ellipszis 28">
                    <a:extLst>
                      <a:ext uri="{FF2B5EF4-FFF2-40B4-BE49-F238E27FC236}">
                        <a16:creationId xmlns:a16="http://schemas.microsoft.com/office/drawing/2014/main" id="{DE569739-B3AD-970E-A704-9F30A08D43E9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6" name="Csoportba foglalás 35">
                  <a:extLst>
                    <a:ext uri="{FF2B5EF4-FFF2-40B4-BE49-F238E27FC236}">
                      <a16:creationId xmlns:a16="http://schemas.microsoft.com/office/drawing/2014/main" id="{A22CABAF-31B4-8DDE-FB4E-1011A954C158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0" name="Ellipszis 29">
                    <a:extLst>
                      <a:ext uri="{FF2B5EF4-FFF2-40B4-BE49-F238E27FC236}">
                        <a16:creationId xmlns:a16="http://schemas.microsoft.com/office/drawing/2014/main" id="{8A4E5E61-44B3-966F-4599-27B4FA9034F4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1" name="Ellipszis 30">
                    <a:extLst>
                      <a:ext uri="{FF2B5EF4-FFF2-40B4-BE49-F238E27FC236}">
                        <a16:creationId xmlns:a16="http://schemas.microsoft.com/office/drawing/2014/main" id="{14623B9E-48E7-C420-C0CC-B1AE242F08C2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05C2B21E-7D19-079B-D8D2-5E51248CD558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28BAB6D2-80C1-A497-8DD1-DC47CE4AAB4D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99A5E906-5A02-2071-C9E9-F48BFC94B025}"/>
              </a:ext>
            </a:extLst>
          </p:cNvPr>
          <p:cNvGrpSpPr/>
          <p:nvPr/>
        </p:nvGrpSpPr>
        <p:grpSpPr>
          <a:xfrm>
            <a:off x="4288822" y="2611168"/>
            <a:ext cx="2950110" cy="3566270"/>
            <a:chOff x="4366461" y="173990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366461" y="173990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551602" y="38349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16594" y="4065537"/>
              <a:ext cx="775510" cy="12474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353377" y="331672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01740" y="2471738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5064125" y="3879531"/>
              <a:ext cx="532448" cy="52419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Ellipszis 208"/>
            <p:cNvSpPr/>
            <p:nvPr/>
          </p:nvSpPr>
          <p:spPr>
            <a:xfrm>
              <a:off x="5111748" y="3929857"/>
              <a:ext cx="433390" cy="43339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573319" y="3921369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2" name="Ellipszis 211"/>
            <p:cNvSpPr/>
            <p:nvPr/>
          </p:nvSpPr>
          <p:spPr>
            <a:xfrm>
              <a:off x="5246686" y="4071145"/>
              <a:ext cx="163514" cy="163514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3" name="Ellipszis 212"/>
            <p:cNvSpPr/>
            <p:nvPr/>
          </p:nvSpPr>
          <p:spPr>
            <a:xfrm>
              <a:off x="5177790" y="371443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7" name="Ellipszis 216"/>
            <p:cNvSpPr/>
            <p:nvPr/>
          </p:nvSpPr>
          <p:spPr>
            <a:xfrm>
              <a:off x="5403532" y="438499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Ellipszis 227"/>
            <p:cNvSpPr/>
            <p:nvPr/>
          </p:nvSpPr>
          <p:spPr>
            <a:xfrm>
              <a:off x="4949190" y="356488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9" name="Ellipszis 228"/>
            <p:cNvSpPr/>
            <p:nvPr/>
          </p:nvSpPr>
          <p:spPr>
            <a:xfrm>
              <a:off x="5053012" y="3900169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1" name="Ellipszis 230"/>
            <p:cNvSpPr/>
            <p:nvPr/>
          </p:nvSpPr>
          <p:spPr>
            <a:xfrm>
              <a:off x="4934902" y="3772852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4" name="Ellipszis 233"/>
            <p:cNvSpPr/>
            <p:nvPr/>
          </p:nvSpPr>
          <p:spPr>
            <a:xfrm>
              <a:off x="5487353" y="3646805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7" name="Ellipszis 236"/>
            <p:cNvSpPr/>
            <p:nvPr/>
          </p:nvSpPr>
          <p:spPr>
            <a:xfrm>
              <a:off x="4955697" y="4329270"/>
              <a:ext cx="45719" cy="46673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8" name="Ellipszis 237"/>
            <p:cNvSpPr/>
            <p:nvPr/>
          </p:nvSpPr>
          <p:spPr>
            <a:xfrm>
              <a:off x="5573076" y="3917314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49F2E9D7-1AB8-6962-82B4-9FA5DA039586}"/>
                </a:ext>
              </a:extLst>
            </p:cNvPr>
            <p:cNvGrpSpPr/>
            <p:nvPr/>
          </p:nvGrpSpPr>
          <p:grpSpPr>
            <a:xfrm>
              <a:off x="5078731" y="4022609"/>
              <a:ext cx="441532" cy="245460"/>
              <a:chOff x="5104923" y="3966767"/>
              <a:chExt cx="441532" cy="245460"/>
            </a:xfrm>
          </p:grpSpPr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339469A0-3127-45C7-1A59-9EC8C880E420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0" name="Szabadkézi sokszög: alakzat 29">
                <a:extLst>
                  <a:ext uri="{FF2B5EF4-FFF2-40B4-BE49-F238E27FC236}">
                    <a16:creationId xmlns:a16="http://schemas.microsoft.com/office/drawing/2014/main" id="{EF060735-3AC6-1E34-9DF1-07E3ED55C010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1" name="Csoportba foglalás 30">
                <a:extLst>
                  <a:ext uri="{FF2B5EF4-FFF2-40B4-BE49-F238E27FC236}">
                    <a16:creationId xmlns:a16="http://schemas.microsoft.com/office/drawing/2014/main" id="{B3FF904B-A90D-1218-7E05-A1FEF44D2D20}"/>
                  </a:ext>
                </a:extLst>
              </p:cNvPr>
              <p:cNvGrpSpPr/>
              <p:nvPr/>
            </p:nvGrpSpPr>
            <p:grpSpPr>
              <a:xfrm>
                <a:off x="5104923" y="3966767"/>
                <a:ext cx="267444" cy="234155"/>
                <a:chOff x="5112150" y="3979017"/>
                <a:chExt cx="267444" cy="234155"/>
              </a:xfrm>
            </p:grpSpPr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7E55DF06-7C9E-88A2-9608-F636F921A36A}"/>
                    </a:ext>
                  </a:extLst>
                </p:cNvPr>
                <p:cNvGrpSpPr/>
                <p:nvPr/>
              </p:nvGrpSpPr>
              <p:grpSpPr>
                <a:xfrm>
                  <a:off x="5112150" y="3979017"/>
                  <a:ext cx="140014" cy="234155"/>
                  <a:chOff x="5097982" y="3983117"/>
                  <a:chExt cx="163825" cy="200026"/>
                </a:xfrm>
              </p:grpSpPr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C85C0E3C-D27A-36C4-2637-9FC2078B6B4B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403" y="3983117"/>
                    <a:ext cx="79404" cy="200026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9" name="Ellipszis 38">
                    <a:extLst>
                      <a:ext uri="{FF2B5EF4-FFF2-40B4-BE49-F238E27FC236}">
                        <a16:creationId xmlns:a16="http://schemas.microsoft.com/office/drawing/2014/main" id="{478CB0E5-734F-B5DB-8097-6E777A3ECF1E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3" name="Csoportba foglalás 32">
                  <a:extLst>
                    <a:ext uri="{FF2B5EF4-FFF2-40B4-BE49-F238E27FC236}">
                      <a16:creationId xmlns:a16="http://schemas.microsoft.com/office/drawing/2014/main" id="{E00493AA-E1B4-1593-4DE7-D9943CCA191C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78B3B7D3-1EBB-F523-A320-A2F55330B579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0DDA88ED-8347-F394-2346-CC600F7C7ABE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9B5599BB-4953-0BA0-6D99-6021DC06C484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BC189699-65FA-5428-93F7-CB850BD7E71E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19C5E2B3-BE6B-475B-1313-93728A70564C}"/>
              </a:ext>
            </a:extLst>
          </p:cNvPr>
          <p:cNvGrpSpPr/>
          <p:nvPr/>
        </p:nvGrpSpPr>
        <p:grpSpPr>
          <a:xfrm>
            <a:off x="4130597" y="2611167"/>
            <a:ext cx="3108338" cy="3566270"/>
            <a:chOff x="4208233" y="1739900"/>
            <a:chExt cx="3108338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366461" y="173990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45" name="Ellipszis 244"/>
            <p:cNvSpPr/>
            <p:nvPr/>
          </p:nvSpPr>
          <p:spPr>
            <a:xfrm rot="13816579">
              <a:off x="4770154" y="3948664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 rot="202106">
              <a:off x="5376082" y="1782465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551602" y="38349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16594" y="4065537"/>
              <a:ext cx="775510" cy="12474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353377" y="331672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01740" y="2471738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5064125" y="3879531"/>
              <a:ext cx="532448" cy="52419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Ellipszis 208"/>
            <p:cNvSpPr/>
            <p:nvPr/>
          </p:nvSpPr>
          <p:spPr>
            <a:xfrm>
              <a:off x="5111748" y="3929857"/>
              <a:ext cx="433390" cy="43339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573319" y="3921369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2" name="Ellipszis 211"/>
            <p:cNvSpPr/>
            <p:nvPr/>
          </p:nvSpPr>
          <p:spPr>
            <a:xfrm>
              <a:off x="5199061" y="4023520"/>
              <a:ext cx="258764" cy="258764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9" name="Ellipszis 238"/>
            <p:cNvSpPr/>
            <p:nvPr/>
          </p:nvSpPr>
          <p:spPr>
            <a:xfrm rot="19350443">
              <a:off x="4889218" y="3024739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 rot="16745583">
              <a:off x="4977996" y="3916104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 rot="9468233">
              <a:off x="5409289" y="4182463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1" name="Csoportba foglalás 40">
              <a:extLst>
                <a:ext uri="{FF2B5EF4-FFF2-40B4-BE49-F238E27FC236}">
                  <a16:creationId xmlns:a16="http://schemas.microsoft.com/office/drawing/2014/main" id="{E1B318FB-7D81-9CE8-7805-E8E521B4E82B}"/>
                </a:ext>
              </a:extLst>
            </p:cNvPr>
            <p:cNvGrpSpPr/>
            <p:nvPr/>
          </p:nvGrpSpPr>
          <p:grpSpPr>
            <a:xfrm>
              <a:off x="5078731" y="4022609"/>
              <a:ext cx="441532" cy="245460"/>
              <a:chOff x="5104923" y="3966767"/>
              <a:chExt cx="441532" cy="245460"/>
            </a:xfrm>
          </p:grpSpPr>
          <p:sp>
            <p:nvSpPr>
              <p:cNvPr id="42" name="Ellipszis 41">
                <a:extLst>
                  <a:ext uri="{FF2B5EF4-FFF2-40B4-BE49-F238E27FC236}">
                    <a16:creationId xmlns:a16="http://schemas.microsoft.com/office/drawing/2014/main" id="{1672107F-F378-A20B-35E7-5E6B910A2BC7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3" name="Szabadkézi sokszög: alakzat 42">
                <a:extLst>
                  <a:ext uri="{FF2B5EF4-FFF2-40B4-BE49-F238E27FC236}">
                    <a16:creationId xmlns:a16="http://schemas.microsoft.com/office/drawing/2014/main" id="{1F791363-A3DA-C691-28A1-0DCDEAEC215D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44" name="Csoportba foglalás 43">
                <a:extLst>
                  <a:ext uri="{FF2B5EF4-FFF2-40B4-BE49-F238E27FC236}">
                    <a16:creationId xmlns:a16="http://schemas.microsoft.com/office/drawing/2014/main" id="{EF4404C8-C063-C888-BBE5-D110A16DB996}"/>
                  </a:ext>
                </a:extLst>
              </p:cNvPr>
              <p:cNvGrpSpPr/>
              <p:nvPr/>
            </p:nvGrpSpPr>
            <p:grpSpPr>
              <a:xfrm>
                <a:off x="5104923" y="3966767"/>
                <a:ext cx="267444" cy="234155"/>
                <a:chOff x="5112150" y="3979017"/>
                <a:chExt cx="267444" cy="234155"/>
              </a:xfrm>
            </p:grpSpPr>
            <p:grpSp>
              <p:nvGrpSpPr>
                <p:cNvPr id="45" name="Csoportba foglalás 44">
                  <a:extLst>
                    <a:ext uri="{FF2B5EF4-FFF2-40B4-BE49-F238E27FC236}">
                      <a16:creationId xmlns:a16="http://schemas.microsoft.com/office/drawing/2014/main" id="{D3CFD6AA-AF44-CB5A-83F0-4965066410AE}"/>
                    </a:ext>
                  </a:extLst>
                </p:cNvPr>
                <p:cNvGrpSpPr/>
                <p:nvPr/>
              </p:nvGrpSpPr>
              <p:grpSpPr>
                <a:xfrm>
                  <a:off x="5112150" y="3979017"/>
                  <a:ext cx="140014" cy="234155"/>
                  <a:chOff x="5097982" y="3983117"/>
                  <a:chExt cx="163825" cy="200026"/>
                </a:xfrm>
              </p:grpSpPr>
              <p:sp>
                <p:nvSpPr>
                  <p:cNvPr id="51" name="Ellipszis 50">
                    <a:extLst>
                      <a:ext uri="{FF2B5EF4-FFF2-40B4-BE49-F238E27FC236}">
                        <a16:creationId xmlns:a16="http://schemas.microsoft.com/office/drawing/2014/main" id="{B540FD05-25C1-D7E8-D603-4FCDC47ABC23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403" y="3983117"/>
                    <a:ext cx="79404" cy="200026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52" name="Ellipszis 51">
                    <a:extLst>
                      <a:ext uri="{FF2B5EF4-FFF2-40B4-BE49-F238E27FC236}">
                        <a16:creationId xmlns:a16="http://schemas.microsoft.com/office/drawing/2014/main" id="{366160D4-E952-0F8B-B5CD-C2679645EC4E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46" name="Csoportba foglalás 45">
                  <a:extLst>
                    <a:ext uri="{FF2B5EF4-FFF2-40B4-BE49-F238E27FC236}">
                      <a16:creationId xmlns:a16="http://schemas.microsoft.com/office/drawing/2014/main" id="{4158B0C2-B4EC-530F-0B43-91485F67D8DC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47" name="Ellipszis 46">
                    <a:extLst>
                      <a:ext uri="{FF2B5EF4-FFF2-40B4-BE49-F238E27FC236}">
                        <a16:creationId xmlns:a16="http://schemas.microsoft.com/office/drawing/2014/main" id="{8B5B1A09-39EE-BF0F-9805-2A0CC229BD97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48" name="Ellipszis 47">
                    <a:extLst>
                      <a:ext uri="{FF2B5EF4-FFF2-40B4-BE49-F238E27FC236}">
                        <a16:creationId xmlns:a16="http://schemas.microsoft.com/office/drawing/2014/main" id="{C69A7EF9-6E41-4F60-93D6-371AB0016CED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49" name="Ellipszis 48">
                    <a:extLst>
                      <a:ext uri="{FF2B5EF4-FFF2-40B4-BE49-F238E27FC236}">
                        <a16:creationId xmlns:a16="http://schemas.microsoft.com/office/drawing/2014/main" id="{F524027A-2BDD-6DB4-3C67-B9A9A358FDCF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50" name="Ellipszis 49">
                    <a:extLst>
                      <a:ext uri="{FF2B5EF4-FFF2-40B4-BE49-F238E27FC236}">
                        <a16:creationId xmlns:a16="http://schemas.microsoft.com/office/drawing/2014/main" id="{5088D8BC-46C7-4B6E-CE21-4F8FCE03F72F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645EAB56-356F-7CEB-64DC-62278366AE56}"/>
              </a:ext>
            </a:extLst>
          </p:cNvPr>
          <p:cNvGrpSpPr/>
          <p:nvPr/>
        </p:nvGrpSpPr>
        <p:grpSpPr>
          <a:xfrm>
            <a:off x="4044871" y="2611168"/>
            <a:ext cx="3194061" cy="3602150"/>
            <a:chOff x="4122510" y="1739900"/>
            <a:chExt cx="3194061" cy="360215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366461" y="173990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245" name="Ellipszis 244"/>
            <p:cNvSpPr/>
            <p:nvPr/>
          </p:nvSpPr>
          <p:spPr>
            <a:xfrm rot="9115315">
              <a:off x="5579777" y="4091538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 rot="1842430">
              <a:off x="5904720" y="1963440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551602" y="38349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16594" y="4065537"/>
              <a:ext cx="775510" cy="12474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353377" y="331672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01740" y="2471738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01" name="Ellipszis 200"/>
            <p:cNvSpPr/>
            <p:nvPr/>
          </p:nvSpPr>
          <p:spPr>
            <a:xfrm>
              <a:off x="5064125" y="3879531"/>
              <a:ext cx="532448" cy="52419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09" name="Ellipszis 208"/>
            <p:cNvSpPr/>
            <p:nvPr/>
          </p:nvSpPr>
          <p:spPr>
            <a:xfrm>
              <a:off x="5111748" y="3929857"/>
              <a:ext cx="433390" cy="43339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573319" y="3921369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2" name="Ellipszis 211"/>
            <p:cNvSpPr/>
            <p:nvPr/>
          </p:nvSpPr>
          <p:spPr>
            <a:xfrm>
              <a:off x="5199061" y="4023520"/>
              <a:ext cx="258764" cy="258764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9" name="Ellipszis 238"/>
            <p:cNvSpPr/>
            <p:nvPr/>
          </p:nvSpPr>
          <p:spPr>
            <a:xfrm rot="17708552">
              <a:off x="4684431" y="3272389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 rot="20207944">
              <a:off x="5173259" y="3687504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 rot="14006875">
              <a:off x="4966377" y="4063401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7" name="Csoportba foglalás 26">
              <a:extLst>
                <a:ext uri="{FF2B5EF4-FFF2-40B4-BE49-F238E27FC236}">
                  <a16:creationId xmlns:a16="http://schemas.microsoft.com/office/drawing/2014/main" id="{17635631-5920-CCF4-B17B-43A2E0F9C575}"/>
                </a:ext>
              </a:extLst>
            </p:cNvPr>
            <p:cNvGrpSpPr/>
            <p:nvPr/>
          </p:nvGrpSpPr>
          <p:grpSpPr>
            <a:xfrm>
              <a:off x="5079255" y="4016821"/>
              <a:ext cx="441532" cy="245460"/>
              <a:chOff x="5104923" y="3966767"/>
              <a:chExt cx="441532" cy="245460"/>
            </a:xfrm>
          </p:grpSpPr>
          <p:sp>
            <p:nvSpPr>
              <p:cNvPr id="28" name="Ellipszis 27">
                <a:extLst>
                  <a:ext uri="{FF2B5EF4-FFF2-40B4-BE49-F238E27FC236}">
                    <a16:creationId xmlns:a16="http://schemas.microsoft.com/office/drawing/2014/main" id="{09E6A1FC-434B-343F-C9B6-B139A453C04A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" name="Szabadkézi sokszög: alakzat 28">
                <a:extLst>
                  <a:ext uri="{FF2B5EF4-FFF2-40B4-BE49-F238E27FC236}">
                    <a16:creationId xmlns:a16="http://schemas.microsoft.com/office/drawing/2014/main" id="{FE218283-9B50-FCF5-78E3-D8EBE4CA7983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0" name="Csoportba foglalás 29">
                <a:extLst>
                  <a:ext uri="{FF2B5EF4-FFF2-40B4-BE49-F238E27FC236}">
                    <a16:creationId xmlns:a16="http://schemas.microsoft.com/office/drawing/2014/main" id="{E4418E90-7605-A90C-27BB-D6E53D422AF0}"/>
                  </a:ext>
                </a:extLst>
              </p:cNvPr>
              <p:cNvGrpSpPr/>
              <p:nvPr/>
            </p:nvGrpSpPr>
            <p:grpSpPr>
              <a:xfrm>
                <a:off x="5104923" y="3966767"/>
                <a:ext cx="267444" cy="234155"/>
                <a:chOff x="5112150" y="3979017"/>
                <a:chExt cx="267444" cy="234155"/>
              </a:xfrm>
            </p:grpSpPr>
            <p:grpSp>
              <p:nvGrpSpPr>
                <p:cNvPr id="31" name="Csoportba foglalás 30">
                  <a:extLst>
                    <a:ext uri="{FF2B5EF4-FFF2-40B4-BE49-F238E27FC236}">
                      <a16:creationId xmlns:a16="http://schemas.microsoft.com/office/drawing/2014/main" id="{5A03C595-74AD-2644-010E-8DCE47DFC129}"/>
                    </a:ext>
                  </a:extLst>
                </p:cNvPr>
                <p:cNvGrpSpPr/>
                <p:nvPr/>
              </p:nvGrpSpPr>
              <p:grpSpPr>
                <a:xfrm>
                  <a:off x="5112150" y="3979017"/>
                  <a:ext cx="140014" cy="234155"/>
                  <a:chOff x="5097982" y="3983117"/>
                  <a:chExt cx="163825" cy="200026"/>
                </a:xfrm>
              </p:grpSpPr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F826A824-C55B-4038-9448-2C6768EB2CF2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403" y="3983117"/>
                    <a:ext cx="79404" cy="200026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8445D419-DD65-EAE4-48C4-CC984A149E30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FE87FBB6-CA8D-3A46-E5B8-FB9485DB1AEE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3" name="Ellipszis 32">
                    <a:extLst>
                      <a:ext uri="{FF2B5EF4-FFF2-40B4-BE49-F238E27FC236}">
                        <a16:creationId xmlns:a16="http://schemas.microsoft.com/office/drawing/2014/main" id="{5B8BB4FF-1252-613A-16CD-0B268152D6DE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0462CCB3-8D13-2D99-CB4A-56CAE776536D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D6D5CC75-AFED-4E39-D890-3F044616E47F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2D086524-4CA6-CA56-DE63-7E2858C5EDD7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B6F93F12-C4CC-F1A6-06F6-1B3C51A57F6D}"/>
              </a:ext>
            </a:extLst>
          </p:cNvPr>
          <p:cNvGrpSpPr/>
          <p:nvPr/>
        </p:nvGrpSpPr>
        <p:grpSpPr>
          <a:xfrm>
            <a:off x="3045699" y="2611167"/>
            <a:ext cx="4193235" cy="3673587"/>
            <a:chOff x="3123336" y="1739900"/>
            <a:chExt cx="4193235" cy="3673587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366461" y="173990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245" name="Ellipszis 244"/>
            <p:cNvSpPr/>
            <p:nvPr/>
          </p:nvSpPr>
          <p:spPr>
            <a:xfrm rot="10102254">
              <a:off x="5422615" y="4162975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 rot="18501391">
              <a:off x="4271182" y="2196804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551602" y="38349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16594" y="4065537"/>
              <a:ext cx="775510" cy="124742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353377" y="331672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01740" y="2471738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573319" y="3921369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3" name="Csoportba foglalás 212"/>
            <p:cNvGrpSpPr/>
            <p:nvPr/>
          </p:nvGrpSpPr>
          <p:grpSpPr>
            <a:xfrm>
              <a:off x="5064125" y="3879531"/>
              <a:ext cx="532448" cy="524194"/>
              <a:chOff x="5064125" y="3879531"/>
              <a:chExt cx="532448" cy="524194"/>
            </a:xfrm>
          </p:grpSpPr>
          <p:sp>
            <p:nvSpPr>
              <p:cNvPr id="201" name="Ellipszis 200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09" name="Ellipszis 208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2" name="Ellipszis 211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39" name="Ellipszis 238"/>
            <p:cNvSpPr/>
            <p:nvPr/>
          </p:nvSpPr>
          <p:spPr>
            <a:xfrm rot="3377975">
              <a:off x="5779806" y="3196189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 rot="14296632">
              <a:off x="5044670" y="4111366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4" name="Ellipszis 253"/>
            <p:cNvSpPr/>
            <p:nvPr/>
          </p:nvSpPr>
          <p:spPr>
            <a:xfrm rot="20404276">
              <a:off x="5123538" y="3420464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7" name="Csoportba foglalás 26">
              <a:extLst>
                <a:ext uri="{FF2B5EF4-FFF2-40B4-BE49-F238E27FC236}">
                  <a16:creationId xmlns:a16="http://schemas.microsoft.com/office/drawing/2014/main" id="{185997D0-62D9-328F-4C8A-E0F30802BE8C}"/>
                </a:ext>
              </a:extLst>
            </p:cNvPr>
            <p:cNvGrpSpPr/>
            <p:nvPr/>
          </p:nvGrpSpPr>
          <p:grpSpPr>
            <a:xfrm>
              <a:off x="5079977" y="4007644"/>
              <a:ext cx="473028" cy="262970"/>
              <a:chOff x="5104923" y="3966767"/>
              <a:chExt cx="441532" cy="245460"/>
            </a:xfrm>
          </p:grpSpPr>
          <p:sp>
            <p:nvSpPr>
              <p:cNvPr id="28" name="Ellipszis 27">
                <a:extLst>
                  <a:ext uri="{FF2B5EF4-FFF2-40B4-BE49-F238E27FC236}">
                    <a16:creationId xmlns:a16="http://schemas.microsoft.com/office/drawing/2014/main" id="{CA412A51-CCBC-DEE0-43A0-05F731C5676D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" name="Szabadkézi sokszög: alakzat 28">
                <a:extLst>
                  <a:ext uri="{FF2B5EF4-FFF2-40B4-BE49-F238E27FC236}">
                    <a16:creationId xmlns:a16="http://schemas.microsoft.com/office/drawing/2014/main" id="{E576F2E2-CFB6-3A29-2F4F-1D380BDC7CEF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0" name="Csoportba foglalás 29">
                <a:extLst>
                  <a:ext uri="{FF2B5EF4-FFF2-40B4-BE49-F238E27FC236}">
                    <a16:creationId xmlns:a16="http://schemas.microsoft.com/office/drawing/2014/main" id="{1EB8C49E-4FA8-8F3F-0239-842B6F597C07}"/>
                  </a:ext>
                </a:extLst>
              </p:cNvPr>
              <p:cNvGrpSpPr/>
              <p:nvPr/>
            </p:nvGrpSpPr>
            <p:grpSpPr>
              <a:xfrm>
                <a:off x="5104923" y="3966767"/>
                <a:ext cx="267444" cy="234155"/>
                <a:chOff x="5112150" y="3979017"/>
                <a:chExt cx="267444" cy="234155"/>
              </a:xfrm>
            </p:grpSpPr>
            <p:grpSp>
              <p:nvGrpSpPr>
                <p:cNvPr id="31" name="Csoportba foglalás 30">
                  <a:extLst>
                    <a:ext uri="{FF2B5EF4-FFF2-40B4-BE49-F238E27FC236}">
                      <a16:creationId xmlns:a16="http://schemas.microsoft.com/office/drawing/2014/main" id="{D1D4B4EB-09DF-0C8B-75D7-0BAAD4F272EB}"/>
                    </a:ext>
                  </a:extLst>
                </p:cNvPr>
                <p:cNvGrpSpPr/>
                <p:nvPr/>
              </p:nvGrpSpPr>
              <p:grpSpPr>
                <a:xfrm>
                  <a:off x="5112150" y="3979017"/>
                  <a:ext cx="140014" cy="234155"/>
                  <a:chOff x="5097982" y="3983117"/>
                  <a:chExt cx="163825" cy="200026"/>
                </a:xfrm>
              </p:grpSpPr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C3FBB184-978C-C27D-EC5C-B9E20CB8AE4E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403" y="3983117"/>
                    <a:ext cx="79404" cy="200026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9DE56554-4B3E-0466-7092-DCD9EBECD272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E15B1D57-D40A-09A8-0595-494FC434E43F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3" name="Ellipszis 32">
                    <a:extLst>
                      <a:ext uri="{FF2B5EF4-FFF2-40B4-BE49-F238E27FC236}">
                        <a16:creationId xmlns:a16="http://schemas.microsoft.com/office/drawing/2014/main" id="{613C8139-A10C-822C-0F00-13886F7BE6B0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EAE970DD-FA85-1FB0-7187-1F89BF13EEB4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43A52C66-E32F-7543-6733-2A67D6D40E6A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E9997CA2-06CE-9930-CA16-98D60F36B64F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8BD1DF2A-A0C2-42A0-A0DC-2E8EF5977259}"/>
              </a:ext>
            </a:extLst>
          </p:cNvPr>
          <p:cNvGrpSpPr/>
          <p:nvPr/>
        </p:nvGrpSpPr>
        <p:grpSpPr>
          <a:xfrm>
            <a:off x="4053496" y="2626144"/>
            <a:ext cx="3079763" cy="3595800"/>
            <a:chOff x="4122508" y="1746250"/>
            <a:chExt cx="3079763" cy="359580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25216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605578" y="3822214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323734" y="4072678"/>
              <a:ext cx="824726" cy="6124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429577" y="325639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881115" y="2424113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28" name="Csoportba foglalás 227"/>
            <p:cNvGrpSpPr/>
            <p:nvPr/>
          </p:nvGrpSpPr>
          <p:grpSpPr>
            <a:xfrm>
              <a:off x="5092700" y="3827144"/>
              <a:ext cx="532448" cy="524194"/>
              <a:chOff x="5064125" y="3879531"/>
              <a:chExt cx="532448" cy="524194"/>
            </a:xfrm>
          </p:grpSpPr>
          <p:sp>
            <p:nvSpPr>
              <p:cNvPr id="229" name="Ellipszis 228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34" name="Ellipszis 233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617768" y="3908670"/>
              <a:ext cx="54279" cy="254221"/>
              <a:chOff x="10951487" y="4165844"/>
              <a:chExt cx="59934" cy="124927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1487" y="4510175"/>
                <a:ext cx="56200" cy="904941"/>
                <a:chOff x="5425717" y="3228111"/>
                <a:chExt cx="56200" cy="904941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22394" y="3431434"/>
                  <a:ext cx="462845" cy="56200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7706" y="3746706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183637" flipH="1" flipV="1">
                  <a:off x="5282599" y="3957006"/>
                  <a:ext cx="330494" cy="21597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39" name="Ellipszis 238"/>
            <p:cNvSpPr/>
            <p:nvPr/>
          </p:nvSpPr>
          <p:spPr>
            <a:xfrm rot="9352661">
              <a:off x="5579777" y="4091538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 rot="2036163">
              <a:off x="5947583" y="1934864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8" name="Ellipszis 307"/>
            <p:cNvSpPr/>
            <p:nvPr/>
          </p:nvSpPr>
          <p:spPr>
            <a:xfrm rot="17708552">
              <a:off x="4684429" y="3229525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9" name="Ellipszis 308"/>
            <p:cNvSpPr/>
            <p:nvPr/>
          </p:nvSpPr>
          <p:spPr>
            <a:xfrm rot="21066948">
              <a:off x="5220884" y="3601778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4" name="Ellipszis 313"/>
            <p:cNvSpPr/>
            <p:nvPr/>
          </p:nvSpPr>
          <p:spPr>
            <a:xfrm rot="14006875">
              <a:off x="4999713" y="4020538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7" name="Csoportba foglalás 26">
              <a:extLst>
                <a:ext uri="{FF2B5EF4-FFF2-40B4-BE49-F238E27FC236}">
                  <a16:creationId xmlns:a16="http://schemas.microsoft.com/office/drawing/2014/main" id="{064C5A5E-F002-9CED-DAD1-FD5E0770CBCF}"/>
                </a:ext>
              </a:extLst>
            </p:cNvPr>
            <p:cNvGrpSpPr/>
            <p:nvPr/>
          </p:nvGrpSpPr>
          <p:grpSpPr>
            <a:xfrm>
              <a:off x="5099131" y="3959289"/>
              <a:ext cx="473028" cy="262970"/>
              <a:chOff x="5104923" y="3966767"/>
              <a:chExt cx="441532" cy="245460"/>
            </a:xfrm>
          </p:grpSpPr>
          <p:sp>
            <p:nvSpPr>
              <p:cNvPr id="28" name="Ellipszis 27">
                <a:extLst>
                  <a:ext uri="{FF2B5EF4-FFF2-40B4-BE49-F238E27FC236}">
                    <a16:creationId xmlns:a16="http://schemas.microsoft.com/office/drawing/2014/main" id="{07CC29BF-179E-C762-174B-05C91A864029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" name="Szabadkézi sokszög: alakzat 28">
                <a:extLst>
                  <a:ext uri="{FF2B5EF4-FFF2-40B4-BE49-F238E27FC236}">
                    <a16:creationId xmlns:a16="http://schemas.microsoft.com/office/drawing/2014/main" id="{37C9EEB4-C863-5F8B-9592-EA0A07DAE5BC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0" name="Csoportba foglalás 29">
                <a:extLst>
                  <a:ext uri="{FF2B5EF4-FFF2-40B4-BE49-F238E27FC236}">
                    <a16:creationId xmlns:a16="http://schemas.microsoft.com/office/drawing/2014/main" id="{23D828C4-2A22-3183-4615-A60ED9B209EC}"/>
                  </a:ext>
                </a:extLst>
              </p:cNvPr>
              <p:cNvGrpSpPr/>
              <p:nvPr/>
            </p:nvGrpSpPr>
            <p:grpSpPr>
              <a:xfrm>
                <a:off x="5104923" y="3966767"/>
                <a:ext cx="267444" cy="234155"/>
                <a:chOff x="5112150" y="3979017"/>
                <a:chExt cx="267444" cy="234155"/>
              </a:xfrm>
            </p:grpSpPr>
            <p:grpSp>
              <p:nvGrpSpPr>
                <p:cNvPr id="31" name="Csoportba foglalás 30">
                  <a:extLst>
                    <a:ext uri="{FF2B5EF4-FFF2-40B4-BE49-F238E27FC236}">
                      <a16:creationId xmlns:a16="http://schemas.microsoft.com/office/drawing/2014/main" id="{DC52AD28-14E7-0D6D-76B0-43C64703CAF6}"/>
                    </a:ext>
                  </a:extLst>
                </p:cNvPr>
                <p:cNvGrpSpPr/>
                <p:nvPr/>
              </p:nvGrpSpPr>
              <p:grpSpPr>
                <a:xfrm>
                  <a:off x="5112150" y="3979017"/>
                  <a:ext cx="140014" cy="234155"/>
                  <a:chOff x="5097982" y="3983117"/>
                  <a:chExt cx="163825" cy="200026"/>
                </a:xfrm>
              </p:grpSpPr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E2E7AB29-0B0E-2BBD-90DC-FD6558528E9C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403" y="3983117"/>
                    <a:ext cx="79404" cy="200026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4375296A-6DE5-FFDA-ACFF-D729DEB0396F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5F1058DE-06CE-43A8-E9CD-A74BA167B3C0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3" name="Ellipszis 32">
                    <a:extLst>
                      <a:ext uri="{FF2B5EF4-FFF2-40B4-BE49-F238E27FC236}">
                        <a16:creationId xmlns:a16="http://schemas.microsoft.com/office/drawing/2014/main" id="{C378A18A-375F-9108-00D2-37C96E062100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FB78129E-DA02-8617-FAA2-8EC401EB7A11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C9CF4A7C-FEF9-8938-1CAD-09BA85E727F7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123B8678-3911-F0F6-3140-10A7B9B99CCB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5FFE2898-92C9-94DF-5A30-618C804055D6}"/>
              </a:ext>
            </a:extLst>
          </p:cNvPr>
          <p:cNvGrpSpPr/>
          <p:nvPr/>
        </p:nvGrpSpPr>
        <p:grpSpPr>
          <a:xfrm>
            <a:off x="4188642" y="2612037"/>
            <a:ext cx="3098814" cy="3606256"/>
            <a:chOff x="4274907" y="1706264"/>
            <a:chExt cx="3098814" cy="3606256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50900" y="4936608"/>
              <a:ext cx="251933" cy="469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17380" y="4998243"/>
              <a:ext cx="304302" cy="14793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4350" y="5097945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837884" y="5183040"/>
              <a:ext cx="77333" cy="75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3962727" flipH="1">
              <a:off x="5617485" y="3807928"/>
              <a:ext cx="86186" cy="279310"/>
              <a:chOff x="10962001" y="4090526"/>
              <a:chExt cx="61768" cy="13725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62001" y="4457773"/>
                <a:ext cx="57917" cy="1005313"/>
                <a:chOff x="5436231" y="3175709"/>
                <a:chExt cx="57917" cy="1005313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135674" y="3484225"/>
                  <a:ext cx="666989" cy="49958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11753" y="391022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6231" y="39696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  <a:stCxn id="80" idx="4"/>
            </p:cNvCxnSpPr>
            <p:nvPr/>
          </p:nvCxnSpPr>
          <p:spPr>
            <a:xfrm rot="16200000" flipH="1">
              <a:off x="5339627" y="4088570"/>
              <a:ext cx="826037" cy="28149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467678" y="3242114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909690" y="2409825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28" name="Csoportba foglalás 227"/>
            <p:cNvGrpSpPr/>
            <p:nvPr/>
          </p:nvGrpSpPr>
          <p:grpSpPr>
            <a:xfrm>
              <a:off x="5140326" y="3808094"/>
              <a:ext cx="532448" cy="524194"/>
              <a:chOff x="5064125" y="3879531"/>
              <a:chExt cx="532448" cy="524194"/>
            </a:xfrm>
          </p:grpSpPr>
          <p:sp>
            <p:nvSpPr>
              <p:cNvPr id="229" name="Ellipszis 228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4" name="Ellipszis 233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383637" flipH="1">
              <a:off x="5604813" y="3850657"/>
              <a:ext cx="63363" cy="309477"/>
              <a:chOff x="10941456" y="4165844"/>
              <a:chExt cx="69965" cy="1520802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7908" y="4303054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41456" y="4492128"/>
                <a:ext cx="57636" cy="1194518"/>
                <a:chOff x="5415686" y="3210064"/>
                <a:chExt cx="57636" cy="1194518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860293" flipH="1" flipV="1">
                  <a:off x="5104768" y="3533033"/>
                  <a:ext cx="691524" cy="45585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84900" y="3959882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860293" flipH="1" flipV="1">
                  <a:off x="5230283" y="4187653"/>
                  <a:ext cx="402332" cy="3152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45" name="Ellipszis 244"/>
            <p:cNvSpPr/>
            <p:nvPr/>
          </p:nvSpPr>
          <p:spPr>
            <a:xfrm rot="13816579">
              <a:off x="4836828" y="3872463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7" name="Ellipszis 306"/>
            <p:cNvSpPr/>
            <p:nvPr/>
          </p:nvSpPr>
          <p:spPr>
            <a:xfrm rot="202106">
              <a:off x="5442756" y="1706264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8" name="Ellipszis 307"/>
            <p:cNvSpPr/>
            <p:nvPr/>
          </p:nvSpPr>
          <p:spPr>
            <a:xfrm rot="19350443">
              <a:off x="4955892" y="2948538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9" name="Ellipszis 308"/>
            <p:cNvSpPr/>
            <p:nvPr/>
          </p:nvSpPr>
          <p:spPr>
            <a:xfrm rot="16745583">
              <a:off x="5044670" y="3839903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4" name="Ellipszis 313"/>
            <p:cNvSpPr/>
            <p:nvPr/>
          </p:nvSpPr>
          <p:spPr>
            <a:xfrm rot="9468233">
              <a:off x="5475963" y="4106262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7" name="Csoportba foglalás 26">
              <a:extLst>
                <a:ext uri="{FF2B5EF4-FFF2-40B4-BE49-F238E27FC236}">
                  <a16:creationId xmlns:a16="http://schemas.microsoft.com/office/drawing/2014/main" id="{012E6FF7-D51C-A02D-8040-51901B93B23B}"/>
                </a:ext>
              </a:extLst>
            </p:cNvPr>
            <p:cNvGrpSpPr/>
            <p:nvPr/>
          </p:nvGrpSpPr>
          <p:grpSpPr>
            <a:xfrm>
              <a:off x="5152766" y="3953047"/>
              <a:ext cx="406821" cy="229972"/>
              <a:chOff x="5104923" y="3966767"/>
              <a:chExt cx="441532" cy="245460"/>
            </a:xfrm>
          </p:grpSpPr>
          <p:sp>
            <p:nvSpPr>
              <p:cNvPr id="28" name="Ellipszis 27">
                <a:extLst>
                  <a:ext uri="{FF2B5EF4-FFF2-40B4-BE49-F238E27FC236}">
                    <a16:creationId xmlns:a16="http://schemas.microsoft.com/office/drawing/2014/main" id="{E017FB2A-B99E-C89C-BF93-D9EB021EFFF1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" name="Szabadkézi sokszög: alakzat 28">
                <a:extLst>
                  <a:ext uri="{FF2B5EF4-FFF2-40B4-BE49-F238E27FC236}">
                    <a16:creationId xmlns:a16="http://schemas.microsoft.com/office/drawing/2014/main" id="{3E9FA0E0-96E3-01DC-CA41-634D41729AA0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0" name="Csoportba foglalás 29">
                <a:extLst>
                  <a:ext uri="{FF2B5EF4-FFF2-40B4-BE49-F238E27FC236}">
                    <a16:creationId xmlns:a16="http://schemas.microsoft.com/office/drawing/2014/main" id="{E0730DDC-5450-92E8-D21B-B5A07DC2E1A7}"/>
                  </a:ext>
                </a:extLst>
              </p:cNvPr>
              <p:cNvGrpSpPr/>
              <p:nvPr/>
            </p:nvGrpSpPr>
            <p:grpSpPr>
              <a:xfrm>
                <a:off x="5104923" y="3966767"/>
                <a:ext cx="267444" cy="234155"/>
                <a:chOff x="5112150" y="3979017"/>
                <a:chExt cx="267444" cy="234155"/>
              </a:xfrm>
            </p:grpSpPr>
            <p:grpSp>
              <p:nvGrpSpPr>
                <p:cNvPr id="31" name="Csoportba foglalás 30">
                  <a:extLst>
                    <a:ext uri="{FF2B5EF4-FFF2-40B4-BE49-F238E27FC236}">
                      <a16:creationId xmlns:a16="http://schemas.microsoft.com/office/drawing/2014/main" id="{0BE6B1DE-411D-504F-2B05-574E4F141CAF}"/>
                    </a:ext>
                  </a:extLst>
                </p:cNvPr>
                <p:cNvGrpSpPr/>
                <p:nvPr/>
              </p:nvGrpSpPr>
              <p:grpSpPr>
                <a:xfrm>
                  <a:off x="5112150" y="3979017"/>
                  <a:ext cx="140014" cy="234155"/>
                  <a:chOff x="5097982" y="3983117"/>
                  <a:chExt cx="163825" cy="200026"/>
                </a:xfrm>
              </p:grpSpPr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EC2006E2-2D63-6729-60AD-72BE0FF69252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403" y="3983117"/>
                    <a:ext cx="79404" cy="200026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741AB6D9-F6E9-53A2-8F5E-10AC84D63C1F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CF015789-9A72-0F83-7185-47A09118988F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3" name="Ellipszis 32">
                    <a:extLst>
                      <a:ext uri="{FF2B5EF4-FFF2-40B4-BE49-F238E27FC236}">
                        <a16:creationId xmlns:a16="http://schemas.microsoft.com/office/drawing/2014/main" id="{073520A3-B835-9300-D0A3-199A1D8FEF8F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DD0B1F71-B646-B9D7-502B-3E6513F40F64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B7718AC5-530A-351F-FA1E-28D141075AE2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2E6CB087-102F-6230-4071-02AF1BAA29AF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E62E7F16-9D94-C1F1-8AEB-407489CF1C9A}"/>
              </a:ext>
            </a:extLst>
          </p:cNvPr>
          <p:cNvGrpSpPr/>
          <p:nvPr/>
        </p:nvGrpSpPr>
        <p:grpSpPr>
          <a:xfrm>
            <a:off x="4294214" y="2634770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49448" y="4628109"/>
              <a:ext cx="347568" cy="87902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524708" y="4960420"/>
              <a:ext cx="301935" cy="7074"/>
            </a:xfrm>
            <a:prstGeom prst="line">
              <a:avLst/>
            </a:prstGeom>
            <a:ln w="76200">
              <a:solidFill>
                <a:schemeClr val="accent2">
                  <a:lumMod val="75000"/>
                </a:schemeClr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632573" y="4649116"/>
              <a:ext cx="369319" cy="10033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720953" y="4994671"/>
              <a:ext cx="323347" cy="40985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31968" y="5145570"/>
              <a:ext cx="78147" cy="0"/>
            </a:xfrm>
            <a:prstGeom prst="line">
              <a:avLst/>
            </a:prstGeom>
            <a:ln w="76200">
              <a:solidFill>
                <a:srgbClr val="00153E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899986" y="5156653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4440151" flipH="1">
              <a:off x="5581511" y="3804277"/>
              <a:ext cx="57758" cy="318564"/>
              <a:chOff x="10959993" y="4090526"/>
              <a:chExt cx="63776" cy="1565460"/>
            </a:xfrm>
          </p:grpSpPr>
          <p:cxnSp>
            <p:nvCxnSpPr>
              <p:cNvPr id="216" name="Egyenes összekötő 215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08" y="4262704"/>
                <a:ext cx="378439" cy="34083"/>
              </a:xfrm>
              <a:prstGeom prst="line">
                <a:avLst/>
              </a:prstGeom>
              <a:ln w="762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59993" y="4503531"/>
                <a:ext cx="56561" cy="1152455"/>
                <a:chOff x="5434223" y="3221467"/>
                <a:chExt cx="56561" cy="1152455"/>
              </a:xfrm>
            </p:grpSpPr>
            <p:cxnSp>
              <p:nvCxnSpPr>
                <p:cNvPr id="223" name="Egyenes összekötő 222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5240151" flipH="1" flipV="1">
                  <a:off x="5075698" y="3579992"/>
                  <a:ext cx="773611" cy="5656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Egyenes összekötő 225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407088" y="4050097"/>
                  <a:ext cx="101393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37707" y="4162502"/>
                  <a:ext cx="52659" cy="211420"/>
                </a:xfrm>
                <a:prstGeom prst="line">
                  <a:avLst/>
                </a:prstGeom>
                <a:ln w="76200">
                  <a:solidFill>
                    <a:srgbClr val="F4AF8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6719" y="364329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0158" y="4498932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5958" y="4494174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841" y="4498932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5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6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7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8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10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11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2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4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5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6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3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4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08" name="Ellipszis 307"/>
            <p:cNvSpPr/>
            <p:nvPr/>
          </p:nvSpPr>
          <p:spPr>
            <a:xfrm>
              <a:off x="5538946" y="2252028"/>
              <a:ext cx="45720" cy="45720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28" name="Csoportba foglalás 227"/>
            <p:cNvGrpSpPr/>
            <p:nvPr/>
          </p:nvGrpSpPr>
          <p:grpSpPr>
            <a:xfrm>
              <a:off x="5159376" y="3776344"/>
              <a:ext cx="532448" cy="524194"/>
              <a:chOff x="5064125" y="3879531"/>
              <a:chExt cx="532448" cy="524194"/>
            </a:xfrm>
          </p:grpSpPr>
          <p:sp>
            <p:nvSpPr>
              <p:cNvPr id="229" name="Ellipszis 228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31" name="Ellipszis 230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34" name="Ellipszis 233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7" name="Csoportba foglalás 26">
              <a:extLst>
                <a:ext uri="{FF2B5EF4-FFF2-40B4-BE49-F238E27FC236}">
                  <a16:creationId xmlns:a16="http://schemas.microsoft.com/office/drawing/2014/main" id="{A14D1D47-41FC-BCF7-2AB5-3B2E510E4530}"/>
                </a:ext>
              </a:extLst>
            </p:cNvPr>
            <p:cNvGrpSpPr/>
            <p:nvPr/>
          </p:nvGrpSpPr>
          <p:grpSpPr>
            <a:xfrm>
              <a:off x="5205153" y="3920874"/>
              <a:ext cx="406821" cy="229972"/>
              <a:chOff x="5104923" y="3966767"/>
              <a:chExt cx="441532" cy="245460"/>
            </a:xfrm>
          </p:grpSpPr>
          <p:sp>
            <p:nvSpPr>
              <p:cNvPr id="28" name="Ellipszis 27">
                <a:extLst>
                  <a:ext uri="{FF2B5EF4-FFF2-40B4-BE49-F238E27FC236}">
                    <a16:creationId xmlns:a16="http://schemas.microsoft.com/office/drawing/2014/main" id="{AF71D9F5-71B8-2CC3-B8C8-DE525590DA0F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" name="Szabadkézi sokszög: alakzat 28">
                <a:extLst>
                  <a:ext uri="{FF2B5EF4-FFF2-40B4-BE49-F238E27FC236}">
                    <a16:creationId xmlns:a16="http://schemas.microsoft.com/office/drawing/2014/main" id="{EFA85576-034C-96F8-47A8-75577F6404AC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0" name="Csoportba foglalás 29">
                <a:extLst>
                  <a:ext uri="{FF2B5EF4-FFF2-40B4-BE49-F238E27FC236}">
                    <a16:creationId xmlns:a16="http://schemas.microsoft.com/office/drawing/2014/main" id="{25CBDC9E-36B8-857F-9B25-C6F6F25FB614}"/>
                  </a:ext>
                </a:extLst>
              </p:cNvPr>
              <p:cNvGrpSpPr/>
              <p:nvPr/>
            </p:nvGrpSpPr>
            <p:grpSpPr>
              <a:xfrm>
                <a:off x="5104923" y="3966767"/>
                <a:ext cx="267444" cy="234155"/>
                <a:chOff x="5112150" y="3979017"/>
                <a:chExt cx="267444" cy="234155"/>
              </a:xfrm>
            </p:grpSpPr>
            <p:grpSp>
              <p:nvGrpSpPr>
                <p:cNvPr id="31" name="Csoportba foglalás 30">
                  <a:extLst>
                    <a:ext uri="{FF2B5EF4-FFF2-40B4-BE49-F238E27FC236}">
                      <a16:creationId xmlns:a16="http://schemas.microsoft.com/office/drawing/2014/main" id="{859B0A4E-DB3C-9799-82B2-D875860C5AA4}"/>
                    </a:ext>
                  </a:extLst>
                </p:cNvPr>
                <p:cNvGrpSpPr/>
                <p:nvPr/>
              </p:nvGrpSpPr>
              <p:grpSpPr>
                <a:xfrm>
                  <a:off x="5112150" y="3979017"/>
                  <a:ext cx="140014" cy="234155"/>
                  <a:chOff x="5097982" y="3983117"/>
                  <a:chExt cx="163825" cy="200026"/>
                </a:xfrm>
              </p:grpSpPr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F7725D4A-BAA8-9AE1-01BC-A0AF4BFF40B0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403" y="3983117"/>
                    <a:ext cx="79404" cy="200026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9603E9BE-C1C8-B5DF-AA1E-4788CBC9CBC9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4F9D4087-1607-6B4E-3B5B-9E47438176DD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3" name="Ellipszis 32">
                    <a:extLst>
                      <a:ext uri="{FF2B5EF4-FFF2-40B4-BE49-F238E27FC236}">
                        <a16:creationId xmlns:a16="http://schemas.microsoft.com/office/drawing/2014/main" id="{F82AB7CE-2A6D-5B43-A232-595A6479B2FD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B0B6A599-E3EB-BAEA-84AB-7EB3D6631AE6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F151C614-CEA6-594C-D4F5-3685EB059C8D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5B8099F2-B332-81D7-625A-58A197A84008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5060293" flipH="1">
              <a:off x="5556941" y="3854538"/>
              <a:ext cx="132536" cy="325500"/>
              <a:chOff x="10909490" y="4165853"/>
              <a:chExt cx="146346" cy="1599544"/>
            </a:xfrm>
          </p:grpSpPr>
          <p:cxnSp>
            <p:nvCxnSpPr>
              <p:cNvPr id="270" name="Egyenes összekötő 269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5240151" flipH="1" flipV="1">
                <a:off x="10848041" y="4303063"/>
                <a:ext cx="300724" cy="26303"/>
              </a:xfrm>
              <a:prstGeom prst="line">
                <a:avLst/>
              </a:prstGeom>
              <a:ln w="76200">
                <a:solidFill>
                  <a:srgbClr val="EB701D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09490" y="4619351"/>
                <a:ext cx="146346" cy="1146046"/>
                <a:chOff x="5383720" y="3337287"/>
                <a:chExt cx="146346" cy="1146046"/>
              </a:xfrm>
            </p:grpSpPr>
            <p:cxnSp>
              <p:nvCxnSpPr>
                <p:cNvPr id="274" name="Egyenes összekötő 273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383720" y="3337287"/>
                  <a:ext cx="146346" cy="63565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7" name="Egyenes összekötő 27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89402" y="4157847"/>
                  <a:ext cx="101394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Egyenes összekötő 277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9154018" flipH="1">
                  <a:off x="5409149" y="4271914"/>
                  <a:ext cx="52659" cy="211419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A7BB6C64-FBBF-EC9A-A514-47F5AF3099B6}"/>
              </a:ext>
            </a:extLst>
          </p:cNvPr>
          <p:cNvGrpSpPr/>
          <p:nvPr/>
        </p:nvGrpSpPr>
        <p:grpSpPr>
          <a:xfrm>
            <a:off x="4285586" y="2579810"/>
            <a:ext cx="2950110" cy="3612605"/>
            <a:chOff x="4423611" y="1699915"/>
            <a:chExt cx="2950110" cy="3612605"/>
          </a:xfrm>
        </p:grpSpPr>
        <p:grpSp>
          <p:nvGrpSpPr>
            <p:cNvPr id="2" name="Csoportba foglalás 401"/>
            <p:cNvGrpSpPr/>
            <p:nvPr/>
          </p:nvGrpSpPr>
          <p:grpSpPr>
            <a:xfrm flipH="1"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43062" y="3831602"/>
              <a:ext cx="65059" cy="212363"/>
              <a:chOff x="10935292" y="4089496"/>
              <a:chExt cx="87569" cy="1104006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6878" y="4262365"/>
                <a:ext cx="378851" cy="33114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5292" y="4411624"/>
                <a:ext cx="57985" cy="781878"/>
                <a:chOff x="5409522" y="3129560"/>
                <a:chExt cx="57985" cy="781878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97823" y="3267563"/>
                  <a:ext cx="307688" cy="3168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3040" y="3480286"/>
                  <a:ext cx="101395" cy="11306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11891" y="3678573"/>
                  <a:ext cx="430496" cy="3523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755606">
              <a:off x="5721346" y="3872678"/>
              <a:ext cx="80008" cy="198453"/>
              <a:chOff x="10935424" y="4090528"/>
              <a:chExt cx="88353" cy="1102986"/>
            </a:xfrm>
          </p:grpSpPr>
          <p:cxnSp>
            <p:nvCxnSpPr>
              <p:cNvPr id="237" name="Egyenes összekötő 236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18394918" flipH="1">
                <a:off x="10817516" y="4262706"/>
                <a:ext cx="378440" cy="34083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35424" y="4411624"/>
                <a:ext cx="57853" cy="781890"/>
                <a:chOff x="5409654" y="3129560"/>
                <a:chExt cx="57853" cy="781890"/>
              </a:xfrm>
            </p:grpSpPr>
            <p:cxnSp>
              <p:nvCxnSpPr>
                <p:cNvPr id="248" name="Egyenes összekötő 24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97823" y="3267563"/>
                  <a:ext cx="307688" cy="31681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Egyenes összekötő 250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V="1">
                  <a:off x="5393104" y="3480285"/>
                  <a:ext cx="101395" cy="11307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Egyenes összekötő 253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8394918" flipH="1">
                  <a:off x="5212021" y="3678583"/>
                  <a:ext cx="430500" cy="35234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09" name="Csoportba foglalás 208"/>
            <p:cNvGrpSpPr/>
            <p:nvPr/>
          </p:nvGrpSpPr>
          <p:grpSpPr>
            <a:xfrm>
              <a:off x="5375276" y="3789044"/>
              <a:ext cx="532448" cy="524194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3" name="Ellipszis 212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sp>
          <p:nvSpPr>
            <p:cNvPr id="217" name="Ellipszis 216"/>
            <p:cNvSpPr/>
            <p:nvPr/>
          </p:nvSpPr>
          <p:spPr>
            <a:xfrm rot="13816579">
              <a:off x="5087652" y="3866114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3" name="Ellipszis 222"/>
            <p:cNvSpPr/>
            <p:nvPr/>
          </p:nvSpPr>
          <p:spPr>
            <a:xfrm rot="202106">
              <a:off x="5693580" y="1699915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6" name="Ellipszis 225"/>
            <p:cNvSpPr/>
            <p:nvPr/>
          </p:nvSpPr>
          <p:spPr>
            <a:xfrm rot="19350443">
              <a:off x="5206716" y="2942189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7" name="Ellipszis 226"/>
            <p:cNvSpPr/>
            <p:nvPr/>
          </p:nvSpPr>
          <p:spPr>
            <a:xfrm rot="16745583">
              <a:off x="5295494" y="3833554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Ellipszis 227"/>
            <p:cNvSpPr/>
            <p:nvPr/>
          </p:nvSpPr>
          <p:spPr>
            <a:xfrm rot="9468233">
              <a:off x="5726787" y="4099913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7" name="Csoportba foglalás 26">
              <a:extLst>
                <a:ext uri="{FF2B5EF4-FFF2-40B4-BE49-F238E27FC236}">
                  <a16:creationId xmlns:a16="http://schemas.microsoft.com/office/drawing/2014/main" id="{ABA76C7F-FE8B-1A90-03E1-58E3C9DDE8F3}"/>
                </a:ext>
              </a:extLst>
            </p:cNvPr>
            <p:cNvGrpSpPr/>
            <p:nvPr/>
          </p:nvGrpSpPr>
          <p:grpSpPr>
            <a:xfrm>
              <a:off x="5394316" y="3919207"/>
              <a:ext cx="456416" cy="258006"/>
              <a:chOff x="5104923" y="3966767"/>
              <a:chExt cx="441532" cy="245460"/>
            </a:xfrm>
          </p:grpSpPr>
          <p:sp>
            <p:nvSpPr>
              <p:cNvPr id="28" name="Ellipszis 27">
                <a:extLst>
                  <a:ext uri="{FF2B5EF4-FFF2-40B4-BE49-F238E27FC236}">
                    <a16:creationId xmlns:a16="http://schemas.microsoft.com/office/drawing/2014/main" id="{0CBA6018-45BC-8590-64D3-9402D574B862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" name="Szabadkézi sokszög: alakzat 28">
                <a:extLst>
                  <a:ext uri="{FF2B5EF4-FFF2-40B4-BE49-F238E27FC236}">
                    <a16:creationId xmlns:a16="http://schemas.microsoft.com/office/drawing/2014/main" id="{CCE62F18-1740-4FB7-25F5-B984EA4A4B95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0" name="Csoportba foglalás 29">
                <a:extLst>
                  <a:ext uri="{FF2B5EF4-FFF2-40B4-BE49-F238E27FC236}">
                    <a16:creationId xmlns:a16="http://schemas.microsoft.com/office/drawing/2014/main" id="{2815D8D9-F342-8342-0618-3589CD0D553F}"/>
                  </a:ext>
                </a:extLst>
              </p:cNvPr>
              <p:cNvGrpSpPr/>
              <p:nvPr/>
            </p:nvGrpSpPr>
            <p:grpSpPr>
              <a:xfrm>
                <a:off x="5104923" y="3966767"/>
                <a:ext cx="267444" cy="234155"/>
                <a:chOff x="5112150" y="3979017"/>
                <a:chExt cx="267444" cy="234155"/>
              </a:xfrm>
            </p:grpSpPr>
            <p:grpSp>
              <p:nvGrpSpPr>
                <p:cNvPr id="31" name="Csoportba foglalás 30">
                  <a:extLst>
                    <a:ext uri="{FF2B5EF4-FFF2-40B4-BE49-F238E27FC236}">
                      <a16:creationId xmlns:a16="http://schemas.microsoft.com/office/drawing/2014/main" id="{F7FB6B05-6FFC-A727-1521-F045FE87B175}"/>
                    </a:ext>
                  </a:extLst>
                </p:cNvPr>
                <p:cNvGrpSpPr/>
                <p:nvPr/>
              </p:nvGrpSpPr>
              <p:grpSpPr>
                <a:xfrm>
                  <a:off x="5112150" y="3979017"/>
                  <a:ext cx="140014" cy="234155"/>
                  <a:chOff x="5097982" y="3983117"/>
                  <a:chExt cx="163825" cy="200026"/>
                </a:xfrm>
              </p:grpSpPr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81F39661-5B16-F086-FA8A-E08CF8521ED8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403" y="3983117"/>
                    <a:ext cx="79404" cy="200026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D080958A-1D97-E7B4-96D9-572785EF6117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FC86595D-8BCB-276A-7D55-A644C6BBEDF6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3" name="Ellipszis 32">
                    <a:extLst>
                      <a:ext uri="{FF2B5EF4-FFF2-40B4-BE49-F238E27FC236}">
                        <a16:creationId xmlns:a16="http://schemas.microsoft.com/office/drawing/2014/main" id="{CA674C05-401D-B8D6-A57A-7B6EAF1D5823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F90E5A96-64AC-54B9-3F24-7E6BD2D1C78D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96BB7F8B-2B73-EE0D-5452-777326D1F1FF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1C0CAB35-EEE7-E63D-9D81-05070BAC843B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Csoportba foglalás 38">
            <a:extLst>
              <a:ext uri="{FF2B5EF4-FFF2-40B4-BE49-F238E27FC236}">
                <a16:creationId xmlns:a16="http://schemas.microsoft.com/office/drawing/2014/main" id="{FD8D6C65-631A-6FBD-28E4-459BA7D29969}"/>
              </a:ext>
            </a:extLst>
          </p:cNvPr>
          <p:cNvGrpSpPr/>
          <p:nvPr/>
        </p:nvGrpSpPr>
        <p:grpSpPr>
          <a:xfrm>
            <a:off x="4285588" y="2626143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09" name="Csoportba foglalás 208"/>
            <p:cNvGrpSpPr/>
            <p:nvPr/>
          </p:nvGrpSpPr>
          <p:grpSpPr>
            <a:xfrm>
              <a:off x="5483226" y="3719194"/>
              <a:ext cx="532448" cy="524194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226" name="Ellipszis 225"/>
            <p:cNvSpPr/>
            <p:nvPr/>
          </p:nvSpPr>
          <p:spPr>
            <a:xfrm rot="9352661">
              <a:off x="5986176" y="3970889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28" name="Ellipszis 227"/>
            <p:cNvSpPr/>
            <p:nvPr/>
          </p:nvSpPr>
          <p:spPr>
            <a:xfrm rot="2036163">
              <a:off x="6353982" y="1814215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1" name="Ellipszis 230"/>
            <p:cNvSpPr/>
            <p:nvPr/>
          </p:nvSpPr>
          <p:spPr>
            <a:xfrm rot="17708552">
              <a:off x="5090828" y="3108876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37" name="Ellipszis 236"/>
            <p:cNvSpPr/>
            <p:nvPr/>
          </p:nvSpPr>
          <p:spPr>
            <a:xfrm rot="21066948">
              <a:off x="5627283" y="3481129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2" name="Ellipszis 241"/>
            <p:cNvSpPr/>
            <p:nvPr/>
          </p:nvSpPr>
          <p:spPr>
            <a:xfrm rot="14006875">
              <a:off x="5406112" y="3899889"/>
              <a:ext cx="126670" cy="6835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48" name="Ellipszis 247"/>
            <p:cNvSpPr/>
            <p:nvPr/>
          </p:nvSpPr>
          <p:spPr>
            <a:xfrm rot="2036163">
              <a:off x="6373032" y="1814215"/>
              <a:ext cx="126670" cy="242236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7" name="Ellipszis 256"/>
            <p:cNvSpPr/>
            <p:nvPr/>
          </p:nvSpPr>
          <p:spPr>
            <a:xfrm rot="17708552">
              <a:off x="5109878" y="3108876"/>
              <a:ext cx="126670" cy="1250512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8" name="Ellipszis 257"/>
            <p:cNvSpPr/>
            <p:nvPr/>
          </p:nvSpPr>
          <p:spPr>
            <a:xfrm rot="21066948">
              <a:off x="5646333" y="3481129"/>
              <a:ext cx="126670" cy="41732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7" name="Csoportba foglalás 26">
              <a:extLst>
                <a:ext uri="{FF2B5EF4-FFF2-40B4-BE49-F238E27FC236}">
                  <a16:creationId xmlns:a16="http://schemas.microsoft.com/office/drawing/2014/main" id="{DCCE23D1-A2DA-2C78-E002-AD33F20E9AF4}"/>
                </a:ext>
              </a:extLst>
            </p:cNvPr>
            <p:cNvGrpSpPr/>
            <p:nvPr/>
          </p:nvGrpSpPr>
          <p:grpSpPr>
            <a:xfrm>
              <a:off x="5526884" y="3877428"/>
              <a:ext cx="403038" cy="227832"/>
              <a:chOff x="5104923" y="3966767"/>
              <a:chExt cx="441532" cy="245460"/>
            </a:xfrm>
          </p:grpSpPr>
          <p:sp>
            <p:nvSpPr>
              <p:cNvPr id="28" name="Ellipszis 27">
                <a:extLst>
                  <a:ext uri="{FF2B5EF4-FFF2-40B4-BE49-F238E27FC236}">
                    <a16:creationId xmlns:a16="http://schemas.microsoft.com/office/drawing/2014/main" id="{17E07F24-0FFD-D374-26CA-18A7CBCC9DF4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" name="Szabadkézi sokszög: alakzat 28">
                <a:extLst>
                  <a:ext uri="{FF2B5EF4-FFF2-40B4-BE49-F238E27FC236}">
                    <a16:creationId xmlns:a16="http://schemas.microsoft.com/office/drawing/2014/main" id="{3B7883AE-01D2-43C4-22B6-2C8119A4C73D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0" name="Csoportba foglalás 29">
                <a:extLst>
                  <a:ext uri="{FF2B5EF4-FFF2-40B4-BE49-F238E27FC236}">
                    <a16:creationId xmlns:a16="http://schemas.microsoft.com/office/drawing/2014/main" id="{097CDEE7-EF31-E61E-801B-25EFA5AB89BC}"/>
                  </a:ext>
                </a:extLst>
              </p:cNvPr>
              <p:cNvGrpSpPr/>
              <p:nvPr/>
            </p:nvGrpSpPr>
            <p:grpSpPr>
              <a:xfrm>
                <a:off x="5104923" y="3966767"/>
                <a:ext cx="267444" cy="234155"/>
                <a:chOff x="5112150" y="3979017"/>
                <a:chExt cx="267444" cy="234155"/>
              </a:xfrm>
            </p:grpSpPr>
            <p:grpSp>
              <p:nvGrpSpPr>
                <p:cNvPr id="31" name="Csoportba foglalás 30">
                  <a:extLst>
                    <a:ext uri="{FF2B5EF4-FFF2-40B4-BE49-F238E27FC236}">
                      <a16:creationId xmlns:a16="http://schemas.microsoft.com/office/drawing/2014/main" id="{A13DEBF4-C28D-BB67-AEF5-22D6259F01A0}"/>
                    </a:ext>
                  </a:extLst>
                </p:cNvPr>
                <p:cNvGrpSpPr/>
                <p:nvPr/>
              </p:nvGrpSpPr>
              <p:grpSpPr>
                <a:xfrm>
                  <a:off x="5112150" y="3979017"/>
                  <a:ext cx="140014" cy="234155"/>
                  <a:chOff x="5097982" y="3983117"/>
                  <a:chExt cx="163825" cy="200026"/>
                </a:xfrm>
              </p:grpSpPr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8FB153BD-21D3-6533-C88E-90E71058D5E3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403" y="3983117"/>
                    <a:ext cx="79404" cy="200026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F20D5B58-F606-2F34-9295-E3EA8E27BF6C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DEFA1BA0-3F46-5FAF-8705-365654A42AEF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3" name="Ellipszis 32">
                    <a:extLst>
                      <a:ext uri="{FF2B5EF4-FFF2-40B4-BE49-F238E27FC236}">
                        <a16:creationId xmlns:a16="http://schemas.microsoft.com/office/drawing/2014/main" id="{F7D0861B-4593-8C9E-E02A-5610B1F5D63E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A20A69AD-5B5B-C268-936B-6A711C204817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F13A66BF-1F07-54E4-7707-094F66CAE2EC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E000F85F-37A8-6F95-8AA2-6424434B714A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0EB8CB4E-0561-17C1-170D-BF763C2961D2}"/>
              </a:ext>
            </a:extLst>
          </p:cNvPr>
          <p:cNvGrpSpPr/>
          <p:nvPr/>
        </p:nvGrpSpPr>
        <p:grpSpPr>
          <a:xfrm>
            <a:off x="4285588" y="2626145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5483226" y="3719194"/>
              <a:ext cx="532448" cy="524194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sp>
          <p:nvSpPr>
            <p:cNvPr id="258" name="Ellipszis 257"/>
            <p:cNvSpPr/>
            <p:nvPr/>
          </p:nvSpPr>
          <p:spPr>
            <a:xfrm rot="9352661">
              <a:off x="5834737" y="4009117"/>
              <a:ext cx="99200" cy="503540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59" name="Ellipszis 258"/>
            <p:cNvSpPr/>
            <p:nvPr/>
          </p:nvSpPr>
          <p:spPr>
            <a:xfrm rot="14006875">
              <a:off x="5573706" y="3978457"/>
              <a:ext cx="115129" cy="27213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0" name="Ellipszis 259"/>
            <p:cNvSpPr/>
            <p:nvPr/>
          </p:nvSpPr>
          <p:spPr>
            <a:xfrm rot="2036163">
              <a:off x="6060779" y="2837590"/>
              <a:ext cx="107549" cy="1297877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61" name="Ellipszis 260"/>
            <p:cNvSpPr/>
            <p:nvPr/>
          </p:nvSpPr>
          <p:spPr>
            <a:xfrm rot="17708552">
              <a:off x="5447858" y="3563339"/>
              <a:ext cx="77422" cy="581321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62" name="Ellipszis 261"/>
            <p:cNvSpPr/>
            <p:nvPr/>
          </p:nvSpPr>
          <p:spPr>
            <a:xfrm rot="21066948">
              <a:off x="5667013" y="3747330"/>
              <a:ext cx="104742" cy="151215"/>
            </a:xfrm>
            <a:prstGeom prst="ellipse">
              <a:avLst/>
            </a:prstGeom>
            <a:solidFill>
              <a:srgbClr val="BD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7E6C0424-40A7-AAB8-1BCD-57AA85884338}"/>
                </a:ext>
              </a:extLst>
            </p:cNvPr>
            <p:cNvGrpSpPr/>
            <p:nvPr/>
          </p:nvGrpSpPr>
          <p:grpSpPr>
            <a:xfrm>
              <a:off x="5526884" y="3877428"/>
              <a:ext cx="403038" cy="227832"/>
              <a:chOff x="5104923" y="3966767"/>
              <a:chExt cx="441532" cy="245460"/>
            </a:xfrm>
          </p:grpSpPr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8D84A431-76D7-8F34-BF8E-1AB70FE76A16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0" name="Szabadkézi sokszög: alakzat 29">
                <a:extLst>
                  <a:ext uri="{FF2B5EF4-FFF2-40B4-BE49-F238E27FC236}">
                    <a16:creationId xmlns:a16="http://schemas.microsoft.com/office/drawing/2014/main" id="{5165F976-BE06-4FFA-7D1C-C051B38A6071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1" name="Csoportba foglalás 30">
                <a:extLst>
                  <a:ext uri="{FF2B5EF4-FFF2-40B4-BE49-F238E27FC236}">
                    <a16:creationId xmlns:a16="http://schemas.microsoft.com/office/drawing/2014/main" id="{DAC96370-173C-F5AF-B63A-D39833C1E930}"/>
                  </a:ext>
                </a:extLst>
              </p:cNvPr>
              <p:cNvGrpSpPr/>
              <p:nvPr/>
            </p:nvGrpSpPr>
            <p:grpSpPr>
              <a:xfrm>
                <a:off x="5104923" y="3966767"/>
                <a:ext cx="267444" cy="234155"/>
                <a:chOff x="5112150" y="3979017"/>
                <a:chExt cx="267444" cy="234155"/>
              </a:xfrm>
            </p:grpSpPr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675D935A-3224-DD71-5A24-DA78E7DA6A82}"/>
                    </a:ext>
                  </a:extLst>
                </p:cNvPr>
                <p:cNvGrpSpPr/>
                <p:nvPr/>
              </p:nvGrpSpPr>
              <p:grpSpPr>
                <a:xfrm>
                  <a:off x="5112150" y="3979017"/>
                  <a:ext cx="140014" cy="234155"/>
                  <a:chOff x="5097982" y="3983117"/>
                  <a:chExt cx="163825" cy="200026"/>
                </a:xfrm>
              </p:grpSpPr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025F7703-DFBC-7C9A-48E3-627D8CED8062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403" y="3983117"/>
                    <a:ext cx="79404" cy="200026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9" name="Ellipszis 38">
                    <a:extLst>
                      <a:ext uri="{FF2B5EF4-FFF2-40B4-BE49-F238E27FC236}">
                        <a16:creationId xmlns:a16="http://schemas.microsoft.com/office/drawing/2014/main" id="{DFC4571A-E086-F857-B3FF-856C9F9C607E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3" name="Csoportba foglalás 32">
                  <a:extLst>
                    <a:ext uri="{FF2B5EF4-FFF2-40B4-BE49-F238E27FC236}">
                      <a16:creationId xmlns:a16="http://schemas.microsoft.com/office/drawing/2014/main" id="{1F1F74AA-F807-C56A-FB35-733F20FE304B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C20D8F8E-1A21-6635-C03E-64ABA97738E0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2536C9A0-C5D8-B79D-0387-D47537DC5835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5DB59E7E-EB71-3B62-F47F-E261638EA333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85B5E75A-9B1D-AE16-AB0C-06E01B4585E0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9C332303-7902-5EC5-4DB4-00F215D6556A}"/>
              </a:ext>
            </a:extLst>
          </p:cNvPr>
          <p:cNvGrpSpPr/>
          <p:nvPr/>
        </p:nvGrpSpPr>
        <p:grpSpPr>
          <a:xfrm>
            <a:off x="4285590" y="2626147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5349712" y="3587750"/>
              <a:ext cx="799476" cy="787082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6CA48CBB-CEDA-CB17-9A49-A8CB09266A50}"/>
                </a:ext>
              </a:extLst>
            </p:cNvPr>
            <p:cNvGrpSpPr/>
            <p:nvPr/>
          </p:nvGrpSpPr>
          <p:grpSpPr>
            <a:xfrm>
              <a:off x="5459071" y="3851026"/>
              <a:ext cx="538675" cy="292570"/>
              <a:chOff x="5104932" y="3976393"/>
              <a:chExt cx="441523" cy="235834"/>
            </a:xfrm>
          </p:grpSpPr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80BDD41A-E348-C4F4-C0E2-8FB1EE5C4287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0" name="Szabadkézi sokszög: alakzat 29">
                <a:extLst>
                  <a:ext uri="{FF2B5EF4-FFF2-40B4-BE49-F238E27FC236}">
                    <a16:creationId xmlns:a16="http://schemas.microsoft.com/office/drawing/2014/main" id="{74B4D004-EF50-C36B-73ED-E87BF7A2EEC1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1" name="Csoportba foglalás 30">
                <a:extLst>
                  <a:ext uri="{FF2B5EF4-FFF2-40B4-BE49-F238E27FC236}">
                    <a16:creationId xmlns:a16="http://schemas.microsoft.com/office/drawing/2014/main" id="{D5BA3743-BCEB-0A60-1DC3-EE276325749F}"/>
                  </a:ext>
                </a:extLst>
              </p:cNvPr>
              <p:cNvGrpSpPr/>
              <p:nvPr/>
            </p:nvGrpSpPr>
            <p:grpSpPr>
              <a:xfrm>
                <a:off x="5104932" y="3976393"/>
                <a:ext cx="267435" cy="224529"/>
                <a:chOff x="5112159" y="3988643"/>
                <a:chExt cx="267435" cy="224529"/>
              </a:xfrm>
            </p:grpSpPr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BA61F51A-1F8B-41CE-9FD4-1F4C9E9D7999}"/>
                    </a:ext>
                  </a:extLst>
                </p:cNvPr>
                <p:cNvGrpSpPr/>
                <p:nvPr/>
              </p:nvGrpSpPr>
              <p:grpSpPr>
                <a:xfrm>
                  <a:off x="5112159" y="3988643"/>
                  <a:ext cx="139716" cy="224522"/>
                  <a:chOff x="5097982" y="3991339"/>
                  <a:chExt cx="163476" cy="191797"/>
                </a:xfrm>
              </p:grpSpPr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1BC2FF41-9550-7694-71E0-FF1683DA6F53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054" y="3991339"/>
                    <a:ext cx="79404" cy="191797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9" name="Ellipszis 38">
                    <a:extLst>
                      <a:ext uri="{FF2B5EF4-FFF2-40B4-BE49-F238E27FC236}">
                        <a16:creationId xmlns:a16="http://schemas.microsoft.com/office/drawing/2014/main" id="{BF0AEE9C-4701-D0B3-5EA6-A900BD8C93BF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3" name="Csoportba foglalás 32">
                  <a:extLst>
                    <a:ext uri="{FF2B5EF4-FFF2-40B4-BE49-F238E27FC236}">
                      <a16:creationId xmlns:a16="http://schemas.microsoft.com/office/drawing/2014/main" id="{B0AC9663-731C-559E-0C0A-CA46691CEA1E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BC270921-3C94-1B27-8582-71F7D4868608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532FEA5C-D30D-1984-5EBC-B49C82A82639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209A0949-5999-E428-85B7-469ACE3F4159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98F7F97C-A329-2B28-6226-1E4C7E271951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B9D98DBC-B014-E8F4-1893-85971AA61529}"/>
              </a:ext>
            </a:extLst>
          </p:cNvPr>
          <p:cNvGrpSpPr/>
          <p:nvPr/>
        </p:nvGrpSpPr>
        <p:grpSpPr>
          <a:xfrm>
            <a:off x="4285588" y="2626143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5065912" y="3308350"/>
              <a:ext cx="1367076" cy="1345882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06E51237-A38E-7D60-EC86-696BDBCD58AB}"/>
                </a:ext>
              </a:extLst>
            </p:cNvPr>
            <p:cNvGrpSpPr/>
            <p:nvPr/>
          </p:nvGrpSpPr>
          <p:grpSpPr>
            <a:xfrm>
              <a:off x="5258018" y="3741829"/>
              <a:ext cx="940782" cy="510964"/>
              <a:chOff x="5104932" y="3976393"/>
              <a:chExt cx="441523" cy="235834"/>
            </a:xfrm>
          </p:grpSpPr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A663D2DD-71CE-37A1-29A8-C097A644D506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0" name="Szabadkézi sokszög: alakzat 29">
                <a:extLst>
                  <a:ext uri="{FF2B5EF4-FFF2-40B4-BE49-F238E27FC236}">
                    <a16:creationId xmlns:a16="http://schemas.microsoft.com/office/drawing/2014/main" id="{DEF7C764-10D3-72E7-FC07-2611F94B552F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1" name="Csoportba foglalás 30">
                <a:extLst>
                  <a:ext uri="{FF2B5EF4-FFF2-40B4-BE49-F238E27FC236}">
                    <a16:creationId xmlns:a16="http://schemas.microsoft.com/office/drawing/2014/main" id="{B3809770-8CAD-0616-18FD-CF52C39B4230}"/>
                  </a:ext>
                </a:extLst>
              </p:cNvPr>
              <p:cNvGrpSpPr/>
              <p:nvPr/>
            </p:nvGrpSpPr>
            <p:grpSpPr>
              <a:xfrm>
                <a:off x="5104932" y="3976393"/>
                <a:ext cx="267435" cy="224529"/>
                <a:chOff x="5112159" y="3988643"/>
                <a:chExt cx="267435" cy="224529"/>
              </a:xfrm>
            </p:grpSpPr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CB04E992-C902-C5A5-B0F1-7A6EC240D350}"/>
                    </a:ext>
                  </a:extLst>
                </p:cNvPr>
                <p:cNvGrpSpPr/>
                <p:nvPr/>
              </p:nvGrpSpPr>
              <p:grpSpPr>
                <a:xfrm>
                  <a:off x="5112159" y="3988643"/>
                  <a:ext cx="139716" cy="224522"/>
                  <a:chOff x="5097982" y="3991339"/>
                  <a:chExt cx="163476" cy="191797"/>
                </a:xfrm>
              </p:grpSpPr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51C35DC9-3D35-006C-4B19-4AF60ECFA3DD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054" y="3991339"/>
                    <a:ext cx="79404" cy="191797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9" name="Ellipszis 38">
                    <a:extLst>
                      <a:ext uri="{FF2B5EF4-FFF2-40B4-BE49-F238E27FC236}">
                        <a16:creationId xmlns:a16="http://schemas.microsoft.com/office/drawing/2014/main" id="{23BDBEA7-2FB4-8DF1-246A-B0763F7B61F9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3" name="Csoportba foglalás 32">
                  <a:extLst>
                    <a:ext uri="{FF2B5EF4-FFF2-40B4-BE49-F238E27FC236}">
                      <a16:creationId xmlns:a16="http://schemas.microsoft.com/office/drawing/2014/main" id="{91E323C0-E355-01F4-C9E7-1C3ABA393C3E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61801468-B2FB-D211-DD1B-CB7BFBC9D8DD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75614A8B-E540-FBFF-AF35-33869F8EF40E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F89163A3-33E9-EBA5-532C-095FA2429829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BF558513-DF8B-BE48-B4DB-958579792A55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A2144A45-78A0-2F8D-1A53-7B53F6178892}"/>
              </a:ext>
            </a:extLst>
          </p:cNvPr>
          <p:cNvGrpSpPr/>
          <p:nvPr/>
        </p:nvGrpSpPr>
        <p:grpSpPr>
          <a:xfrm>
            <a:off x="4285588" y="2626144"/>
            <a:ext cx="2950110" cy="3566270"/>
            <a:chOff x="4423611" y="1746250"/>
            <a:chExt cx="2950110" cy="3566270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4711162" y="2959100"/>
              <a:ext cx="2076576" cy="2044382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B2A10D00-E02D-3AD4-570C-F1D54EE83E04}"/>
                </a:ext>
              </a:extLst>
            </p:cNvPr>
            <p:cNvGrpSpPr/>
            <p:nvPr/>
          </p:nvGrpSpPr>
          <p:grpSpPr>
            <a:xfrm>
              <a:off x="5006012" y="3604958"/>
              <a:ext cx="1444794" cy="784706"/>
              <a:chOff x="5104932" y="3976393"/>
              <a:chExt cx="441523" cy="235834"/>
            </a:xfrm>
          </p:grpSpPr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D7B63D34-4C0C-1197-8E92-3727924AD6F0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0" name="Szabadkézi sokszög: alakzat 29">
                <a:extLst>
                  <a:ext uri="{FF2B5EF4-FFF2-40B4-BE49-F238E27FC236}">
                    <a16:creationId xmlns:a16="http://schemas.microsoft.com/office/drawing/2014/main" id="{AC2C43B5-C87F-ED23-E68A-23CE8DD55FC7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1" name="Csoportba foglalás 30">
                <a:extLst>
                  <a:ext uri="{FF2B5EF4-FFF2-40B4-BE49-F238E27FC236}">
                    <a16:creationId xmlns:a16="http://schemas.microsoft.com/office/drawing/2014/main" id="{04409A2A-C336-08EE-EE49-9E69F54BA086}"/>
                  </a:ext>
                </a:extLst>
              </p:cNvPr>
              <p:cNvGrpSpPr/>
              <p:nvPr/>
            </p:nvGrpSpPr>
            <p:grpSpPr>
              <a:xfrm>
                <a:off x="5104932" y="3976393"/>
                <a:ext cx="267435" cy="224529"/>
                <a:chOff x="5112159" y="3988643"/>
                <a:chExt cx="267435" cy="224529"/>
              </a:xfrm>
            </p:grpSpPr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C6BF102B-A43F-4330-4E2D-49416DB17352}"/>
                    </a:ext>
                  </a:extLst>
                </p:cNvPr>
                <p:cNvGrpSpPr/>
                <p:nvPr/>
              </p:nvGrpSpPr>
              <p:grpSpPr>
                <a:xfrm>
                  <a:off x="5112159" y="3988643"/>
                  <a:ext cx="139716" cy="224522"/>
                  <a:chOff x="5097982" y="3991339"/>
                  <a:chExt cx="163476" cy="191797"/>
                </a:xfrm>
              </p:grpSpPr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83DB8C3A-F9F8-2391-EC43-B5F61A6B3B91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054" y="3991339"/>
                    <a:ext cx="79404" cy="191797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9" name="Ellipszis 38">
                    <a:extLst>
                      <a:ext uri="{FF2B5EF4-FFF2-40B4-BE49-F238E27FC236}">
                        <a16:creationId xmlns:a16="http://schemas.microsoft.com/office/drawing/2014/main" id="{B9C32061-4312-EFE8-C6B6-D29A7ECF42D1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3" name="Csoportba foglalás 32">
                  <a:extLst>
                    <a:ext uri="{FF2B5EF4-FFF2-40B4-BE49-F238E27FC236}">
                      <a16:creationId xmlns:a16="http://schemas.microsoft.com/office/drawing/2014/main" id="{7CFF742A-8193-30BE-6626-C62BD3C83119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57F728F0-71CE-2448-72C5-359328DBAB7B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7194BD4A-EF73-33B0-1B33-02ED29DA2678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3FCAF3F2-3148-2A7F-BA69-EE40FD6AE337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AD5F04D2-AB98-FCF5-2227-B01AF96B91D2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079F2C9A-E025-C20F-6C88-4549E2A6CEBF}"/>
              </a:ext>
            </a:extLst>
          </p:cNvPr>
          <p:cNvGrpSpPr/>
          <p:nvPr/>
        </p:nvGrpSpPr>
        <p:grpSpPr>
          <a:xfrm>
            <a:off x="4181866" y="2677903"/>
            <a:ext cx="3062459" cy="3650932"/>
            <a:chOff x="4311262" y="1746250"/>
            <a:chExt cx="3062459" cy="3650932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4311262" y="2565400"/>
              <a:ext cx="2876376" cy="2831782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F1B03A8A-8AA6-99D3-BBF0-597EA710CDD8}"/>
                </a:ext>
              </a:extLst>
            </p:cNvPr>
            <p:cNvGrpSpPr/>
            <p:nvPr/>
          </p:nvGrpSpPr>
          <p:grpSpPr>
            <a:xfrm>
              <a:off x="4743424" y="3462340"/>
              <a:ext cx="1969970" cy="1069942"/>
              <a:chOff x="5104932" y="3976393"/>
              <a:chExt cx="441523" cy="235834"/>
            </a:xfrm>
          </p:grpSpPr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DCAD026D-17B5-B5AA-2622-27ADD4E3F8C6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0" name="Szabadkézi sokszög: alakzat 29">
                <a:extLst>
                  <a:ext uri="{FF2B5EF4-FFF2-40B4-BE49-F238E27FC236}">
                    <a16:creationId xmlns:a16="http://schemas.microsoft.com/office/drawing/2014/main" id="{CF5BBD8D-1EE5-3766-3CA6-F2F6633E1713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1" name="Csoportba foglalás 30">
                <a:extLst>
                  <a:ext uri="{FF2B5EF4-FFF2-40B4-BE49-F238E27FC236}">
                    <a16:creationId xmlns:a16="http://schemas.microsoft.com/office/drawing/2014/main" id="{CB96BDC6-9017-37D7-96F0-B2A5C951D129}"/>
                  </a:ext>
                </a:extLst>
              </p:cNvPr>
              <p:cNvGrpSpPr/>
              <p:nvPr/>
            </p:nvGrpSpPr>
            <p:grpSpPr>
              <a:xfrm>
                <a:off x="5104932" y="3976393"/>
                <a:ext cx="267435" cy="224529"/>
                <a:chOff x="5112159" y="3988643"/>
                <a:chExt cx="267435" cy="224529"/>
              </a:xfrm>
            </p:grpSpPr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BC8ACC61-59DC-CA14-C8F6-E7F6126661BE}"/>
                    </a:ext>
                  </a:extLst>
                </p:cNvPr>
                <p:cNvGrpSpPr/>
                <p:nvPr/>
              </p:nvGrpSpPr>
              <p:grpSpPr>
                <a:xfrm>
                  <a:off x="5112159" y="3988643"/>
                  <a:ext cx="139716" cy="224522"/>
                  <a:chOff x="5097982" y="3991339"/>
                  <a:chExt cx="163476" cy="191797"/>
                </a:xfrm>
              </p:grpSpPr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3E937F02-C534-F714-74B0-C71012E7CD5C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054" y="3991339"/>
                    <a:ext cx="79404" cy="191797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9" name="Ellipszis 38">
                    <a:extLst>
                      <a:ext uri="{FF2B5EF4-FFF2-40B4-BE49-F238E27FC236}">
                        <a16:creationId xmlns:a16="http://schemas.microsoft.com/office/drawing/2014/main" id="{DAB45321-D7E1-B9A7-594D-F1663A712FC8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3" name="Csoportba foglalás 32">
                  <a:extLst>
                    <a:ext uri="{FF2B5EF4-FFF2-40B4-BE49-F238E27FC236}">
                      <a16:creationId xmlns:a16="http://schemas.microsoft.com/office/drawing/2014/main" id="{E9DF2B1F-AF5D-F9FC-1B6D-7AF03B23FEC8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9DAF4863-FF18-D22C-B4CF-B5CF94BD3E39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FCF709C3-5FEB-D2DB-6DDB-11EF5F58D05D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AC2947D7-8AFD-5532-5989-C5CB77CE0C2A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1D9F9575-0528-3B90-77E1-DB5C0BA838A4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Csoportba foglalás 39">
            <a:extLst>
              <a:ext uri="{FF2B5EF4-FFF2-40B4-BE49-F238E27FC236}">
                <a16:creationId xmlns:a16="http://schemas.microsoft.com/office/drawing/2014/main" id="{220E6A17-8967-A21F-003D-6B4D493F888A}"/>
              </a:ext>
            </a:extLst>
          </p:cNvPr>
          <p:cNvGrpSpPr/>
          <p:nvPr/>
        </p:nvGrpSpPr>
        <p:grpSpPr>
          <a:xfrm>
            <a:off x="3231461" y="1991504"/>
            <a:ext cx="4708176" cy="4635182"/>
            <a:chOff x="3395362" y="1663700"/>
            <a:chExt cx="4708176" cy="4635182"/>
          </a:xfrm>
        </p:grpSpPr>
        <p:grpSp>
          <p:nvGrpSpPr>
            <p:cNvPr id="2" name="Csoportba foglalás 401"/>
            <p:cNvGrpSpPr/>
            <p:nvPr/>
          </p:nvGrpSpPr>
          <p:grpSpPr>
            <a:xfrm>
              <a:off x="4423611" y="1746250"/>
              <a:ext cx="2950110" cy="3566270"/>
              <a:chOff x="4423611" y="1746250"/>
              <a:chExt cx="2950110" cy="3566270"/>
            </a:xfrm>
            <a:solidFill>
              <a:schemeClr val="accent4">
                <a:lumMod val="60000"/>
                <a:lumOff val="40000"/>
                <a:alpha val="40000"/>
              </a:schemeClr>
            </a:solidFill>
          </p:grpSpPr>
          <p:sp>
            <p:nvSpPr>
              <p:cNvPr id="399" name="Ellipszis 398"/>
              <p:cNvSpPr/>
              <p:nvPr/>
            </p:nvSpPr>
            <p:spPr>
              <a:xfrm>
                <a:off x="5166360" y="2313623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400" name="Ellipszis 399"/>
              <p:cNvSpPr/>
              <p:nvPr/>
            </p:nvSpPr>
            <p:spPr>
              <a:xfrm>
                <a:off x="5586730" y="1827531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7" name="Ellipszis 396"/>
              <p:cNvSpPr/>
              <p:nvPr/>
            </p:nvSpPr>
            <p:spPr>
              <a:xfrm rot="17438591">
                <a:off x="5237760" y="4161075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6" name="Ellipszis 395"/>
              <p:cNvSpPr/>
              <p:nvPr/>
            </p:nvSpPr>
            <p:spPr>
              <a:xfrm rot="18015131">
                <a:off x="5075836" y="3827700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5" name="Ellipszis 394"/>
              <p:cNvSpPr/>
              <p:nvPr/>
            </p:nvSpPr>
            <p:spPr>
              <a:xfrm rot="18936556">
                <a:off x="4980586" y="3956288"/>
                <a:ext cx="186522" cy="13562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4" name="Ellipszis 393"/>
              <p:cNvSpPr/>
              <p:nvPr/>
            </p:nvSpPr>
            <p:spPr>
              <a:xfrm rot="19559640">
                <a:off x="4782391" y="3577247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3" name="Ellipszis 392"/>
              <p:cNvSpPr/>
              <p:nvPr/>
            </p:nvSpPr>
            <p:spPr>
              <a:xfrm rot="18173528">
                <a:off x="4868117" y="3401035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2" name="Ellipszis 391"/>
              <p:cNvSpPr/>
              <p:nvPr/>
            </p:nvSpPr>
            <p:spPr>
              <a:xfrm rot="18680492">
                <a:off x="4968130" y="3020036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1" name="Ellipszis 390"/>
              <p:cNvSpPr/>
              <p:nvPr/>
            </p:nvSpPr>
            <p:spPr>
              <a:xfrm rot="19812551">
                <a:off x="4815730" y="3101000"/>
                <a:ext cx="186522" cy="107553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90" name="Ellipszis 389"/>
              <p:cNvSpPr/>
              <p:nvPr/>
            </p:nvSpPr>
            <p:spPr>
              <a:xfrm rot="459399">
                <a:off x="5071626" y="28283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9" name="Ellipszis 388"/>
              <p:cNvSpPr/>
              <p:nvPr/>
            </p:nvSpPr>
            <p:spPr>
              <a:xfrm rot="459399">
                <a:off x="4919226" y="2675957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8" name="Ellipszis 387"/>
              <p:cNvSpPr/>
              <p:nvPr/>
            </p:nvSpPr>
            <p:spPr>
              <a:xfrm rot="20790213">
                <a:off x="5219264" y="269976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7" name="Ellipszis 386"/>
              <p:cNvSpPr/>
              <p:nvPr/>
            </p:nvSpPr>
            <p:spPr>
              <a:xfrm rot="20790213">
                <a:off x="5095438" y="24949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6" name="Ellipszis 385"/>
              <p:cNvSpPr/>
              <p:nvPr/>
            </p:nvSpPr>
            <p:spPr>
              <a:xfrm rot="3577494">
                <a:off x="6540444" y="4227161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5" name="Ellipszis 384"/>
              <p:cNvSpPr/>
              <p:nvPr/>
            </p:nvSpPr>
            <p:spPr>
              <a:xfrm rot="3577494">
                <a:off x="6640457" y="412714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4" name="Ellipszis 383"/>
              <p:cNvSpPr/>
              <p:nvPr/>
            </p:nvSpPr>
            <p:spPr>
              <a:xfrm rot="2901804">
                <a:off x="6159653" y="4363965"/>
                <a:ext cx="251957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2" name="Ellipszis 381"/>
              <p:cNvSpPr/>
              <p:nvPr/>
            </p:nvSpPr>
            <p:spPr>
              <a:xfrm rot="2612912">
                <a:off x="6462271" y="406184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1" name="Ellipszis 380"/>
              <p:cNvSpPr/>
              <p:nvPr/>
            </p:nvSpPr>
            <p:spPr>
              <a:xfrm rot="2147207">
                <a:off x="6476558" y="346177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80" name="Ellipszis 379"/>
              <p:cNvSpPr/>
              <p:nvPr/>
            </p:nvSpPr>
            <p:spPr>
              <a:xfrm rot="2147207">
                <a:off x="6695633" y="3433195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9" name="Ellipszis 378"/>
              <p:cNvSpPr/>
              <p:nvPr/>
            </p:nvSpPr>
            <p:spPr>
              <a:xfrm rot="3542268">
                <a:off x="6395599" y="287122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8" name="Ellipszis 377"/>
              <p:cNvSpPr/>
              <p:nvPr/>
            </p:nvSpPr>
            <p:spPr>
              <a:xfrm rot="1679753">
                <a:off x="6578875" y="3114348"/>
                <a:ext cx="259714" cy="1076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7" name="Ellipszis 376"/>
              <p:cNvSpPr/>
              <p:nvPr/>
            </p:nvSpPr>
            <p:spPr>
              <a:xfrm rot="20790213">
                <a:off x="6524188" y="2604519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6" name="Ellipszis 375"/>
              <p:cNvSpPr/>
              <p:nvPr/>
            </p:nvSpPr>
            <p:spPr>
              <a:xfrm rot="20790213">
                <a:off x="6443225" y="256165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3" name="Ellipszis 372"/>
              <p:cNvSpPr/>
              <p:nvPr/>
            </p:nvSpPr>
            <p:spPr>
              <a:xfrm rot="2197682">
                <a:off x="5470866" y="3277015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4" name="Ellipszis 373"/>
              <p:cNvSpPr/>
              <p:nvPr/>
            </p:nvSpPr>
            <p:spPr>
              <a:xfrm rot="2197682">
                <a:off x="4966042" y="298650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5" name="Ellipszis 374"/>
              <p:cNvSpPr/>
              <p:nvPr/>
            </p:nvSpPr>
            <p:spPr>
              <a:xfrm rot="1773522">
                <a:off x="6124138" y="2518793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1" name="Ellipszis 370"/>
              <p:cNvSpPr/>
              <p:nvPr/>
            </p:nvSpPr>
            <p:spPr>
              <a:xfrm rot="4169971">
                <a:off x="5883908" y="4993576"/>
                <a:ext cx="187385" cy="34604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9" name="Ellipszis 368"/>
              <p:cNvSpPr/>
              <p:nvPr/>
            </p:nvSpPr>
            <p:spPr>
              <a:xfrm rot="18022506" flipH="1">
                <a:off x="5068831" y="4265260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70" name="Ellipszis 369"/>
              <p:cNvSpPr/>
              <p:nvPr/>
            </p:nvSpPr>
            <p:spPr>
              <a:xfrm rot="18022506" flipH="1">
                <a:off x="5187894" y="43700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8" name="Ellipszis 367"/>
              <p:cNvSpPr/>
              <p:nvPr/>
            </p:nvSpPr>
            <p:spPr>
              <a:xfrm rot="18022506" flipH="1">
                <a:off x="4911669" y="4217636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7" name="Ellipszis 366"/>
              <p:cNvSpPr/>
              <p:nvPr/>
            </p:nvSpPr>
            <p:spPr>
              <a:xfrm rot="3577494">
                <a:off x="6640457" y="4146199"/>
                <a:ext cx="64587" cy="10319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6" name="Ellipszis 365"/>
              <p:cNvSpPr/>
              <p:nvPr/>
            </p:nvSpPr>
            <p:spPr>
              <a:xfrm rot="2901804">
                <a:off x="6606012" y="3860991"/>
                <a:ext cx="231420" cy="10255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5" name="Ellipszis 364"/>
              <p:cNvSpPr/>
              <p:nvPr/>
            </p:nvSpPr>
            <p:spPr>
              <a:xfrm rot="2765525">
                <a:off x="6723996" y="3295294"/>
                <a:ext cx="164532" cy="11349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4" name="Ellipszis 363"/>
              <p:cNvSpPr/>
              <p:nvPr/>
            </p:nvSpPr>
            <p:spPr>
              <a:xfrm rot="2445801">
                <a:off x="6586103" y="2914080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2" name="Ellipszis 361"/>
              <p:cNvSpPr/>
              <p:nvPr/>
            </p:nvSpPr>
            <p:spPr>
              <a:xfrm rot="500387">
                <a:off x="6343213" y="2504506"/>
                <a:ext cx="250315" cy="10445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61" name="Ellipszis 360"/>
              <p:cNvSpPr/>
              <p:nvPr/>
            </p:nvSpPr>
            <p:spPr>
              <a:xfrm rot="20488461">
                <a:off x="5810763" y="1822108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9" name="Ellipszis 358"/>
              <p:cNvSpPr/>
              <p:nvPr/>
            </p:nvSpPr>
            <p:spPr>
              <a:xfrm rot="960565">
                <a:off x="5472626" y="1907834"/>
                <a:ext cx="285317" cy="13347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8" name="Ellipszis 357"/>
              <p:cNvSpPr/>
              <p:nvPr/>
            </p:nvSpPr>
            <p:spPr>
              <a:xfrm>
                <a:off x="5189220" y="2328862"/>
                <a:ext cx="1192530" cy="29657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5" name="Ellipszis 354"/>
              <p:cNvSpPr/>
              <p:nvPr/>
            </p:nvSpPr>
            <p:spPr>
              <a:xfrm>
                <a:off x="5594350" y="1789430"/>
                <a:ext cx="393700" cy="29718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cxnSp>
            <p:nvCxnSpPr>
              <p:cNvPr id="153" name="Egyenes összekötő 152">
                <a:extLst>
                  <a:ext uri="{FF2B5EF4-FFF2-40B4-BE49-F238E27FC236}">
                    <a16:creationId xmlns:a16="http://schemas.microsoft.com/office/drawing/2014/main" id="{FFE20C6E-D1E4-4EF1-8A8B-7E05FF02B3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50303" y="4909575"/>
                <a:ext cx="477196" cy="26447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Egyenes összekötő 8">
                <a:extLst>
                  <a:ext uri="{FF2B5EF4-FFF2-40B4-BE49-F238E27FC236}">
                    <a16:creationId xmlns:a16="http://schemas.microsoft.com/office/drawing/2014/main" id="{29B5B5CC-2591-4D69-BBF0-BE8A9092874A}"/>
                  </a:ext>
                </a:extLst>
              </p:cNvPr>
              <p:cNvCxnSpPr/>
              <p:nvPr/>
            </p:nvCxnSpPr>
            <p:spPr>
              <a:xfrm flipV="1">
                <a:off x="6115368" y="4824538"/>
                <a:ext cx="371475" cy="3374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Egyenes összekötő 145">
                <a:extLst>
                  <a:ext uri="{FF2B5EF4-FFF2-40B4-BE49-F238E27FC236}">
                    <a16:creationId xmlns:a16="http://schemas.microsoft.com/office/drawing/2014/main" id="{A9FB6F1A-5756-4A7F-967C-7D320CCC2E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73547" y="5077868"/>
                <a:ext cx="307563" cy="1171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Egyenes összekötő 146">
                <a:extLst>
                  <a:ext uri="{FF2B5EF4-FFF2-40B4-BE49-F238E27FC236}">
                    <a16:creationId xmlns:a16="http://schemas.microsoft.com/office/drawing/2014/main" id="{685F105E-6F6B-4A05-AF88-5DAAC1A492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51605" y="5195054"/>
                <a:ext cx="251510" cy="4207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Egyenes összekötő 147">
                <a:extLst>
                  <a:ext uri="{FF2B5EF4-FFF2-40B4-BE49-F238E27FC236}">
                    <a16:creationId xmlns:a16="http://schemas.microsoft.com/office/drawing/2014/main" id="{E492FF34-DEC9-440F-8CE9-66F8487BD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45702" y="4937359"/>
                <a:ext cx="334495" cy="23668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Egyenes összekötő 148">
                <a:extLst>
                  <a:ext uri="{FF2B5EF4-FFF2-40B4-BE49-F238E27FC236}">
                    <a16:creationId xmlns:a16="http://schemas.microsoft.com/office/drawing/2014/main" id="{8C0DE12B-8189-442C-8090-D1057C038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798" y="5122200"/>
                <a:ext cx="291813" cy="7963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Egyenes összekötő 150">
                <a:extLst>
                  <a:ext uri="{FF2B5EF4-FFF2-40B4-BE49-F238E27FC236}">
                    <a16:creationId xmlns:a16="http://schemas.microsoft.com/office/drawing/2014/main" id="{E44E70F2-EA03-49CA-978A-89BA01A3F56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30196" y="5219648"/>
                <a:ext cx="180761" cy="3495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Egyenes összekötő 151">
                <a:extLst>
                  <a:ext uri="{FF2B5EF4-FFF2-40B4-BE49-F238E27FC236}">
                    <a16:creationId xmlns:a16="http://schemas.microsoft.com/office/drawing/2014/main" id="{1E77F13A-4956-425B-9073-C55EC12DA3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72125" y="5230625"/>
                <a:ext cx="63512" cy="414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Egyenes összekötő 153">
                <a:extLst>
                  <a:ext uri="{FF2B5EF4-FFF2-40B4-BE49-F238E27FC236}">
                    <a16:creationId xmlns:a16="http://schemas.microsoft.com/office/drawing/2014/main" id="{EDAA6E9C-D05A-40BD-BBD7-F90375E61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33730" y="5247328"/>
                <a:ext cx="35749" cy="4762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Egyenes összekötő 173">
                <a:extLst>
                  <a:ext uri="{FF2B5EF4-FFF2-40B4-BE49-F238E27FC236}">
                    <a16:creationId xmlns:a16="http://schemas.microsoft.com/office/drawing/2014/main" id="{44183407-692A-4DF6-8B22-18C4113A7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39896" y="4863120"/>
                <a:ext cx="508856" cy="298618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Egyenes összekötő 178">
                <a:extLst>
                  <a:ext uri="{FF2B5EF4-FFF2-40B4-BE49-F238E27FC236}">
                    <a16:creationId xmlns:a16="http://schemas.microsoft.com/office/drawing/2014/main" id="{9F5FA107-CA7D-4F08-8223-F75D3B1A9D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84819" y="4721725"/>
                <a:ext cx="645016" cy="44001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Egyenes összekötő 179">
                <a:extLst>
                  <a:ext uri="{FF2B5EF4-FFF2-40B4-BE49-F238E27FC236}">
                    <a16:creationId xmlns:a16="http://schemas.microsoft.com/office/drawing/2014/main" id="{A6A99C2D-1EE6-4558-8991-DE05C6E912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81158" y="4642405"/>
                <a:ext cx="587942" cy="50043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Egyenes összekötő 193">
                <a:extLst>
                  <a:ext uri="{FF2B5EF4-FFF2-40B4-BE49-F238E27FC236}">
                    <a16:creationId xmlns:a16="http://schemas.microsoft.com/office/drawing/2014/main" id="{A344F8EF-37FC-4D1C-81D5-6281272778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25950" y="4457700"/>
                <a:ext cx="665718" cy="41129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Egyenes összekötő 194">
                <a:extLst>
                  <a:ext uri="{FF2B5EF4-FFF2-40B4-BE49-F238E27FC236}">
                    <a16:creationId xmlns:a16="http://schemas.microsoft.com/office/drawing/2014/main" id="{69FB6E0D-39E9-4DD9-BF31-B96EC7785AB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600802" y="4349749"/>
                <a:ext cx="625499" cy="43543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Egyenes összekötő 195">
                <a:extLst>
                  <a:ext uri="{FF2B5EF4-FFF2-40B4-BE49-F238E27FC236}">
                    <a16:creationId xmlns:a16="http://schemas.microsoft.com/office/drawing/2014/main" id="{CDF9DE42-61EA-4F74-B6E1-1CA51A6C5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38650" y="4454525"/>
                <a:ext cx="688602" cy="23597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Egyenes összekötő 196">
                <a:extLst>
                  <a:ext uri="{FF2B5EF4-FFF2-40B4-BE49-F238E27FC236}">
                    <a16:creationId xmlns:a16="http://schemas.microsoft.com/office/drawing/2014/main" id="{21463AC1-91CE-4BE4-8472-41049D4D948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6529788" y="4333874"/>
                <a:ext cx="715562" cy="30436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Egyenes összekötő 192">
                <a:extLst>
                  <a:ext uri="{FF2B5EF4-FFF2-40B4-BE49-F238E27FC236}">
                    <a16:creationId xmlns:a16="http://schemas.microsoft.com/office/drawing/2014/main" id="{AF8005F6-5D30-4E84-BFF5-7A5876D657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18025" y="4121993"/>
                <a:ext cx="379963" cy="48380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Egyenes összekötő 197">
                <a:extLst>
                  <a:ext uri="{FF2B5EF4-FFF2-40B4-BE49-F238E27FC236}">
                    <a16:creationId xmlns:a16="http://schemas.microsoft.com/office/drawing/2014/main" id="{AEC20F41-3C87-4027-A876-582B9370AD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39773" y="4013396"/>
                <a:ext cx="291066" cy="47623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Egyenes összekötő 198">
                <a:extLst>
                  <a:ext uri="{FF2B5EF4-FFF2-40B4-BE49-F238E27FC236}">
                    <a16:creationId xmlns:a16="http://schemas.microsoft.com/office/drawing/2014/main" id="{9850105C-725F-4BD9-A0EB-F93E6153BA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8979" y="4113435"/>
                <a:ext cx="471019" cy="15297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Egyenes összekötő 199">
                <a:extLst>
                  <a:ext uri="{FF2B5EF4-FFF2-40B4-BE49-F238E27FC236}">
                    <a16:creationId xmlns:a16="http://schemas.microsoft.com/office/drawing/2014/main" id="{5CC78418-BB0E-4B75-8CD5-1463AF731F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77067" y="4013200"/>
                <a:ext cx="469858" cy="11862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Egyenes összekötő 201">
                <a:extLst>
                  <a:ext uri="{FF2B5EF4-FFF2-40B4-BE49-F238E27FC236}">
                    <a16:creationId xmlns:a16="http://schemas.microsoft.com/office/drawing/2014/main" id="{FB826650-1251-4DC8-9384-192A3F6697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0783" y="3409143"/>
                <a:ext cx="340487" cy="669395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Egyenes összekötő 202">
                <a:extLst>
                  <a:ext uri="{FF2B5EF4-FFF2-40B4-BE49-F238E27FC236}">
                    <a16:creationId xmlns:a16="http://schemas.microsoft.com/office/drawing/2014/main" id="{80F7695B-19E5-4E08-99DE-39C5C01292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8078" y="3424651"/>
                <a:ext cx="503192" cy="29608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Egyenes összekötő 203">
                <a:extLst>
                  <a:ext uri="{FF2B5EF4-FFF2-40B4-BE49-F238E27FC236}">
                    <a16:creationId xmlns:a16="http://schemas.microsoft.com/office/drawing/2014/main" id="{BE0F77D7-83E6-4FA7-BF2F-5A7011E8F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79455" y="3607993"/>
                <a:ext cx="328431" cy="62766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Egyenes összekötő 204">
                <a:extLst>
                  <a:ext uri="{FF2B5EF4-FFF2-40B4-BE49-F238E27FC236}">
                    <a16:creationId xmlns:a16="http://schemas.microsoft.com/office/drawing/2014/main" id="{1A4DD638-0FC5-473E-9FF8-7E10914CB4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491264" y="3616519"/>
                <a:ext cx="495555" cy="218743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Egyenes összekötő 213">
                <a:extLst>
                  <a:ext uri="{FF2B5EF4-FFF2-40B4-BE49-F238E27FC236}">
                    <a16:creationId xmlns:a16="http://schemas.microsoft.com/office/drawing/2014/main" id="{57118F33-CEB0-4655-A1C2-86740D8536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19625" y="3142248"/>
                <a:ext cx="243305" cy="63587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Egyenes összekötő 214">
                <a:extLst>
                  <a:ext uri="{FF2B5EF4-FFF2-40B4-BE49-F238E27FC236}">
                    <a16:creationId xmlns:a16="http://schemas.microsoft.com/office/drawing/2014/main" id="{EE45BD84-A28E-4DFE-B75E-8C73E3650B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8578" y="3030460"/>
                <a:ext cx="193735" cy="613069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Egyenes összekötő 218">
                <a:extLst>
                  <a:ext uri="{FF2B5EF4-FFF2-40B4-BE49-F238E27FC236}">
                    <a16:creationId xmlns:a16="http://schemas.microsoft.com/office/drawing/2014/main" id="{38497D13-A339-4167-823D-D8DAF3DD4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77067" y="3021906"/>
                <a:ext cx="392583" cy="146784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Egyenes összekötő 219">
                <a:extLst>
                  <a:ext uri="{FF2B5EF4-FFF2-40B4-BE49-F238E27FC236}">
                    <a16:creationId xmlns:a16="http://schemas.microsoft.com/office/drawing/2014/main" id="{7D8F9153-CD22-4867-9DF4-7C2949AAD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604366" y="3148644"/>
                <a:ext cx="375152" cy="185747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Egyenes összekötő 220">
                <a:extLst>
                  <a:ext uri="{FF2B5EF4-FFF2-40B4-BE49-F238E27FC236}">
                    <a16:creationId xmlns:a16="http://schemas.microsoft.com/office/drawing/2014/main" id="{AD8D9FB3-AEF4-4054-A738-34B519BF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82151" y="2469107"/>
                <a:ext cx="215486" cy="83508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Egyenes összekötő 221">
                <a:extLst>
                  <a:ext uri="{FF2B5EF4-FFF2-40B4-BE49-F238E27FC236}">
                    <a16:creationId xmlns:a16="http://schemas.microsoft.com/office/drawing/2014/main" id="{A586FEA7-B74B-490F-AC6C-34115C5472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553662" y="2478477"/>
                <a:ext cx="227543" cy="66699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Egyenes összekötő 223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22499" y="2479570"/>
                <a:ext cx="347965" cy="326786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Egyenes összekötő 224">
                <a:extLst>
                  <a:ext uri="{FF2B5EF4-FFF2-40B4-BE49-F238E27FC236}">
                    <a16:creationId xmlns:a16="http://schemas.microsoft.com/office/drawing/2014/main" id="{BF27880E-FEEA-4665-BD66-0BDB022221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094748" y="2473259"/>
                <a:ext cx="251086" cy="346920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Egyenes összekötő 164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5483226" y="2054224"/>
                <a:ext cx="1066800" cy="45085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Egyenes összekötő 207">
                <a:extLst>
                  <a:ext uri="{FF2B5EF4-FFF2-40B4-BE49-F238E27FC236}">
                    <a16:creationId xmlns:a16="http://schemas.microsoft.com/office/drawing/2014/main" id="{59F55B79-99DB-4FF1-9EB2-8036B72D1E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5038727" y="2054226"/>
                <a:ext cx="1060451" cy="444501"/>
              </a:xfrm>
              <a:prstGeom prst="line">
                <a:avLst/>
              </a:prstGeom>
              <a:grpFill/>
              <a:ln w="28575">
                <a:solidFill>
                  <a:srgbClr val="FFCA21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8" name="Ellipszis 397"/>
              <p:cNvSpPr/>
              <p:nvPr/>
            </p:nvSpPr>
            <p:spPr>
              <a:xfrm rot="2197682">
                <a:off x="5140032" y="3117312"/>
                <a:ext cx="1378855" cy="189464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cxnSp>
          <p:nvCxnSpPr>
            <p:cNvPr id="70" name="Egyenes összekötő 69">
              <a:extLst>
                <a:ext uri="{FF2B5EF4-FFF2-40B4-BE49-F238E27FC236}">
                  <a16:creationId xmlns:a16="http://schemas.microsoft.com/office/drawing/2014/main" id="{75DBB7EB-4CDD-4337-8CC1-B1B5059E80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57194" y="3662346"/>
              <a:ext cx="1" cy="872368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1" name="Egyenes összekötő 70">
              <a:extLst>
                <a:ext uri="{FF2B5EF4-FFF2-40B4-BE49-F238E27FC236}">
                  <a16:creationId xmlns:a16="http://schemas.microsoft.com/office/drawing/2014/main" id="{21E1589A-4C45-426A-8782-2386E9474D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60161" y="4498276"/>
              <a:ext cx="107021" cy="337025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2" name="Egyenes összekötő 71">
              <a:extLst>
                <a:ext uri="{FF2B5EF4-FFF2-40B4-BE49-F238E27FC236}">
                  <a16:creationId xmlns:a16="http://schemas.microsoft.com/office/drawing/2014/main" id="{CCA17437-17FE-4135-8A7D-531B173B2F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4848" y="4812990"/>
              <a:ext cx="5313" cy="334003"/>
            </a:xfrm>
            <a:prstGeom prst="line">
              <a:avLst/>
            </a:prstGeom>
            <a:ln w="76200">
              <a:solidFill>
                <a:schemeClr val="accent2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3" name="Egyenes összekötő 72">
              <a:extLst>
                <a:ext uri="{FF2B5EF4-FFF2-40B4-BE49-F238E27FC236}">
                  <a16:creationId xmlns:a16="http://schemas.microsoft.com/office/drawing/2014/main" id="{7EABF34E-ED8D-4877-B58C-E0413F8A7B34}"/>
                </a:ext>
              </a:extLst>
            </p:cNvPr>
            <p:cNvCxnSpPr>
              <a:cxnSpLocks/>
            </p:cNvCxnSpPr>
            <p:nvPr/>
          </p:nvCxnSpPr>
          <p:spPr>
            <a:xfrm>
              <a:off x="5767065" y="4514625"/>
              <a:ext cx="115843" cy="3642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4" name="Egyenes összekötő 73">
              <a:extLst>
                <a:ext uri="{FF2B5EF4-FFF2-40B4-BE49-F238E27FC236}">
                  <a16:creationId xmlns:a16="http://schemas.microsoft.com/office/drawing/2014/main" id="{C1EE5CFB-110F-4F86-9091-3593B53F5D8E}"/>
                </a:ext>
              </a:extLst>
            </p:cNvPr>
            <p:cNvCxnSpPr>
              <a:cxnSpLocks/>
            </p:cNvCxnSpPr>
            <p:nvPr/>
          </p:nvCxnSpPr>
          <p:spPr>
            <a:xfrm>
              <a:off x="5876422" y="4846348"/>
              <a:ext cx="56252" cy="344466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5" name="Egyenes összekötő 74">
              <a:extLst>
                <a:ext uri="{FF2B5EF4-FFF2-40B4-BE49-F238E27FC236}">
                  <a16:creationId xmlns:a16="http://schemas.microsoft.com/office/drawing/2014/main" id="{10AE773F-55A6-4494-90F0-E7CC851F6BEC}"/>
                </a:ext>
              </a:extLst>
            </p:cNvPr>
            <p:cNvCxnSpPr>
              <a:cxnSpLocks/>
            </p:cNvCxnSpPr>
            <p:nvPr/>
          </p:nvCxnSpPr>
          <p:spPr>
            <a:xfrm>
              <a:off x="5615299" y="5190814"/>
              <a:ext cx="78147" cy="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6" name="Egyenes összekötő 75">
              <a:extLst>
                <a:ext uri="{FF2B5EF4-FFF2-40B4-BE49-F238E27FC236}">
                  <a16:creationId xmlns:a16="http://schemas.microsoft.com/office/drawing/2014/main" id="{81B2B4CD-4755-4A04-998D-BB7C9B9432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26179" y="5149509"/>
              <a:ext cx="9688" cy="82610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7" name="Egyenes összekötő 76">
              <a:extLst>
                <a:ext uri="{FF2B5EF4-FFF2-40B4-BE49-F238E27FC236}">
                  <a16:creationId xmlns:a16="http://schemas.microsoft.com/office/drawing/2014/main" id="{90E45E59-D190-406C-AE5B-538296B65A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633" y="4475119"/>
              <a:ext cx="69055" cy="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8" name="Egyenes összekötő 77">
              <a:extLst>
                <a:ext uri="{FF2B5EF4-FFF2-40B4-BE49-F238E27FC236}">
                  <a16:creationId xmlns:a16="http://schemas.microsoft.com/office/drawing/2014/main" id="{A7E24C51-B347-4CB3-8E31-A63327CC4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81195" y="4475123"/>
              <a:ext cx="101350" cy="82378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79" name="Egyenes összekötő 78">
              <a:extLst>
                <a:ext uri="{FF2B5EF4-FFF2-40B4-BE49-F238E27FC236}">
                  <a16:creationId xmlns:a16="http://schemas.microsoft.com/office/drawing/2014/main" id="{78EA95D6-572A-436F-8106-BBE2C7F94ABE}"/>
                </a:ext>
              </a:extLst>
            </p:cNvPr>
            <p:cNvCxnSpPr>
              <a:cxnSpLocks/>
            </p:cNvCxnSpPr>
            <p:nvPr/>
          </p:nvCxnSpPr>
          <p:spPr>
            <a:xfrm>
              <a:off x="5771316" y="4475119"/>
              <a:ext cx="181367" cy="82382"/>
            </a:xfrm>
            <a:prstGeom prst="line">
              <a:avLst/>
            </a:prstGeom>
            <a:ln w="76200">
              <a:solidFill>
                <a:srgbClr val="002060"/>
              </a:solidFill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80" name="Ellipszis 79">
              <a:extLst>
                <a:ext uri="{FF2B5EF4-FFF2-40B4-BE49-F238E27FC236}">
                  <a16:creationId xmlns:a16="http://schemas.microsoft.com/office/drawing/2014/main" id="{D2385819-FD57-45BC-8C43-7C867923C060}"/>
                </a:ext>
              </a:extLst>
            </p:cNvPr>
            <p:cNvSpPr/>
            <p:nvPr/>
          </p:nvSpPr>
          <p:spPr>
            <a:xfrm rot="21029991">
              <a:off x="5534353" y="3232589"/>
              <a:ext cx="467414" cy="450603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3" name="Csoportba foglalás 352"/>
            <p:cNvGrpSpPr/>
            <p:nvPr/>
          </p:nvGrpSpPr>
          <p:grpSpPr>
            <a:xfrm>
              <a:off x="4985890" y="2400300"/>
              <a:ext cx="1466744" cy="1443260"/>
              <a:chOff x="2787044" y="1332487"/>
              <a:chExt cx="1466744" cy="1443260"/>
            </a:xfrm>
          </p:grpSpPr>
          <p:sp>
            <p:nvSpPr>
              <p:cNvPr id="352" name="Ellipszis 351"/>
              <p:cNvSpPr/>
              <p:nvPr/>
            </p:nvSpPr>
            <p:spPr>
              <a:xfrm rot="17461877" flipV="1">
                <a:off x="3773377" y="2420973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1" name="Ellipszis 350"/>
              <p:cNvSpPr/>
              <p:nvPr/>
            </p:nvSpPr>
            <p:spPr>
              <a:xfrm rot="19260662" flipV="1">
                <a:off x="3729699" y="2466457"/>
                <a:ext cx="130085" cy="6054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50" name="Ellipszis 349"/>
              <p:cNvSpPr/>
              <p:nvPr/>
            </p:nvSpPr>
            <p:spPr>
              <a:xfrm rot="20701905" flipV="1">
                <a:off x="3727732" y="2489344"/>
                <a:ext cx="102370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9" name="Ellipszis 348"/>
              <p:cNvSpPr/>
              <p:nvPr/>
            </p:nvSpPr>
            <p:spPr>
              <a:xfrm rot="20701905" flipV="1">
                <a:off x="3785283" y="2459072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7" name="Ellipszis 346"/>
              <p:cNvSpPr/>
              <p:nvPr/>
            </p:nvSpPr>
            <p:spPr>
              <a:xfrm rot="1557053">
                <a:off x="3845769" y="2170755"/>
                <a:ext cx="78641" cy="29602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6" name="Ellipszis 345"/>
              <p:cNvSpPr/>
              <p:nvPr/>
            </p:nvSpPr>
            <p:spPr>
              <a:xfrm rot="20588735">
                <a:off x="3782985" y="2254403"/>
                <a:ext cx="45719" cy="15787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5" name="Ellipszis 344"/>
              <p:cNvSpPr/>
              <p:nvPr/>
            </p:nvSpPr>
            <p:spPr>
              <a:xfrm rot="19475410">
                <a:off x="3717081" y="2083144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4" name="Ellipszis 343"/>
              <p:cNvSpPr/>
              <p:nvPr/>
            </p:nvSpPr>
            <p:spPr>
              <a:xfrm rot="1557053">
                <a:off x="3805553" y="2053369"/>
                <a:ext cx="72506" cy="27059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3" name="Ellipszis 342"/>
              <p:cNvSpPr/>
              <p:nvPr/>
            </p:nvSpPr>
            <p:spPr>
              <a:xfrm rot="1557053">
                <a:off x="3798044" y="2006945"/>
                <a:ext cx="72506" cy="29403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2" name="Ellipszis 341"/>
              <p:cNvSpPr/>
              <p:nvPr/>
            </p:nvSpPr>
            <p:spPr>
              <a:xfrm rot="18358001">
                <a:off x="3342656" y="1895267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1" name="Ellipszis 340"/>
              <p:cNvSpPr/>
              <p:nvPr/>
            </p:nvSpPr>
            <p:spPr>
              <a:xfrm rot="19740016">
                <a:off x="3328367" y="1930986"/>
                <a:ext cx="86936" cy="20947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40" name="Ellipszis 339"/>
              <p:cNvSpPr/>
              <p:nvPr/>
            </p:nvSpPr>
            <p:spPr>
              <a:xfrm rot="18226193">
                <a:off x="3269164" y="1892887"/>
                <a:ext cx="54104" cy="14093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9" name="Ellipszis 338"/>
              <p:cNvSpPr/>
              <p:nvPr/>
            </p:nvSpPr>
            <p:spPr>
              <a:xfrm rot="16983355">
                <a:off x="3318885" y="2429111"/>
                <a:ext cx="45719" cy="12795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8" name="Ellipszis 337"/>
              <p:cNvSpPr/>
              <p:nvPr/>
            </p:nvSpPr>
            <p:spPr>
              <a:xfrm rot="19280624">
                <a:off x="3272018" y="2325814"/>
                <a:ext cx="53553" cy="17946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7" name="Ellipszis 336"/>
              <p:cNvSpPr/>
              <p:nvPr/>
            </p:nvSpPr>
            <p:spPr>
              <a:xfrm rot="18267339">
                <a:off x="3359120" y="1999113"/>
                <a:ext cx="62830" cy="31059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6" name="Ellipszis 335"/>
              <p:cNvSpPr/>
              <p:nvPr/>
            </p:nvSpPr>
            <p:spPr>
              <a:xfrm rot="20229635">
                <a:off x="3276057" y="2024774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5" name="Ellipszis 334"/>
              <p:cNvSpPr/>
              <p:nvPr/>
            </p:nvSpPr>
            <p:spPr>
              <a:xfrm rot="20229635">
                <a:off x="3185569" y="2000961"/>
                <a:ext cx="62830" cy="34593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4" name="Ellipszis 333"/>
              <p:cNvSpPr/>
              <p:nvPr/>
            </p:nvSpPr>
            <p:spPr>
              <a:xfrm rot="20781721">
                <a:off x="3329143" y="2110792"/>
                <a:ext cx="58402" cy="346635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3" name="Ellipszis 332"/>
              <p:cNvSpPr/>
              <p:nvPr/>
            </p:nvSpPr>
            <p:spPr>
              <a:xfrm rot="20236544">
                <a:off x="3274489" y="20812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2" name="Ellipszis 331"/>
              <p:cNvSpPr/>
              <p:nvPr/>
            </p:nvSpPr>
            <p:spPr>
              <a:xfrm rot="20554922">
                <a:off x="3629179" y="1972764"/>
                <a:ext cx="72226" cy="3598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31" name="Ellipszis 330"/>
              <p:cNvSpPr/>
              <p:nvPr/>
            </p:nvSpPr>
            <p:spPr>
              <a:xfrm rot="307296">
                <a:off x="3707087" y="2069844"/>
                <a:ext cx="45719" cy="38992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7" name="Ellipszis 326"/>
              <p:cNvSpPr/>
              <p:nvPr/>
            </p:nvSpPr>
            <p:spPr>
              <a:xfrm rot="1131027">
                <a:off x="3531169" y="1895676"/>
                <a:ext cx="310009" cy="34488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6" name="Ellipszis 325"/>
              <p:cNvSpPr/>
              <p:nvPr/>
            </p:nvSpPr>
            <p:spPr>
              <a:xfrm rot="1131027">
                <a:off x="3388832" y="1858662"/>
                <a:ext cx="197318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25" name="Ellipszis 324"/>
              <p:cNvSpPr/>
              <p:nvPr/>
            </p:nvSpPr>
            <p:spPr>
              <a:xfrm rot="307296">
                <a:off x="3360855" y="1912104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3" name="Ellipszis 312"/>
              <p:cNvSpPr/>
              <p:nvPr/>
            </p:nvSpPr>
            <p:spPr>
              <a:xfrm rot="2090414">
                <a:off x="3576242" y="1995732"/>
                <a:ext cx="45719" cy="24453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2" name="Ellipszis 311"/>
              <p:cNvSpPr/>
              <p:nvPr/>
            </p:nvSpPr>
            <p:spPr>
              <a:xfrm rot="4163951">
                <a:off x="3574524" y="1966952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0" name="Ellipszis 309"/>
              <p:cNvSpPr/>
              <p:nvPr/>
            </p:nvSpPr>
            <p:spPr>
              <a:xfrm rot="307296">
                <a:off x="3387049" y="2078793"/>
                <a:ext cx="58402" cy="39438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11" name="Ellipszis 310"/>
              <p:cNvSpPr/>
              <p:nvPr/>
            </p:nvSpPr>
            <p:spPr>
              <a:xfrm rot="2090414">
                <a:off x="3486420" y="1969333"/>
                <a:ext cx="58402" cy="446641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grpSp>
            <p:nvGrpSpPr>
              <p:cNvPr id="4" name="Csoportba foglalás 287"/>
              <p:cNvGrpSpPr/>
              <p:nvPr/>
            </p:nvGrpSpPr>
            <p:grpSpPr>
              <a:xfrm rot="1507515">
                <a:off x="3485504" y="1833174"/>
                <a:ext cx="340515" cy="385214"/>
                <a:chOff x="3324745" y="1577582"/>
                <a:chExt cx="436219" cy="460729"/>
              </a:xfrm>
            </p:grpSpPr>
            <p:sp>
              <p:nvSpPr>
                <p:cNvPr id="289" name="Ellipszis 288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0" name="Ellipszis 289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1" name="Ellipszis 290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2" name="Ellipszis 291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3" name="Ellipszis 292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4" name="Ellipszis 293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5" name="Ellipszis 29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6" name="Ellipszis 295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7" name="Ellipszis 296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98" name="Ellipszis 297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5" name="Csoportba foglalás 286"/>
              <p:cNvGrpSpPr/>
              <p:nvPr/>
            </p:nvGrpSpPr>
            <p:grpSpPr>
              <a:xfrm>
                <a:off x="3324745" y="1577582"/>
                <a:ext cx="436219" cy="460729"/>
                <a:chOff x="3324745" y="1577582"/>
                <a:chExt cx="436219" cy="460729"/>
              </a:xfrm>
            </p:grpSpPr>
            <p:sp>
              <p:nvSpPr>
                <p:cNvPr id="286" name="Ellipszis 285"/>
                <p:cNvSpPr/>
                <p:nvPr/>
              </p:nvSpPr>
              <p:spPr>
                <a:xfrm rot="1190723">
                  <a:off x="3532640" y="1837257"/>
                  <a:ext cx="93829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5" name="Ellipszis 284"/>
                <p:cNvSpPr/>
                <p:nvPr/>
              </p:nvSpPr>
              <p:spPr>
                <a:xfrm rot="3450357">
                  <a:off x="3626547" y="1855174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3" name="Ellipszis 282"/>
                <p:cNvSpPr/>
                <p:nvPr/>
              </p:nvSpPr>
              <p:spPr>
                <a:xfrm rot="6727867">
                  <a:off x="3405089" y="1838506"/>
                  <a:ext cx="58402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4" name="Ellipszis 283"/>
                <p:cNvSpPr/>
                <p:nvPr/>
              </p:nvSpPr>
              <p:spPr>
                <a:xfrm rot="3245755">
                  <a:off x="3386102" y="1764410"/>
                  <a:ext cx="86455" cy="20105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2" name="Ellipszis 281"/>
                <p:cNvSpPr/>
                <p:nvPr/>
              </p:nvSpPr>
              <p:spPr>
                <a:xfrm rot="2136681">
                  <a:off x="3439499" y="1736040"/>
                  <a:ext cx="257453" cy="265666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6" name="Ellipszis 275"/>
                <p:cNvSpPr/>
                <p:nvPr/>
              </p:nvSpPr>
              <p:spPr>
                <a:xfrm rot="3028841">
                  <a:off x="3486139" y="1563294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5" name="Ellipszis 274"/>
                <p:cNvSpPr/>
                <p:nvPr/>
              </p:nvSpPr>
              <p:spPr>
                <a:xfrm rot="2136681">
                  <a:off x="3545670" y="1577582"/>
                  <a:ext cx="58402" cy="381190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0" name="Ellipszis 279"/>
                <p:cNvSpPr/>
                <p:nvPr/>
              </p:nvSpPr>
              <p:spPr>
                <a:xfrm rot="20256029">
                  <a:off x="3626760" y="1685012"/>
                  <a:ext cx="45719" cy="480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9" name="Ellipszis 278"/>
                <p:cNvSpPr/>
                <p:nvPr/>
              </p:nvSpPr>
              <p:spPr>
                <a:xfrm rot="20256029">
                  <a:off x="3647963" y="1651344"/>
                  <a:ext cx="45719" cy="30930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81" name="Ellipszis 280"/>
                <p:cNvSpPr/>
                <p:nvPr/>
              </p:nvSpPr>
              <p:spPr>
                <a:xfrm rot="20256029">
                  <a:off x="3714660" y="1884439"/>
                  <a:ext cx="46304" cy="58684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grpSp>
            <p:nvGrpSpPr>
              <p:cNvPr id="6" name="Csoportba foglalás 272"/>
              <p:cNvGrpSpPr/>
              <p:nvPr/>
            </p:nvGrpSpPr>
            <p:grpSpPr>
              <a:xfrm>
                <a:off x="2787044" y="1332487"/>
                <a:ext cx="1466744" cy="1443260"/>
                <a:chOff x="2863244" y="1320580"/>
                <a:chExt cx="1466744" cy="1443260"/>
              </a:xfrm>
            </p:grpSpPr>
            <p:grpSp>
              <p:nvGrpSpPr>
                <p:cNvPr id="7" name="Csoportba foglalás 258"/>
                <p:cNvGrpSpPr/>
                <p:nvPr/>
              </p:nvGrpSpPr>
              <p:grpSpPr>
                <a:xfrm>
                  <a:off x="2863244" y="1320580"/>
                  <a:ext cx="1466744" cy="1443260"/>
                  <a:chOff x="4977793" y="2339755"/>
                  <a:chExt cx="1466744" cy="1443260"/>
                </a:xfrm>
                <a:noFill/>
              </p:grpSpPr>
              <p:grpSp>
                <p:nvGrpSpPr>
                  <p:cNvPr id="8" name="Csoportba foglalás 237"/>
                  <p:cNvGrpSpPr/>
                  <p:nvPr/>
                </p:nvGrpSpPr>
                <p:grpSpPr>
                  <a:xfrm>
                    <a:off x="5523715" y="3129758"/>
                    <a:ext cx="511266" cy="653257"/>
                    <a:chOff x="4261653" y="2296321"/>
                    <a:chExt cx="511266" cy="653257"/>
                  </a:xfrm>
                  <a:grpFill/>
                </p:grpSpPr>
                <p:grpSp>
                  <p:nvGrpSpPr>
                    <p:cNvPr id="10" name="Csoportba foglalás 187"/>
                    <p:cNvGrpSpPr/>
                    <p:nvPr/>
                  </p:nvGrpSpPr>
                  <p:grpSpPr>
                    <a:xfrm rot="823178">
                      <a:off x="4360727" y="2357252"/>
                      <a:ext cx="284279" cy="462682"/>
                      <a:chOff x="4230326" y="1571625"/>
                      <a:chExt cx="236899" cy="441327"/>
                    </a:xfrm>
                    <a:grpFill/>
                  </p:grpSpPr>
                  <p:sp>
                    <p:nvSpPr>
                      <p:cNvPr id="186" name="Ív 185"/>
                      <p:cNvSpPr/>
                      <p:nvPr/>
                    </p:nvSpPr>
                    <p:spPr>
                      <a:xfrm>
                        <a:off x="4230326" y="1610118"/>
                        <a:ext cx="227374" cy="402834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87" name="Ív 186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1" name="Csoportba foglalás 188"/>
                    <p:cNvGrpSpPr/>
                    <p:nvPr/>
                  </p:nvGrpSpPr>
                  <p:grpSpPr>
                    <a:xfrm>
                      <a:off x="4576146" y="2436966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190" name="Ív 189"/>
                      <p:cNvSpPr/>
                      <p:nvPr/>
                    </p:nvSpPr>
                    <p:spPr>
                      <a:xfrm>
                        <a:off x="4276641" y="1630745"/>
                        <a:ext cx="181059" cy="382205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191" name="Ív 19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2" name="Csoportba foglalás 191"/>
                    <p:cNvGrpSpPr/>
                    <p:nvPr/>
                  </p:nvGrpSpPr>
                  <p:grpSpPr>
                    <a:xfrm flipH="1">
                      <a:off x="4313623" y="2296321"/>
                      <a:ext cx="459296" cy="653257"/>
                      <a:chOff x="4221715" y="1547296"/>
                      <a:chExt cx="249617" cy="465654"/>
                    </a:xfrm>
                    <a:grpFill/>
                  </p:grpSpPr>
                  <p:sp>
                    <p:nvSpPr>
                      <p:cNvPr id="206" name="Ív 205"/>
                      <p:cNvSpPr/>
                      <p:nvPr/>
                    </p:nvSpPr>
                    <p:spPr>
                      <a:xfrm>
                        <a:off x="4229100" y="1619250"/>
                        <a:ext cx="228600" cy="393700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07" name="Ív 206"/>
                      <p:cNvSpPr/>
                      <p:nvPr/>
                    </p:nvSpPr>
                    <p:spPr>
                      <a:xfrm rot="1497937">
                        <a:off x="4221715" y="1547296"/>
                        <a:ext cx="249617" cy="413118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  <p:grpSp>
                  <p:nvGrpSpPr>
                    <p:cNvPr id="13" name="Csoportba foglalás 208"/>
                    <p:cNvGrpSpPr/>
                    <p:nvPr/>
                  </p:nvGrpSpPr>
                  <p:grpSpPr>
                    <a:xfrm flipH="1">
                      <a:off x="4261653" y="2451692"/>
                      <a:ext cx="175566" cy="312892"/>
                      <a:chOff x="4238625" y="1571625"/>
                      <a:chExt cx="228600" cy="441325"/>
                    </a:xfrm>
                    <a:grpFill/>
                  </p:grpSpPr>
                  <p:sp>
                    <p:nvSpPr>
                      <p:cNvPr id="210" name="Ív 209"/>
                      <p:cNvSpPr/>
                      <p:nvPr/>
                    </p:nvSpPr>
                    <p:spPr>
                      <a:xfrm>
                        <a:off x="4363886" y="1653638"/>
                        <a:ext cx="93814" cy="359312"/>
                      </a:xfrm>
                      <a:prstGeom prst="arc">
                        <a:avLst/>
                      </a:pr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  <p:sp>
                    <p:nvSpPr>
                      <p:cNvPr id="211" name="Szabadkézi sokszög 210"/>
                      <p:cNvSpPr/>
                      <p:nvPr/>
                    </p:nvSpPr>
                    <p:spPr>
                      <a:xfrm rot="1497937">
                        <a:off x="4238625" y="1571625"/>
                        <a:ext cx="228600" cy="393700"/>
                      </a:xfrm>
                      <a:custGeom>
                        <a:avLst/>
                        <a:gdLst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  <a:gd name="connsiteX3" fmla="*/ 114300 w 228600"/>
                          <a:gd name="connsiteY3" fmla="*/ 196850 h 393700"/>
                          <a:gd name="connsiteX4" fmla="*/ 114300 w 228600"/>
                          <a:gd name="connsiteY4" fmla="*/ 0 h 393700"/>
                          <a:gd name="connsiteX0" fmla="*/ 114300 w 228600"/>
                          <a:gd name="connsiteY0" fmla="*/ 0 h 393700"/>
                          <a:gd name="connsiteX1" fmla="*/ 213145 w 228600"/>
                          <a:gd name="connsiteY1" fmla="*/ 98005 h 393700"/>
                          <a:gd name="connsiteX2" fmla="*/ 228600 w 228600"/>
                          <a:gd name="connsiteY2" fmla="*/ 196850 h 39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8600" h="393700" stroke="0" extrusionOk="0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  <a:lnTo>
                              <a:pt x="114300" y="196850"/>
                            </a:lnTo>
                            <a:lnTo>
                              <a:pt x="114300" y="0"/>
                            </a:lnTo>
                            <a:close/>
                          </a:path>
                          <a:path w="228600" h="393700" fill="none">
                            <a:moveTo>
                              <a:pt x="114300" y="0"/>
                            </a:moveTo>
                            <a:cubicBezTo>
                              <a:pt x="155035" y="0"/>
                              <a:pt x="192691" y="37336"/>
                              <a:pt x="213145" y="98005"/>
                            </a:cubicBezTo>
                            <a:cubicBezTo>
                              <a:pt x="223268" y="128030"/>
                              <a:pt x="228600" y="162131"/>
                              <a:pt x="228600" y="196850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hu-HU"/>
                      </a:p>
                    </p:txBody>
                  </p:sp>
                </p:grpSp>
              </p:grpSp>
              <p:grpSp>
                <p:nvGrpSpPr>
                  <p:cNvPr id="14" name="Csoportba foglalás 216"/>
                  <p:cNvGrpSpPr/>
                  <p:nvPr/>
                </p:nvGrpSpPr>
                <p:grpSpPr>
                  <a:xfrm rot="3198530" flipV="1">
                    <a:off x="5904716" y="3241840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18" name="Ív 217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0" name="Ív 229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5" name="Csoportba foglalás 230"/>
                  <p:cNvGrpSpPr/>
                  <p:nvPr/>
                </p:nvGrpSpPr>
                <p:grpSpPr>
                  <a:xfrm rot="1932286" flipV="1">
                    <a:off x="5888830" y="2848197"/>
                    <a:ext cx="259320" cy="625017"/>
                    <a:chOff x="4211451" y="1573248"/>
                    <a:chExt cx="265440" cy="485165"/>
                  </a:xfrm>
                  <a:grpFill/>
                </p:grpSpPr>
                <p:sp>
                  <p:nvSpPr>
                    <p:cNvPr id="232" name="Ív 23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3" name="Ív 232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6" name="Csoportba foglalás 233"/>
                  <p:cNvGrpSpPr/>
                  <p:nvPr/>
                </p:nvGrpSpPr>
                <p:grpSpPr>
                  <a:xfrm rot="3087559" flipH="1" flipV="1">
                    <a:off x="5902416" y="2731799"/>
                    <a:ext cx="361677" cy="722564"/>
                    <a:chOff x="4141106" y="1573248"/>
                    <a:chExt cx="335785" cy="485165"/>
                  </a:xfrm>
                  <a:grpFill/>
                </p:grpSpPr>
                <p:sp>
                  <p:nvSpPr>
                    <p:cNvPr id="235" name="Ív 234"/>
                    <p:cNvSpPr/>
                    <p:nvPr/>
                  </p:nvSpPr>
                  <p:spPr>
                    <a:xfrm>
                      <a:off x="4141106" y="1691168"/>
                      <a:ext cx="316593" cy="3217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36" name="Ív 235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7" name="Csoportba foglalás 238"/>
                  <p:cNvGrpSpPr/>
                  <p:nvPr/>
                </p:nvGrpSpPr>
                <p:grpSpPr>
                  <a:xfrm rot="1932286" flipV="1">
                    <a:off x="5926213" y="2756296"/>
                    <a:ext cx="207254" cy="746334"/>
                    <a:chOff x="4329982" y="1463272"/>
                    <a:chExt cx="212145" cy="579336"/>
                  </a:xfrm>
                  <a:grpFill/>
                </p:grpSpPr>
                <p:sp>
                  <p:nvSpPr>
                    <p:cNvPr id="240" name="Ív 239"/>
                    <p:cNvSpPr/>
                    <p:nvPr/>
                  </p:nvSpPr>
                  <p:spPr>
                    <a:xfrm rot="10987660">
                      <a:off x="4390592" y="1463272"/>
                      <a:ext cx="151535" cy="38369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1" name="Ív 240"/>
                    <p:cNvSpPr/>
                    <p:nvPr/>
                  </p:nvSpPr>
                  <p:spPr>
                    <a:xfrm rot="1497937">
                      <a:off x="4329982" y="1614263"/>
                      <a:ext cx="125628" cy="42834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8" name="Csoportba foglalás 241"/>
                  <p:cNvGrpSpPr/>
                  <p:nvPr/>
                </p:nvGrpSpPr>
                <p:grpSpPr>
                  <a:xfrm rot="17691938" flipV="1">
                    <a:off x="5087350" y="2808013"/>
                    <a:ext cx="503450" cy="722564"/>
                    <a:chOff x="4009483" y="1573248"/>
                    <a:chExt cx="467408" cy="485165"/>
                  </a:xfrm>
                  <a:grpFill/>
                </p:grpSpPr>
                <p:sp>
                  <p:nvSpPr>
                    <p:cNvPr id="243" name="Ív 242"/>
                    <p:cNvSpPr/>
                    <p:nvPr/>
                  </p:nvSpPr>
                  <p:spPr>
                    <a:xfrm>
                      <a:off x="4009483" y="1670763"/>
                      <a:ext cx="455459" cy="37294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4" name="Ív 243"/>
                    <p:cNvSpPr/>
                    <p:nvPr/>
                  </p:nvSpPr>
                  <p:spPr>
                    <a:xfrm rot="1497937">
                      <a:off x="4211451" y="1573248"/>
                      <a:ext cx="265440" cy="48516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9" name="Csoportba foglalás 244"/>
                  <p:cNvGrpSpPr/>
                  <p:nvPr/>
                </p:nvGrpSpPr>
                <p:grpSpPr>
                  <a:xfrm rot="2290000" flipH="1" flipV="1">
                    <a:off x="5783170" y="2339755"/>
                    <a:ext cx="549798" cy="944900"/>
                    <a:chOff x="3979703" y="1558122"/>
                    <a:chExt cx="510437" cy="634452"/>
                  </a:xfrm>
                  <a:grpFill/>
                </p:grpSpPr>
                <p:sp>
                  <p:nvSpPr>
                    <p:cNvPr id="246" name="Ív 245"/>
                    <p:cNvSpPr/>
                    <p:nvPr/>
                  </p:nvSpPr>
                  <p:spPr>
                    <a:xfrm>
                      <a:off x="3979703" y="1772277"/>
                      <a:ext cx="489833" cy="291183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47" name="Szabadkézi sokszög 246"/>
                    <p:cNvSpPr/>
                    <p:nvPr/>
                  </p:nvSpPr>
                  <p:spPr>
                    <a:xfrm rot="1497937">
                      <a:off x="4216290" y="1558122"/>
                      <a:ext cx="273850" cy="634452"/>
                    </a:xfrm>
                    <a:custGeom>
                      <a:avLst/>
                      <a:gdLst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  <a:gd name="connsiteX3" fmla="*/ 136925 w 273850"/>
                        <a:gd name="connsiteY3" fmla="*/ 317226 h 634452"/>
                        <a:gd name="connsiteX4" fmla="*/ 136925 w 273850"/>
                        <a:gd name="connsiteY4" fmla="*/ 0 h 634452"/>
                        <a:gd name="connsiteX0" fmla="*/ 136925 w 273850"/>
                        <a:gd name="connsiteY0" fmla="*/ 0 h 634452"/>
                        <a:gd name="connsiteX1" fmla="*/ 262639 w 273850"/>
                        <a:gd name="connsiteY1" fmla="*/ 191512 h 634452"/>
                        <a:gd name="connsiteX2" fmla="*/ 273850 w 273850"/>
                        <a:gd name="connsiteY2" fmla="*/ 317226 h 634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850" h="634452" stroke="0" extrusionOk="0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  <a:lnTo>
                            <a:pt x="136925" y="317226"/>
                          </a:lnTo>
                          <a:lnTo>
                            <a:pt x="136925" y="0"/>
                          </a:lnTo>
                          <a:close/>
                        </a:path>
                        <a:path w="273850" h="634452" fill="none">
                          <a:moveTo>
                            <a:pt x="136925" y="0"/>
                          </a:moveTo>
                          <a:cubicBezTo>
                            <a:pt x="191570" y="0"/>
                            <a:pt x="240983" y="75276"/>
                            <a:pt x="262639" y="191512"/>
                          </a:cubicBezTo>
                          <a:cubicBezTo>
                            <a:pt x="270035" y="231209"/>
                            <a:pt x="273850" y="273989"/>
                            <a:pt x="273850" y="317226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0" name="Csoportba foglalás 247"/>
                  <p:cNvGrpSpPr/>
                  <p:nvPr/>
                </p:nvGrpSpPr>
                <p:grpSpPr>
                  <a:xfrm rot="19849264" flipH="1" flipV="1">
                    <a:off x="5332647" y="2663622"/>
                    <a:ext cx="322511" cy="692746"/>
                    <a:chOff x="4188337" y="1563662"/>
                    <a:chExt cx="299423" cy="465144"/>
                  </a:xfrm>
                  <a:grpFill/>
                </p:grpSpPr>
                <p:sp>
                  <p:nvSpPr>
                    <p:cNvPr id="249" name="Ív 248"/>
                    <p:cNvSpPr/>
                    <p:nvPr/>
                  </p:nvSpPr>
                  <p:spPr>
                    <a:xfrm>
                      <a:off x="4261105" y="1686491"/>
                      <a:ext cx="196597" cy="326461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0" name="Ív 249"/>
                    <p:cNvSpPr/>
                    <p:nvPr/>
                  </p:nvSpPr>
                  <p:spPr>
                    <a:xfrm rot="1497937">
                      <a:off x="4188337" y="1563662"/>
                      <a:ext cx="299423" cy="465144"/>
                    </a:xfrm>
                    <a:prstGeom prst="arc">
                      <a:avLst>
                        <a:gd name="adj1" fmla="val 16200000"/>
                        <a:gd name="adj2" fmla="val 377478"/>
                      </a:avLst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1" name="Csoportba foglalás 250"/>
                  <p:cNvGrpSpPr/>
                  <p:nvPr/>
                </p:nvGrpSpPr>
                <p:grpSpPr>
                  <a:xfrm rot="16891319" flipH="1" flipV="1">
                    <a:off x="5433047" y="3303604"/>
                    <a:ext cx="140562" cy="249942"/>
                    <a:chOff x="4281478" y="1586677"/>
                    <a:chExt cx="186213" cy="450714"/>
                  </a:xfrm>
                  <a:grpFill/>
                </p:grpSpPr>
                <p:sp>
                  <p:nvSpPr>
                    <p:cNvPr id="252" name="Ív 251"/>
                    <p:cNvSpPr/>
                    <p:nvPr/>
                  </p:nvSpPr>
                  <p:spPr>
                    <a:xfrm>
                      <a:off x="4385588" y="1719694"/>
                      <a:ext cx="72111" cy="293257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3" name="Ív 252"/>
                    <p:cNvSpPr/>
                    <p:nvPr/>
                  </p:nvSpPr>
                  <p:spPr>
                    <a:xfrm rot="2063920">
                      <a:off x="4281478" y="1586677"/>
                      <a:ext cx="186213" cy="45071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22" name="Csoportba foglalás 253"/>
                  <p:cNvGrpSpPr/>
                  <p:nvPr/>
                </p:nvGrpSpPr>
                <p:grpSpPr>
                  <a:xfrm rot="19182483" flipH="1" flipV="1">
                    <a:off x="5411799" y="3158496"/>
                    <a:ext cx="186467" cy="318155"/>
                    <a:chOff x="4227236" y="1572297"/>
                    <a:chExt cx="242794" cy="448748"/>
                  </a:xfrm>
                  <a:grpFill/>
                </p:grpSpPr>
                <p:sp>
                  <p:nvSpPr>
                    <p:cNvPr id="255" name="Ív 254"/>
                    <p:cNvSpPr/>
                    <p:nvPr/>
                  </p:nvSpPr>
                  <p:spPr>
                    <a:xfrm>
                      <a:off x="4301430" y="1736617"/>
                      <a:ext cx="156270" cy="2763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56" name="Ív 255"/>
                    <p:cNvSpPr/>
                    <p:nvPr/>
                  </p:nvSpPr>
                  <p:spPr>
                    <a:xfrm rot="1497937">
                      <a:off x="4227236" y="1572297"/>
                      <a:ext cx="242794" cy="44874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sp>
              <p:nvSpPr>
                <p:cNvPr id="267" name="Ív 266"/>
                <p:cNvSpPr/>
                <p:nvPr/>
              </p:nvSpPr>
              <p:spPr>
                <a:xfrm rot="16609204" flipV="1">
                  <a:off x="3772604" y="2001117"/>
                  <a:ext cx="200997" cy="83992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1" name="Ív 270"/>
                <p:cNvSpPr/>
                <p:nvPr/>
              </p:nvSpPr>
              <p:spPr>
                <a:xfrm rot="19647609" flipH="1" flipV="1">
                  <a:off x="3300449" y="1857354"/>
                  <a:ext cx="121369" cy="22149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272" name="Ív 271"/>
                <p:cNvSpPr/>
                <p:nvPr/>
              </p:nvSpPr>
              <p:spPr>
                <a:xfrm rot="111529" flipH="1" flipV="1">
                  <a:off x="3308672" y="1870021"/>
                  <a:ext cx="136626" cy="268577"/>
                </a:xfrm>
                <a:prstGeom prst="arc">
                  <a:avLst/>
                </a:prstGeom>
                <a:noFill/>
                <a:ln w="1905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  <p:sp>
            <p:nvSpPr>
              <p:cNvPr id="348" name="Ellipszis 347"/>
              <p:cNvSpPr/>
              <p:nvPr/>
            </p:nvSpPr>
            <p:spPr>
              <a:xfrm rot="1557053" flipV="1">
                <a:off x="3799572" y="2297148"/>
                <a:ext cx="78641" cy="4571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23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19405082">
              <a:off x="5784681" y="3846943"/>
              <a:ext cx="64174" cy="136261"/>
              <a:chOff x="10926111" y="4092956"/>
              <a:chExt cx="99543" cy="725490"/>
            </a:xfrm>
          </p:grpSpPr>
          <p:cxnSp>
            <p:nvCxnSpPr>
              <p:cNvPr id="213" name="Egyenes összekötő 212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4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27" name="Egyenes összekötő 226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Egyenes összekötő 216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Egyenes összekötő 228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Csoportba foglalás 139">
              <a:extLst>
                <a:ext uri="{FF2B5EF4-FFF2-40B4-BE49-F238E27FC236}">
                  <a16:creationId xmlns:a16="http://schemas.microsoft.com/office/drawing/2014/main" id="{6EB88FBB-929F-4B4D-9B2A-C9712C0B5C84}"/>
                </a:ext>
              </a:extLst>
            </p:cNvPr>
            <p:cNvGrpSpPr/>
            <p:nvPr/>
          </p:nvGrpSpPr>
          <p:grpSpPr>
            <a:xfrm rot="2194918" flipH="1">
              <a:off x="5658492" y="3839803"/>
              <a:ext cx="64147" cy="136262"/>
              <a:chOff x="10926111" y="4092953"/>
              <a:chExt cx="99501" cy="725493"/>
            </a:xfrm>
          </p:grpSpPr>
          <p:cxnSp>
            <p:nvCxnSpPr>
              <p:cNvPr id="234" name="Egyenes összekötő 233">
                <a:extLst>
                  <a:ext uri="{FF2B5EF4-FFF2-40B4-BE49-F238E27FC236}">
                    <a16:creationId xmlns:a16="http://schemas.microsoft.com/office/drawing/2014/main" id="{1F33EDE7-13B4-4621-B85C-BBEDB603710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822014" y="4242155"/>
                <a:ext cx="352839" cy="54441"/>
              </a:xfrm>
              <a:prstGeom prst="line">
                <a:avLst/>
              </a:prstGeom>
              <a:ln w="76200"/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grpSp>
            <p:nvGrpSpPr>
              <p:cNvPr id="26" name="Csoportba foglalás 107">
                <a:extLst>
                  <a:ext uri="{FF2B5EF4-FFF2-40B4-BE49-F238E27FC236}">
                    <a16:creationId xmlns:a16="http://schemas.microsoft.com/office/drawing/2014/main" id="{4D20A68F-4B6C-4414-A348-C48116DFD9B6}"/>
                  </a:ext>
                </a:extLst>
              </p:cNvPr>
              <p:cNvGrpSpPr/>
              <p:nvPr/>
            </p:nvGrpSpPr>
            <p:grpSpPr>
              <a:xfrm>
                <a:off x="10926111" y="4387257"/>
                <a:ext cx="52249" cy="431189"/>
                <a:chOff x="5400341" y="3105193"/>
                <a:chExt cx="52249" cy="431189"/>
              </a:xfrm>
            </p:grpSpPr>
            <p:cxnSp>
              <p:nvCxnSpPr>
                <p:cNvPr id="238" name="Egyenes összekötő 237">
                  <a:extLst>
                    <a:ext uri="{FF2B5EF4-FFF2-40B4-BE49-F238E27FC236}">
                      <a16:creationId xmlns:a16="http://schemas.microsoft.com/office/drawing/2014/main" id="{5728C0A8-CF5B-4E1F-ABA8-1FC10127C6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371442" y="3179525"/>
                  <a:ext cx="155479" cy="6816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Egyenes összekötő 238">
                  <a:extLst>
                    <a:ext uri="{FF2B5EF4-FFF2-40B4-BE49-F238E27FC236}">
                      <a16:creationId xmlns:a16="http://schemas.microsoft.com/office/drawing/2014/main" id="{47735CD3-81A9-41D3-9F84-CFEACDD5D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 flipH="1" flipV="1">
                  <a:off x="5403165" y="3187131"/>
                  <a:ext cx="88825" cy="3715"/>
                </a:xfrm>
                <a:prstGeom prst="line">
                  <a:avLst/>
                </a:prstGeom>
                <a:ln w="76200">
                  <a:solidFill>
                    <a:srgbClr val="002060"/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Egyenes összekötő 244">
                  <a:extLst>
                    <a:ext uri="{FF2B5EF4-FFF2-40B4-BE49-F238E27FC236}">
                      <a16:creationId xmlns:a16="http://schemas.microsoft.com/office/drawing/2014/main" id="{2172A2B5-EAF0-4E4E-8872-78BD1538A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7594918">
                  <a:off x="5194027" y="3324874"/>
                  <a:ext cx="417822" cy="5193"/>
                </a:xfrm>
                <a:prstGeom prst="line">
                  <a:avLst/>
                </a:prstGeom>
                <a:ln w="76200">
                  <a:solidFill>
                    <a:schemeClr val="accent2">
                      <a:lumMod val="60000"/>
                      <a:lumOff val="40000"/>
                    </a:schemeClr>
                  </a:solidFill>
                </a:ln>
              </p:spPr>
              <p:style>
                <a:lnRef idx="3">
                  <a:schemeClr val="accent2"/>
                </a:lnRef>
                <a:fillRef idx="0">
                  <a:schemeClr val="accent2"/>
                </a:fillRef>
                <a:effectRef idx="2">
                  <a:schemeClr val="accent2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" name="Csoportba foglalás 208"/>
            <p:cNvGrpSpPr/>
            <p:nvPr/>
          </p:nvGrpSpPr>
          <p:grpSpPr>
            <a:xfrm>
              <a:off x="3395362" y="1663700"/>
              <a:ext cx="4708176" cy="4635182"/>
              <a:chOff x="5064125" y="3879531"/>
              <a:chExt cx="532448" cy="524194"/>
            </a:xfrm>
          </p:grpSpPr>
          <p:sp>
            <p:nvSpPr>
              <p:cNvPr id="212" name="Ellipszis 211"/>
              <p:cNvSpPr/>
              <p:nvPr/>
            </p:nvSpPr>
            <p:spPr>
              <a:xfrm>
                <a:off x="5064125" y="3879531"/>
                <a:ext cx="532448" cy="524194"/>
              </a:xfrm>
              <a:prstGeom prst="ellipse">
                <a:avLst/>
              </a:prstGeom>
              <a:solidFill>
                <a:srgbClr val="47C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16" name="Ellipszis 215"/>
              <p:cNvSpPr/>
              <p:nvPr/>
            </p:nvSpPr>
            <p:spPr>
              <a:xfrm>
                <a:off x="5111748" y="3929857"/>
                <a:ext cx="433390" cy="433390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  <p:sp>
            <p:nvSpPr>
              <p:cNvPr id="223" name="Ellipszis 222"/>
              <p:cNvSpPr/>
              <p:nvPr/>
            </p:nvSpPr>
            <p:spPr>
              <a:xfrm>
                <a:off x="5199061" y="4023520"/>
                <a:ext cx="258764" cy="258764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 dirty="0"/>
              </a:p>
            </p:txBody>
          </p:sp>
        </p:grpSp>
        <p:grpSp>
          <p:nvGrpSpPr>
            <p:cNvPr id="28" name="Csoportba foglalás 27">
              <a:extLst>
                <a:ext uri="{FF2B5EF4-FFF2-40B4-BE49-F238E27FC236}">
                  <a16:creationId xmlns:a16="http://schemas.microsoft.com/office/drawing/2014/main" id="{F43A7686-3535-3EE5-840D-A30D2A7B4776}"/>
                </a:ext>
              </a:extLst>
            </p:cNvPr>
            <p:cNvGrpSpPr/>
            <p:nvPr/>
          </p:nvGrpSpPr>
          <p:grpSpPr>
            <a:xfrm>
              <a:off x="4011739" y="3094577"/>
              <a:ext cx="3285266" cy="1784314"/>
              <a:chOff x="5104932" y="3976393"/>
              <a:chExt cx="441523" cy="235834"/>
            </a:xfrm>
          </p:grpSpPr>
          <p:sp>
            <p:nvSpPr>
              <p:cNvPr id="29" name="Ellipszis 28">
                <a:extLst>
                  <a:ext uri="{FF2B5EF4-FFF2-40B4-BE49-F238E27FC236}">
                    <a16:creationId xmlns:a16="http://schemas.microsoft.com/office/drawing/2014/main" id="{C4A08ECE-547F-0E9E-4B3B-1E4607078B86}"/>
                  </a:ext>
                </a:extLst>
              </p:cNvPr>
              <p:cNvSpPr/>
              <p:nvPr/>
            </p:nvSpPr>
            <p:spPr>
              <a:xfrm flipH="1">
                <a:off x="5372056" y="4159943"/>
                <a:ext cx="60198" cy="52284"/>
              </a:xfrm>
              <a:prstGeom prst="ellipse">
                <a:avLst/>
              </a:pr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30" name="Szabadkézi sokszög: alakzat 29">
                <a:extLst>
                  <a:ext uri="{FF2B5EF4-FFF2-40B4-BE49-F238E27FC236}">
                    <a16:creationId xmlns:a16="http://schemas.microsoft.com/office/drawing/2014/main" id="{9E35D4F8-DEAA-4A74-40E2-255E3B8EBCC3}"/>
                  </a:ext>
                </a:extLst>
              </p:cNvPr>
              <p:cNvSpPr/>
              <p:nvPr/>
            </p:nvSpPr>
            <p:spPr>
              <a:xfrm rot="21313344">
                <a:off x="5410248" y="3985208"/>
                <a:ext cx="136207" cy="200026"/>
              </a:xfrm>
              <a:custGeom>
                <a:avLst/>
                <a:gdLst>
                  <a:gd name="connsiteX0" fmla="*/ 75622 w 136207"/>
                  <a:gd name="connsiteY0" fmla="*/ 0 h 200026"/>
                  <a:gd name="connsiteX1" fmla="*/ 129095 w 136207"/>
                  <a:gd name="connsiteY1" fmla="*/ 29293 h 200026"/>
                  <a:gd name="connsiteX2" fmla="*/ 136207 w 136207"/>
                  <a:gd name="connsiteY2" fmla="*/ 43244 h 200026"/>
                  <a:gd name="connsiteX3" fmla="*/ 129366 w 136207"/>
                  <a:gd name="connsiteY3" fmla="*/ 43982 h 200026"/>
                  <a:gd name="connsiteX4" fmla="*/ 53988 w 136207"/>
                  <a:gd name="connsiteY4" fmla="*/ 104815 h 200026"/>
                  <a:gd name="connsiteX5" fmla="*/ 129366 w 136207"/>
                  <a:gd name="connsiteY5" fmla="*/ 165648 h 200026"/>
                  <a:gd name="connsiteX6" fmla="*/ 131566 w 136207"/>
                  <a:gd name="connsiteY6" fmla="*/ 165885 h 200026"/>
                  <a:gd name="connsiteX7" fmla="*/ 129095 w 136207"/>
                  <a:gd name="connsiteY7" fmla="*/ 170733 h 200026"/>
                  <a:gd name="connsiteX8" fmla="*/ 75622 w 136207"/>
                  <a:gd name="connsiteY8" fmla="*/ 200026 h 200026"/>
                  <a:gd name="connsiteX9" fmla="*/ 0 w 136207"/>
                  <a:gd name="connsiteY9" fmla="*/ 100013 h 200026"/>
                  <a:gd name="connsiteX10" fmla="*/ 75622 w 136207"/>
                  <a:gd name="connsiteY10" fmla="*/ 0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207" h="200026">
                    <a:moveTo>
                      <a:pt x="75622" y="0"/>
                    </a:moveTo>
                    <a:cubicBezTo>
                      <a:pt x="96505" y="0"/>
                      <a:pt x="115410" y="11194"/>
                      <a:pt x="129095" y="29293"/>
                    </a:cubicBezTo>
                    <a:lnTo>
                      <a:pt x="136207" y="43244"/>
                    </a:lnTo>
                    <a:lnTo>
                      <a:pt x="129366" y="43982"/>
                    </a:lnTo>
                    <a:cubicBezTo>
                      <a:pt x="85070" y="54005"/>
                      <a:pt x="53988" y="77469"/>
                      <a:pt x="53988" y="104815"/>
                    </a:cubicBezTo>
                    <a:cubicBezTo>
                      <a:pt x="53988" y="132162"/>
                      <a:pt x="85070" y="155625"/>
                      <a:pt x="129366" y="165648"/>
                    </a:cubicBezTo>
                    <a:lnTo>
                      <a:pt x="131566" y="165885"/>
                    </a:lnTo>
                    <a:lnTo>
                      <a:pt x="129095" y="170733"/>
                    </a:lnTo>
                    <a:cubicBezTo>
                      <a:pt x="115410" y="188832"/>
                      <a:pt x="96505" y="200026"/>
                      <a:pt x="75622" y="200026"/>
                    </a:cubicBezTo>
                    <a:cubicBezTo>
                      <a:pt x="33857" y="200026"/>
                      <a:pt x="0" y="155249"/>
                      <a:pt x="0" y="100013"/>
                    </a:cubicBezTo>
                    <a:cubicBezTo>
                      <a:pt x="0" y="44777"/>
                      <a:pt x="33857" y="0"/>
                      <a:pt x="75622" y="0"/>
                    </a:cubicBezTo>
                    <a:close/>
                  </a:path>
                </a:pathLst>
              </a:custGeom>
              <a:solidFill>
                <a:srgbClr val="9BE5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hu-HU"/>
              </a:p>
            </p:txBody>
          </p:sp>
          <p:grpSp>
            <p:nvGrpSpPr>
              <p:cNvPr id="31" name="Csoportba foglalás 30">
                <a:extLst>
                  <a:ext uri="{FF2B5EF4-FFF2-40B4-BE49-F238E27FC236}">
                    <a16:creationId xmlns:a16="http://schemas.microsoft.com/office/drawing/2014/main" id="{874305A8-5EF7-4455-0479-133C14C160E3}"/>
                  </a:ext>
                </a:extLst>
              </p:cNvPr>
              <p:cNvGrpSpPr/>
              <p:nvPr/>
            </p:nvGrpSpPr>
            <p:grpSpPr>
              <a:xfrm>
                <a:off x="5104932" y="3976393"/>
                <a:ext cx="267435" cy="224529"/>
                <a:chOff x="5112159" y="3988643"/>
                <a:chExt cx="267435" cy="224529"/>
              </a:xfrm>
            </p:grpSpPr>
            <p:grpSp>
              <p:nvGrpSpPr>
                <p:cNvPr id="32" name="Csoportba foglalás 31">
                  <a:extLst>
                    <a:ext uri="{FF2B5EF4-FFF2-40B4-BE49-F238E27FC236}">
                      <a16:creationId xmlns:a16="http://schemas.microsoft.com/office/drawing/2014/main" id="{D08754D0-A3B8-6B4F-F2DB-A6E8A383A4A4}"/>
                    </a:ext>
                  </a:extLst>
                </p:cNvPr>
                <p:cNvGrpSpPr/>
                <p:nvPr/>
              </p:nvGrpSpPr>
              <p:grpSpPr>
                <a:xfrm>
                  <a:off x="5112159" y="3988643"/>
                  <a:ext cx="139716" cy="224522"/>
                  <a:chOff x="5097982" y="3991339"/>
                  <a:chExt cx="163476" cy="191797"/>
                </a:xfrm>
              </p:grpSpPr>
              <p:sp>
                <p:nvSpPr>
                  <p:cNvPr id="38" name="Ellipszis 37">
                    <a:extLst>
                      <a:ext uri="{FF2B5EF4-FFF2-40B4-BE49-F238E27FC236}">
                        <a16:creationId xmlns:a16="http://schemas.microsoft.com/office/drawing/2014/main" id="{DB2F0330-C476-FA05-54B4-FF5FC22644A4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182054" y="3991339"/>
                    <a:ext cx="79404" cy="191797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9" name="Ellipszis 38">
                    <a:extLst>
                      <a:ext uri="{FF2B5EF4-FFF2-40B4-BE49-F238E27FC236}">
                        <a16:creationId xmlns:a16="http://schemas.microsoft.com/office/drawing/2014/main" id="{4EC61473-313A-B965-B6B0-36585E4F6B73}"/>
                      </a:ext>
                    </a:extLst>
                  </p:cNvPr>
                  <p:cNvSpPr/>
                  <p:nvPr/>
                </p:nvSpPr>
                <p:spPr>
                  <a:xfrm rot="19201678">
                    <a:off x="5097982" y="4002134"/>
                    <a:ext cx="156347" cy="57943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</p:grpSp>
            <p:grpSp>
              <p:nvGrpSpPr>
                <p:cNvPr id="33" name="Csoportba foglalás 32">
                  <a:extLst>
                    <a:ext uri="{FF2B5EF4-FFF2-40B4-BE49-F238E27FC236}">
                      <a16:creationId xmlns:a16="http://schemas.microsoft.com/office/drawing/2014/main" id="{7D3ADB3D-18D3-E049-2CAA-D2DF151B2888}"/>
                    </a:ext>
                  </a:extLst>
                </p:cNvPr>
                <p:cNvGrpSpPr/>
                <p:nvPr/>
              </p:nvGrpSpPr>
              <p:grpSpPr>
                <a:xfrm>
                  <a:off x="5251816" y="3993620"/>
                  <a:ext cx="127778" cy="219552"/>
                  <a:chOff x="5311122" y="3914148"/>
                  <a:chExt cx="189297" cy="228921"/>
                </a:xfrm>
              </p:grpSpPr>
              <p:sp>
                <p:nvSpPr>
                  <p:cNvPr id="34" name="Ellipszis 33">
                    <a:extLst>
                      <a:ext uri="{FF2B5EF4-FFF2-40B4-BE49-F238E27FC236}">
                        <a16:creationId xmlns:a16="http://schemas.microsoft.com/office/drawing/2014/main" id="{79935DA4-B4F1-F97F-2207-AA90D9068789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31501" y="391414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5" name="Ellipszis 34">
                    <a:extLst>
                      <a:ext uri="{FF2B5EF4-FFF2-40B4-BE49-F238E27FC236}">
                        <a16:creationId xmlns:a16="http://schemas.microsoft.com/office/drawing/2014/main" id="{304A309F-E6A3-918E-FA81-44CA9756B196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422714" y="3929983"/>
                    <a:ext cx="77705" cy="204911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 dirty="0"/>
                  </a:p>
                </p:txBody>
              </p:sp>
              <p:sp>
                <p:nvSpPr>
                  <p:cNvPr id="36" name="Ellipszis 35">
                    <a:extLst>
                      <a:ext uri="{FF2B5EF4-FFF2-40B4-BE49-F238E27FC236}">
                        <a16:creationId xmlns:a16="http://schemas.microsoft.com/office/drawing/2014/main" id="{38450A6D-A8D3-CC3A-456F-EC6A4D716E10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11122" y="4011608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37" name="Ellipszis 36">
                    <a:extLst>
                      <a:ext uri="{FF2B5EF4-FFF2-40B4-BE49-F238E27FC236}">
                        <a16:creationId xmlns:a16="http://schemas.microsoft.com/office/drawing/2014/main" id="{AE555839-55FB-1652-3122-07D2D2FFB4DD}"/>
                      </a:ext>
                    </a:extLst>
                  </p:cNvPr>
                  <p:cNvSpPr/>
                  <p:nvPr/>
                </p:nvSpPr>
                <p:spPr>
                  <a:xfrm rot="209808">
                    <a:off x="5320903" y="4097350"/>
                    <a:ext cx="139298" cy="45719"/>
                  </a:xfrm>
                  <a:prstGeom prst="ellipse">
                    <a:avLst/>
                  </a:prstGeom>
                  <a:solidFill>
                    <a:srgbClr val="9BE5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401"/>
          <p:cNvGrpSpPr/>
          <p:nvPr/>
        </p:nvGrpSpPr>
        <p:grpSpPr>
          <a:xfrm>
            <a:off x="4423611" y="1746250"/>
            <a:ext cx="2950110" cy="3566270"/>
            <a:chOff x="4423611" y="1746250"/>
            <a:chExt cx="2950110" cy="3566270"/>
          </a:xfrm>
          <a:solidFill>
            <a:schemeClr val="accent4">
              <a:lumMod val="60000"/>
              <a:lumOff val="40000"/>
              <a:alpha val="40000"/>
            </a:schemeClr>
          </a:solidFill>
        </p:grpSpPr>
        <p:sp>
          <p:nvSpPr>
            <p:cNvPr id="399" name="Ellipszis 398"/>
            <p:cNvSpPr/>
            <p:nvPr/>
          </p:nvSpPr>
          <p:spPr>
            <a:xfrm>
              <a:off x="5166360" y="2313623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0" name="Ellipszis 399"/>
            <p:cNvSpPr/>
            <p:nvPr/>
          </p:nvSpPr>
          <p:spPr>
            <a:xfrm>
              <a:off x="5586730" y="1827531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7" name="Ellipszis 396"/>
            <p:cNvSpPr/>
            <p:nvPr/>
          </p:nvSpPr>
          <p:spPr>
            <a:xfrm rot="17438591">
              <a:off x="5237760" y="4161075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6" name="Ellipszis 395"/>
            <p:cNvSpPr/>
            <p:nvPr/>
          </p:nvSpPr>
          <p:spPr>
            <a:xfrm rot="18015131">
              <a:off x="5075836" y="3827700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5" name="Ellipszis 394"/>
            <p:cNvSpPr/>
            <p:nvPr/>
          </p:nvSpPr>
          <p:spPr>
            <a:xfrm rot="18936556">
              <a:off x="4980586" y="3956288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4" name="Ellipszis 393"/>
            <p:cNvSpPr/>
            <p:nvPr/>
          </p:nvSpPr>
          <p:spPr>
            <a:xfrm rot="19559640">
              <a:off x="4782391" y="3577247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3" name="Ellipszis 392"/>
            <p:cNvSpPr/>
            <p:nvPr/>
          </p:nvSpPr>
          <p:spPr>
            <a:xfrm rot="18173528">
              <a:off x="4868117" y="3401035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2" name="Ellipszis 391"/>
            <p:cNvSpPr/>
            <p:nvPr/>
          </p:nvSpPr>
          <p:spPr>
            <a:xfrm rot="18680492">
              <a:off x="4968130" y="3020036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1" name="Ellipszis 390"/>
            <p:cNvSpPr/>
            <p:nvPr/>
          </p:nvSpPr>
          <p:spPr>
            <a:xfrm rot="19812551">
              <a:off x="4815730" y="3101000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0" name="Ellipszis 389"/>
            <p:cNvSpPr/>
            <p:nvPr/>
          </p:nvSpPr>
          <p:spPr>
            <a:xfrm rot="459399">
              <a:off x="5071626" y="28283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9" name="Ellipszis 388"/>
            <p:cNvSpPr/>
            <p:nvPr/>
          </p:nvSpPr>
          <p:spPr>
            <a:xfrm rot="459399">
              <a:off x="4919226" y="26759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8" name="Ellipszis 387"/>
            <p:cNvSpPr/>
            <p:nvPr/>
          </p:nvSpPr>
          <p:spPr>
            <a:xfrm rot="20790213">
              <a:off x="5219264" y="269976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7" name="Ellipszis 386"/>
            <p:cNvSpPr/>
            <p:nvPr/>
          </p:nvSpPr>
          <p:spPr>
            <a:xfrm rot="20790213">
              <a:off x="5095438" y="24949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6" name="Ellipszis 385"/>
            <p:cNvSpPr/>
            <p:nvPr/>
          </p:nvSpPr>
          <p:spPr>
            <a:xfrm rot="3577494">
              <a:off x="6540444" y="4227161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5" name="Ellipszis 384"/>
            <p:cNvSpPr/>
            <p:nvPr/>
          </p:nvSpPr>
          <p:spPr>
            <a:xfrm rot="3577494">
              <a:off x="6640457" y="412714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4" name="Ellipszis 383"/>
            <p:cNvSpPr/>
            <p:nvPr/>
          </p:nvSpPr>
          <p:spPr>
            <a:xfrm rot="2901804">
              <a:off x="6159653" y="4363965"/>
              <a:ext cx="251957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2" name="Ellipszis 381"/>
            <p:cNvSpPr/>
            <p:nvPr/>
          </p:nvSpPr>
          <p:spPr>
            <a:xfrm rot="2612912">
              <a:off x="6462271" y="406184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1" name="Ellipszis 380"/>
            <p:cNvSpPr/>
            <p:nvPr/>
          </p:nvSpPr>
          <p:spPr>
            <a:xfrm rot="2147207">
              <a:off x="6476558" y="346177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0" name="Ellipszis 379"/>
            <p:cNvSpPr/>
            <p:nvPr/>
          </p:nvSpPr>
          <p:spPr>
            <a:xfrm rot="2147207">
              <a:off x="6695633" y="3433195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9" name="Ellipszis 378"/>
            <p:cNvSpPr/>
            <p:nvPr/>
          </p:nvSpPr>
          <p:spPr>
            <a:xfrm rot="3542268">
              <a:off x="6395599" y="287122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8" name="Ellipszis 377"/>
            <p:cNvSpPr/>
            <p:nvPr/>
          </p:nvSpPr>
          <p:spPr>
            <a:xfrm rot="1679753">
              <a:off x="6578875" y="3114348"/>
              <a:ext cx="259714" cy="107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7" name="Ellipszis 376"/>
            <p:cNvSpPr/>
            <p:nvPr/>
          </p:nvSpPr>
          <p:spPr>
            <a:xfrm rot="20790213">
              <a:off x="6524188" y="260451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6" name="Ellipszis 375"/>
            <p:cNvSpPr/>
            <p:nvPr/>
          </p:nvSpPr>
          <p:spPr>
            <a:xfrm rot="20790213">
              <a:off x="6443225" y="256165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3" name="Ellipszis 372"/>
            <p:cNvSpPr/>
            <p:nvPr/>
          </p:nvSpPr>
          <p:spPr>
            <a:xfrm rot="2197682">
              <a:off x="5470866" y="3277015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4" name="Ellipszis 373"/>
            <p:cNvSpPr/>
            <p:nvPr/>
          </p:nvSpPr>
          <p:spPr>
            <a:xfrm rot="2197682">
              <a:off x="4966042" y="298650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5" name="Ellipszis 374"/>
            <p:cNvSpPr/>
            <p:nvPr/>
          </p:nvSpPr>
          <p:spPr>
            <a:xfrm rot="1773522">
              <a:off x="6124138" y="2518793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1" name="Ellipszis 370"/>
            <p:cNvSpPr/>
            <p:nvPr/>
          </p:nvSpPr>
          <p:spPr>
            <a:xfrm rot="4169971">
              <a:off x="5883908" y="4993576"/>
              <a:ext cx="187385" cy="34604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9" name="Ellipszis 368"/>
            <p:cNvSpPr/>
            <p:nvPr/>
          </p:nvSpPr>
          <p:spPr>
            <a:xfrm rot="18022506" flipH="1">
              <a:off x="5068831" y="4265260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0" name="Ellipszis 369"/>
            <p:cNvSpPr/>
            <p:nvPr/>
          </p:nvSpPr>
          <p:spPr>
            <a:xfrm rot="18022506" flipH="1">
              <a:off x="5187894" y="43700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8" name="Ellipszis 367"/>
            <p:cNvSpPr/>
            <p:nvPr/>
          </p:nvSpPr>
          <p:spPr>
            <a:xfrm rot="18022506" flipH="1">
              <a:off x="4911669" y="42176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7" name="Ellipszis 366"/>
            <p:cNvSpPr/>
            <p:nvPr/>
          </p:nvSpPr>
          <p:spPr>
            <a:xfrm rot="3577494">
              <a:off x="6640457" y="414619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6" name="Ellipszis 365"/>
            <p:cNvSpPr/>
            <p:nvPr/>
          </p:nvSpPr>
          <p:spPr>
            <a:xfrm rot="2901804">
              <a:off x="6606012" y="3860991"/>
              <a:ext cx="231420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5" name="Ellipszis 364"/>
            <p:cNvSpPr/>
            <p:nvPr/>
          </p:nvSpPr>
          <p:spPr>
            <a:xfrm rot="2765525">
              <a:off x="6723996" y="3295294"/>
              <a:ext cx="164532" cy="113491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4" name="Ellipszis 363"/>
            <p:cNvSpPr/>
            <p:nvPr/>
          </p:nvSpPr>
          <p:spPr>
            <a:xfrm rot="2445801">
              <a:off x="6586103" y="29140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2" name="Ellipszis 361"/>
            <p:cNvSpPr/>
            <p:nvPr/>
          </p:nvSpPr>
          <p:spPr>
            <a:xfrm rot="500387">
              <a:off x="6343213" y="250450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1" name="Ellipszis 360"/>
            <p:cNvSpPr/>
            <p:nvPr/>
          </p:nvSpPr>
          <p:spPr>
            <a:xfrm rot="20488461">
              <a:off x="5810763" y="1822108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9" name="Ellipszis 358"/>
            <p:cNvSpPr/>
            <p:nvPr/>
          </p:nvSpPr>
          <p:spPr>
            <a:xfrm rot="960565">
              <a:off x="5472626" y="1907834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8" name="Ellipszis 357"/>
            <p:cNvSpPr/>
            <p:nvPr/>
          </p:nvSpPr>
          <p:spPr>
            <a:xfrm>
              <a:off x="5189220" y="2328862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5" name="Ellipszis 354"/>
            <p:cNvSpPr/>
            <p:nvPr/>
          </p:nvSpPr>
          <p:spPr>
            <a:xfrm>
              <a:off x="5594350" y="1789430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8" name="Ellipszis 397"/>
            <p:cNvSpPr/>
            <p:nvPr/>
          </p:nvSpPr>
          <p:spPr>
            <a:xfrm rot="2197682">
              <a:off x="5140032" y="311731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70" name="Egyenes összekötő 69">
            <a:extLst>
              <a:ext uri="{FF2B5EF4-FFF2-40B4-BE49-F238E27FC236}">
                <a16:creationId xmlns:a16="http://schemas.microsoft.com/office/drawing/2014/main" id="{75DBB7EB-4CDD-4337-8CC1-B1B5059E8000}"/>
              </a:ext>
            </a:extLst>
          </p:cNvPr>
          <p:cNvCxnSpPr>
            <a:cxnSpLocks/>
          </p:cNvCxnSpPr>
          <p:nvPr/>
        </p:nvCxnSpPr>
        <p:spPr>
          <a:xfrm flipH="1">
            <a:off x="5757194" y="3662346"/>
            <a:ext cx="1" cy="87236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1" name="Egyenes összekötő 70">
            <a:extLst>
              <a:ext uri="{FF2B5EF4-FFF2-40B4-BE49-F238E27FC236}">
                <a16:creationId xmlns:a16="http://schemas.microsoft.com/office/drawing/2014/main" id="{21E1589A-4C45-426A-8782-2386E9474D3D}"/>
              </a:ext>
            </a:extLst>
          </p:cNvPr>
          <p:cNvCxnSpPr>
            <a:cxnSpLocks/>
          </p:cNvCxnSpPr>
          <p:nvPr/>
        </p:nvCxnSpPr>
        <p:spPr>
          <a:xfrm flipH="1">
            <a:off x="5660161" y="4498276"/>
            <a:ext cx="107021" cy="337025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2" name="Egyenes összekötő 71">
            <a:extLst>
              <a:ext uri="{FF2B5EF4-FFF2-40B4-BE49-F238E27FC236}">
                <a16:creationId xmlns:a16="http://schemas.microsoft.com/office/drawing/2014/main" id="{CCA17437-17FE-4135-8A7D-531B173B2FF2}"/>
              </a:ext>
            </a:extLst>
          </p:cNvPr>
          <p:cNvCxnSpPr>
            <a:cxnSpLocks/>
          </p:cNvCxnSpPr>
          <p:nvPr/>
        </p:nvCxnSpPr>
        <p:spPr>
          <a:xfrm flipH="1">
            <a:off x="5654848" y="4812990"/>
            <a:ext cx="5313" cy="334003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3" name="Egyenes összekötő 72">
            <a:extLst>
              <a:ext uri="{FF2B5EF4-FFF2-40B4-BE49-F238E27FC236}">
                <a16:creationId xmlns:a16="http://schemas.microsoft.com/office/drawing/2014/main" id="{7EABF34E-ED8D-4877-B58C-E0413F8A7B34}"/>
              </a:ext>
            </a:extLst>
          </p:cNvPr>
          <p:cNvCxnSpPr>
            <a:cxnSpLocks/>
          </p:cNvCxnSpPr>
          <p:nvPr/>
        </p:nvCxnSpPr>
        <p:spPr>
          <a:xfrm>
            <a:off x="5767065" y="4514625"/>
            <a:ext cx="115843" cy="3642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4" name="Egyenes összekötő 73">
            <a:extLst>
              <a:ext uri="{FF2B5EF4-FFF2-40B4-BE49-F238E27FC236}">
                <a16:creationId xmlns:a16="http://schemas.microsoft.com/office/drawing/2014/main" id="{C1EE5CFB-110F-4F86-9091-3593B53F5D8E}"/>
              </a:ext>
            </a:extLst>
          </p:cNvPr>
          <p:cNvCxnSpPr>
            <a:cxnSpLocks/>
          </p:cNvCxnSpPr>
          <p:nvPr/>
        </p:nvCxnSpPr>
        <p:spPr>
          <a:xfrm>
            <a:off x="5876422" y="4846348"/>
            <a:ext cx="56252" cy="3444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5" name="Egyenes összekötő 74">
            <a:extLst>
              <a:ext uri="{FF2B5EF4-FFF2-40B4-BE49-F238E27FC236}">
                <a16:creationId xmlns:a16="http://schemas.microsoft.com/office/drawing/2014/main" id="{10AE773F-55A6-4494-90F0-E7CC851F6BEC}"/>
              </a:ext>
            </a:extLst>
          </p:cNvPr>
          <p:cNvCxnSpPr>
            <a:cxnSpLocks/>
          </p:cNvCxnSpPr>
          <p:nvPr/>
        </p:nvCxnSpPr>
        <p:spPr>
          <a:xfrm>
            <a:off x="5615299" y="5190814"/>
            <a:ext cx="78147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6" name="Egyenes összekötő 75">
            <a:extLst>
              <a:ext uri="{FF2B5EF4-FFF2-40B4-BE49-F238E27FC236}">
                <a16:creationId xmlns:a16="http://schemas.microsoft.com/office/drawing/2014/main" id="{81B2B4CD-4755-4A04-998D-BB7C9B9432D8}"/>
              </a:ext>
            </a:extLst>
          </p:cNvPr>
          <p:cNvCxnSpPr>
            <a:cxnSpLocks/>
          </p:cNvCxnSpPr>
          <p:nvPr/>
        </p:nvCxnSpPr>
        <p:spPr>
          <a:xfrm flipH="1" flipV="1">
            <a:off x="5926179" y="5149509"/>
            <a:ext cx="9688" cy="8261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7" name="Egyenes összekötő 76">
            <a:extLst>
              <a:ext uri="{FF2B5EF4-FFF2-40B4-BE49-F238E27FC236}">
                <a16:creationId xmlns:a16="http://schemas.microsoft.com/office/drawing/2014/main" id="{90E45E59-D190-406C-AE5B-538296B65A35}"/>
              </a:ext>
            </a:extLst>
          </p:cNvPr>
          <p:cNvCxnSpPr>
            <a:cxnSpLocks/>
          </p:cNvCxnSpPr>
          <p:nvPr/>
        </p:nvCxnSpPr>
        <p:spPr>
          <a:xfrm flipV="1">
            <a:off x="5720633" y="4475119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8" name="Egyenes összekötő 77">
            <a:extLst>
              <a:ext uri="{FF2B5EF4-FFF2-40B4-BE49-F238E27FC236}">
                <a16:creationId xmlns:a16="http://schemas.microsoft.com/office/drawing/2014/main" id="{A7E24C51-B347-4CB3-8E31-A63327CC4FF4}"/>
              </a:ext>
            </a:extLst>
          </p:cNvPr>
          <p:cNvCxnSpPr>
            <a:cxnSpLocks/>
          </p:cNvCxnSpPr>
          <p:nvPr/>
        </p:nvCxnSpPr>
        <p:spPr>
          <a:xfrm flipH="1">
            <a:off x="5681195" y="4475123"/>
            <a:ext cx="101350" cy="8237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9" name="Egyenes összekötő 78">
            <a:extLst>
              <a:ext uri="{FF2B5EF4-FFF2-40B4-BE49-F238E27FC236}">
                <a16:creationId xmlns:a16="http://schemas.microsoft.com/office/drawing/2014/main" id="{78EA95D6-572A-436F-8106-BBE2C7F94ABE}"/>
              </a:ext>
            </a:extLst>
          </p:cNvPr>
          <p:cNvCxnSpPr>
            <a:cxnSpLocks/>
          </p:cNvCxnSpPr>
          <p:nvPr/>
        </p:nvCxnSpPr>
        <p:spPr>
          <a:xfrm>
            <a:off x="5771316" y="4475119"/>
            <a:ext cx="181367" cy="8238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80" name="Ellipszis 79">
            <a:extLst>
              <a:ext uri="{FF2B5EF4-FFF2-40B4-BE49-F238E27FC236}">
                <a16:creationId xmlns:a16="http://schemas.microsoft.com/office/drawing/2014/main" id="{D2385819-FD57-45BC-8C43-7C867923C060}"/>
              </a:ext>
            </a:extLst>
          </p:cNvPr>
          <p:cNvSpPr/>
          <p:nvPr/>
        </p:nvSpPr>
        <p:spPr>
          <a:xfrm rot="21029991">
            <a:off x="5534353" y="3232589"/>
            <a:ext cx="467414" cy="450603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352"/>
          <p:cNvGrpSpPr/>
          <p:nvPr/>
        </p:nvGrpSpPr>
        <p:grpSpPr>
          <a:xfrm>
            <a:off x="4985890" y="2400300"/>
            <a:ext cx="1466744" cy="1443260"/>
            <a:chOff x="2787044" y="1332487"/>
            <a:chExt cx="1466744" cy="1443260"/>
          </a:xfrm>
        </p:grpSpPr>
        <p:sp>
          <p:nvSpPr>
            <p:cNvPr id="352" name="Ellipszis 351"/>
            <p:cNvSpPr/>
            <p:nvPr/>
          </p:nvSpPr>
          <p:spPr>
            <a:xfrm rot="17461877" flipV="1">
              <a:off x="3773377" y="2420973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1" name="Ellipszis 350"/>
            <p:cNvSpPr/>
            <p:nvPr/>
          </p:nvSpPr>
          <p:spPr>
            <a:xfrm rot="19260662" flipV="1">
              <a:off x="3729699" y="2466457"/>
              <a:ext cx="130085" cy="6054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0" name="Ellipszis 349"/>
            <p:cNvSpPr/>
            <p:nvPr/>
          </p:nvSpPr>
          <p:spPr>
            <a:xfrm rot="20701905" flipV="1">
              <a:off x="3727732" y="2489344"/>
              <a:ext cx="102370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9" name="Ellipszis 348"/>
            <p:cNvSpPr/>
            <p:nvPr/>
          </p:nvSpPr>
          <p:spPr>
            <a:xfrm rot="20701905" flipV="1">
              <a:off x="3785283" y="2459072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7" name="Ellipszis 346"/>
            <p:cNvSpPr/>
            <p:nvPr/>
          </p:nvSpPr>
          <p:spPr>
            <a:xfrm rot="1557053">
              <a:off x="3845769" y="2170755"/>
              <a:ext cx="78641" cy="29602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6" name="Ellipszis 345"/>
            <p:cNvSpPr/>
            <p:nvPr/>
          </p:nvSpPr>
          <p:spPr>
            <a:xfrm rot="20588735">
              <a:off x="3782985" y="2254403"/>
              <a:ext cx="45719" cy="15787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5" name="Ellipszis 344"/>
            <p:cNvSpPr/>
            <p:nvPr/>
          </p:nvSpPr>
          <p:spPr>
            <a:xfrm rot="19475410">
              <a:off x="3717081" y="2083144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4" name="Ellipszis 343"/>
            <p:cNvSpPr/>
            <p:nvPr/>
          </p:nvSpPr>
          <p:spPr>
            <a:xfrm rot="1557053">
              <a:off x="3805553" y="2053369"/>
              <a:ext cx="72506" cy="27059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3" name="Ellipszis 342"/>
            <p:cNvSpPr/>
            <p:nvPr/>
          </p:nvSpPr>
          <p:spPr>
            <a:xfrm rot="1557053">
              <a:off x="3798044" y="2006945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2" name="Ellipszis 341"/>
            <p:cNvSpPr/>
            <p:nvPr/>
          </p:nvSpPr>
          <p:spPr>
            <a:xfrm rot="18358001">
              <a:off x="3342656" y="1895267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1" name="Ellipszis 340"/>
            <p:cNvSpPr/>
            <p:nvPr/>
          </p:nvSpPr>
          <p:spPr>
            <a:xfrm rot="19740016">
              <a:off x="3328367" y="1930986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0" name="Ellipszis 339"/>
            <p:cNvSpPr/>
            <p:nvPr/>
          </p:nvSpPr>
          <p:spPr>
            <a:xfrm rot="18226193">
              <a:off x="3269164" y="1892887"/>
              <a:ext cx="54104" cy="140936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9" name="Ellipszis 338"/>
            <p:cNvSpPr/>
            <p:nvPr/>
          </p:nvSpPr>
          <p:spPr>
            <a:xfrm rot="16983355">
              <a:off x="3318885" y="2429111"/>
              <a:ext cx="45719" cy="12795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8" name="Ellipszis 337"/>
            <p:cNvSpPr/>
            <p:nvPr/>
          </p:nvSpPr>
          <p:spPr>
            <a:xfrm rot="19280624">
              <a:off x="3272018" y="2325814"/>
              <a:ext cx="53553" cy="17946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7" name="Ellipszis 336"/>
            <p:cNvSpPr/>
            <p:nvPr/>
          </p:nvSpPr>
          <p:spPr>
            <a:xfrm rot="18267339">
              <a:off x="3359120" y="1999113"/>
              <a:ext cx="62830" cy="31059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6" name="Ellipszis 335"/>
            <p:cNvSpPr/>
            <p:nvPr/>
          </p:nvSpPr>
          <p:spPr>
            <a:xfrm rot="20229635">
              <a:off x="3276057" y="2024774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5" name="Ellipszis 334"/>
            <p:cNvSpPr/>
            <p:nvPr/>
          </p:nvSpPr>
          <p:spPr>
            <a:xfrm rot="20229635">
              <a:off x="3185569" y="2000961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4" name="Ellipszis 333"/>
            <p:cNvSpPr/>
            <p:nvPr/>
          </p:nvSpPr>
          <p:spPr>
            <a:xfrm rot="20781721">
              <a:off x="3329143" y="2110792"/>
              <a:ext cx="58402" cy="346635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3" name="Ellipszis 332"/>
            <p:cNvSpPr/>
            <p:nvPr/>
          </p:nvSpPr>
          <p:spPr>
            <a:xfrm rot="20236544">
              <a:off x="3274489" y="20812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2" name="Ellipszis 331"/>
            <p:cNvSpPr/>
            <p:nvPr/>
          </p:nvSpPr>
          <p:spPr>
            <a:xfrm rot="20554922">
              <a:off x="3629179" y="1972764"/>
              <a:ext cx="72226" cy="3598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1" name="Ellipszis 330"/>
            <p:cNvSpPr/>
            <p:nvPr/>
          </p:nvSpPr>
          <p:spPr>
            <a:xfrm rot="307296">
              <a:off x="3707087" y="2069844"/>
              <a:ext cx="45719" cy="38992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7" name="Ellipszis 326"/>
            <p:cNvSpPr/>
            <p:nvPr/>
          </p:nvSpPr>
          <p:spPr>
            <a:xfrm rot="1131027">
              <a:off x="3531169" y="1895676"/>
              <a:ext cx="310009" cy="34488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6" name="Ellipszis 325"/>
            <p:cNvSpPr/>
            <p:nvPr/>
          </p:nvSpPr>
          <p:spPr>
            <a:xfrm rot="1131027">
              <a:off x="3388832" y="1858662"/>
              <a:ext cx="197318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5" name="Ellipszis 324"/>
            <p:cNvSpPr/>
            <p:nvPr/>
          </p:nvSpPr>
          <p:spPr>
            <a:xfrm rot="307296">
              <a:off x="3360855" y="1912104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3" name="Ellipszis 312"/>
            <p:cNvSpPr/>
            <p:nvPr/>
          </p:nvSpPr>
          <p:spPr>
            <a:xfrm rot="2090414">
              <a:off x="3576242" y="1995732"/>
              <a:ext cx="45719" cy="24453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2" name="Ellipszis 311"/>
            <p:cNvSpPr/>
            <p:nvPr/>
          </p:nvSpPr>
          <p:spPr>
            <a:xfrm rot="4163951">
              <a:off x="3574524" y="19669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0" name="Ellipszis 309"/>
            <p:cNvSpPr/>
            <p:nvPr/>
          </p:nvSpPr>
          <p:spPr>
            <a:xfrm rot="307296">
              <a:off x="3387049" y="2078793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1" name="Ellipszis 310"/>
            <p:cNvSpPr/>
            <p:nvPr/>
          </p:nvSpPr>
          <p:spPr>
            <a:xfrm rot="2090414">
              <a:off x="3486420" y="1969333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287"/>
            <p:cNvGrpSpPr/>
            <p:nvPr/>
          </p:nvGrpSpPr>
          <p:grpSpPr>
            <a:xfrm rot="1507515">
              <a:off x="3485504" y="1833174"/>
              <a:ext cx="340515" cy="385214"/>
              <a:chOff x="3324745" y="1577582"/>
              <a:chExt cx="436219" cy="460729"/>
            </a:xfrm>
          </p:grpSpPr>
          <p:sp>
            <p:nvSpPr>
              <p:cNvPr id="289" name="Ellipszis 288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0" name="Ellipszis 289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1" name="Ellipszis 290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2" name="Ellipszis 291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3" name="Ellipszis 292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4" name="Ellipszis 293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5" name="Ellipszis 29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6" name="Ellipszis 295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7" name="Ellipszis 296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8" name="Ellipszis 297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" name="Csoportba foglalás 286"/>
            <p:cNvGrpSpPr/>
            <p:nvPr/>
          </p:nvGrpSpPr>
          <p:grpSpPr>
            <a:xfrm>
              <a:off x="3324745" y="1577582"/>
              <a:ext cx="436219" cy="460729"/>
              <a:chOff x="3324745" y="1577582"/>
              <a:chExt cx="436219" cy="460729"/>
            </a:xfrm>
          </p:grpSpPr>
          <p:sp>
            <p:nvSpPr>
              <p:cNvPr id="286" name="Ellipszis 285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5" name="Ellipszis 284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3" name="Ellipszis 282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4" name="Ellipszis 283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2" name="Ellipszis 281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6" name="Ellipszis 275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5" name="Ellipszis 27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0" name="Ellipszis 279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9" name="Ellipszis 278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1" name="Ellipszis 280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" name="Csoportba foglalás 272"/>
            <p:cNvGrpSpPr/>
            <p:nvPr/>
          </p:nvGrpSpPr>
          <p:grpSpPr>
            <a:xfrm>
              <a:off x="2787044" y="1332487"/>
              <a:ext cx="1466744" cy="1443260"/>
              <a:chOff x="2863244" y="1320580"/>
              <a:chExt cx="1466744" cy="1443260"/>
            </a:xfrm>
          </p:grpSpPr>
          <p:grpSp>
            <p:nvGrpSpPr>
              <p:cNvPr id="7" name="Csoportba foglalás 258"/>
              <p:cNvGrpSpPr/>
              <p:nvPr/>
            </p:nvGrpSpPr>
            <p:grpSpPr>
              <a:xfrm>
                <a:off x="2863244" y="1320580"/>
                <a:ext cx="1466744" cy="1443260"/>
                <a:chOff x="4977793" y="2339755"/>
                <a:chExt cx="1466744" cy="1443260"/>
              </a:xfrm>
              <a:noFill/>
            </p:grpSpPr>
            <p:grpSp>
              <p:nvGrpSpPr>
                <p:cNvPr id="8" name="Csoportba foglalás 237"/>
                <p:cNvGrpSpPr/>
                <p:nvPr/>
              </p:nvGrpSpPr>
              <p:grpSpPr>
                <a:xfrm>
                  <a:off x="5523715" y="3129758"/>
                  <a:ext cx="511266" cy="653257"/>
                  <a:chOff x="4261653" y="2296321"/>
                  <a:chExt cx="511266" cy="653257"/>
                </a:xfrm>
                <a:grpFill/>
              </p:grpSpPr>
              <p:grpSp>
                <p:nvGrpSpPr>
                  <p:cNvPr id="10" name="Csoportba foglalás 187"/>
                  <p:cNvGrpSpPr/>
                  <p:nvPr/>
                </p:nvGrpSpPr>
                <p:grpSpPr>
                  <a:xfrm rot="823178">
                    <a:off x="4360727" y="2357252"/>
                    <a:ext cx="284279" cy="462682"/>
                    <a:chOff x="4230326" y="1571625"/>
                    <a:chExt cx="236899" cy="441327"/>
                  </a:xfrm>
                  <a:grpFill/>
                </p:grpSpPr>
                <p:sp>
                  <p:nvSpPr>
                    <p:cNvPr id="186" name="Ív 185"/>
                    <p:cNvSpPr/>
                    <p:nvPr/>
                  </p:nvSpPr>
                  <p:spPr>
                    <a:xfrm>
                      <a:off x="4230326" y="1610118"/>
                      <a:ext cx="227374" cy="4028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87" name="Ív 186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1" name="Csoportba foglalás 188"/>
                  <p:cNvGrpSpPr/>
                  <p:nvPr/>
                </p:nvGrpSpPr>
                <p:grpSpPr>
                  <a:xfrm>
                    <a:off x="4576146" y="2436966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190" name="Ív 189"/>
                    <p:cNvSpPr/>
                    <p:nvPr/>
                  </p:nvSpPr>
                  <p:spPr>
                    <a:xfrm>
                      <a:off x="4276641" y="1630745"/>
                      <a:ext cx="181059" cy="38220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91" name="Ív 19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2" name="Csoportba foglalás 191"/>
                  <p:cNvGrpSpPr/>
                  <p:nvPr/>
                </p:nvGrpSpPr>
                <p:grpSpPr>
                  <a:xfrm flipH="1">
                    <a:off x="4313623" y="2296321"/>
                    <a:ext cx="459296" cy="653257"/>
                    <a:chOff x="4221715" y="1547296"/>
                    <a:chExt cx="249617" cy="465654"/>
                  </a:xfrm>
                  <a:grpFill/>
                </p:grpSpPr>
                <p:sp>
                  <p:nvSpPr>
                    <p:cNvPr id="206" name="Ív 205"/>
                    <p:cNvSpPr/>
                    <p:nvPr/>
                  </p:nvSpPr>
                  <p:spPr>
                    <a:xfrm>
                      <a:off x="4229100" y="1619250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07" name="Ív 206"/>
                    <p:cNvSpPr/>
                    <p:nvPr/>
                  </p:nvSpPr>
                  <p:spPr>
                    <a:xfrm rot="1497937">
                      <a:off x="4221715" y="1547296"/>
                      <a:ext cx="249617" cy="41311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3" name="Csoportba foglalás 208"/>
                  <p:cNvGrpSpPr/>
                  <p:nvPr/>
                </p:nvGrpSpPr>
                <p:grpSpPr>
                  <a:xfrm flipH="1">
                    <a:off x="4261653" y="2451692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210" name="Ív 209"/>
                    <p:cNvSpPr/>
                    <p:nvPr/>
                  </p:nvSpPr>
                  <p:spPr>
                    <a:xfrm>
                      <a:off x="4363886" y="1653638"/>
                      <a:ext cx="93814" cy="359312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11" name="Szabadkézi sokszög 21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custGeom>
                      <a:avLst/>
                      <a:gdLst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  <a:gd name="connsiteX3" fmla="*/ 114300 w 228600"/>
                        <a:gd name="connsiteY3" fmla="*/ 196850 h 393700"/>
                        <a:gd name="connsiteX4" fmla="*/ 114300 w 228600"/>
                        <a:gd name="connsiteY4" fmla="*/ 0 h 393700"/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28600" h="393700" stroke="0" extrusionOk="0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  <a:lnTo>
                            <a:pt x="114300" y="196850"/>
                          </a:lnTo>
                          <a:lnTo>
                            <a:pt x="114300" y="0"/>
                          </a:lnTo>
                          <a:close/>
                        </a:path>
                        <a:path w="228600" h="393700" fill="none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grpSp>
              <p:nvGrpSpPr>
                <p:cNvPr id="14" name="Csoportba foglalás 216"/>
                <p:cNvGrpSpPr/>
                <p:nvPr/>
              </p:nvGrpSpPr>
              <p:grpSpPr>
                <a:xfrm rot="3198530" flipV="1">
                  <a:off x="5904716" y="3241840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18" name="Ív 217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0" name="Ív 229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5" name="Csoportba foglalás 230"/>
                <p:cNvGrpSpPr/>
                <p:nvPr/>
              </p:nvGrpSpPr>
              <p:grpSpPr>
                <a:xfrm rot="1932286" flipV="1">
                  <a:off x="5888830" y="2848197"/>
                  <a:ext cx="259320" cy="625017"/>
                  <a:chOff x="4211451" y="1573248"/>
                  <a:chExt cx="265440" cy="485165"/>
                </a:xfrm>
                <a:grpFill/>
              </p:grpSpPr>
              <p:sp>
                <p:nvSpPr>
                  <p:cNvPr id="232" name="Ív 23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3" name="Ív 232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6" name="Csoportba foglalás 233"/>
                <p:cNvGrpSpPr/>
                <p:nvPr/>
              </p:nvGrpSpPr>
              <p:grpSpPr>
                <a:xfrm rot="3087559" flipH="1" flipV="1">
                  <a:off x="5902416" y="2731799"/>
                  <a:ext cx="361677" cy="722564"/>
                  <a:chOff x="4141106" y="1573248"/>
                  <a:chExt cx="335785" cy="485165"/>
                </a:xfrm>
                <a:grpFill/>
              </p:grpSpPr>
              <p:sp>
                <p:nvSpPr>
                  <p:cNvPr id="235" name="Ív 234"/>
                  <p:cNvSpPr/>
                  <p:nvPr/>
                </p:nvSpPr>
                <p:spPr>
                  <a:xfrm>
                    <a:off x="4141106" y="1691168"/>
                    <a:ext cx="316593" cy="3217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6" name="Ív 235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7" name="Csoportba foglalás 238"/>
                <p:cNvGrpSpPr/>
                <p:nvPr/>
              </p:nvGrpSpPr>
              <p:grpSpPr>
                <a:xfrm rot="1932286" flipV="1">
                  <a:off x="5926213" y="2756296"/>
                  <a:ext cx="207254" cy="746334"/>
                  <a:chOff x="4329982" y="1463272"/>
                  <a:chExt cx="212145" cy="579336"/>
                </a:xfrm>
                <a:grpFill/>
              </p:grpSpPr>
              <p:sp>
                <p:nvSpPr>
                  <p:cNvPr id="240" name="Ív 239"/>
                  <p:cNvSpPr/>
                  <p:nvPr/>
                </p:nvSpPr>
                <p:spPr>
                  <a:xfrm rot="10987660">
                    <a:off x="4390592" y="1463272"/>
                    <a:ext cx="151535" cy="38369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1" name="Ív 240"/>
                  <p:cNvSpPr/>
                  <p:nvPr/>
                </p:nvSpPr>
                <p:spPr>
                  <a:xfrm rot="1497937">
                    <a:off x="4329982" y="1614263"/>
                    <a:ext cx="125628" cy="42834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8" name="Csoportba foglalás 241"/>
                <p:cNvGrpSpPr/>
                <p:nvPr/>
              </p:nvGrpSpPr>
              <p:grpSpPr>
                <a:xfrm rot="17691938" flipV="1">
                  <a:off x="5087350" y="2808013"/>
                  <a:ext cx="503450" cy="722564"/>
                  <a:chOff x="4009483" y="1573248"/>
                  <a:chExt cx="467408" cy="485165"/>
                </a:xfrm>
                <a:grpFill/>
              </p:grpSpPr>
              <p:sp>
                <p:nvSpPr>
                  <p:cNvPr id="243" name="Ív 242"/>
                  <p:cNvSpPr/>
                  <p:nvPr/>
                </p:nvSpPr>
                <p:spPr>
                  <a:xfrm>
                    <a:off x="4009483" y="1670763"/>
                    <a:ext cx="455459" cy="37294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4" name="Ív 243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9" name="Csoportba foglalás 244"/>
                <p:cNvGrpSpPr/>
                <p:nvPr/>
              </p:nvGrpSpPr>
              <p:grpSpPr>
                <a:xfrm rot="2290000" flipH="1" flipV="1">
                  <a:off x="5783170" y="2339755"/>
                  <a:ext cx="549798" cy="944900"/>
                  <a:chOff x="3979703" y="1558122"/>
                  <a:chExt cx="510437" cy="634452"/>
                </a:xfrm>
                <a:grpFill/>
              </p:grpSpPr>
              <p:sp>
                <p:nvSpPr>
                  <p:cNvPr id="246" name="Ív 245"/>
                  <p:cNvSpPr/>
                  <p:nvPr/>
                </p:nvSpPr>
                <p:spPr>
                  <a:xfrm>
                    <a:off x="3979703" y="1772277"/>
                    <a:ext cx="489833" cy="2911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7" name="Szabadkézi sokszög 246"/>
                  <p:cNvSpPr/>
                  <p:nvPr/>
                </p:nvSpPr>
                <p:spPr>
                  <a:xfrm rot="1497937">
                    <a:off x="4216290" y="1558122"/>
                    <a:ext cx="273850" cy="634452"/>
                  </a:xfrm>
                  <a:custGeom>
                    <a:avLst/>
                    <a:gdLst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  <a:gd name="connsiteX3" fmla="*/ 136925 w 273850"/>
                      <a:gd name="connsiteY3" fmla="*/ 317226 h 634452"/>
                      <a:gd name="connsiteX4" fmla="*/ 136925 w 273850"/>
                      <a:gd name="connsiteY4" fmla="*/ 0 h 634452"/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3850" h="634452" stroke="0" extrusionOk="0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  <a:lnTo>
                          <a:pt x="136925" y="317226"/>
                        </a:lnTo>
                        <a:lnTo>
                          <a:pt x="136925" y="0"/>
                        </a:lnTo>
                        <a:close/>
                      </a:path>
                      <a:path w="273850" h="634452" fill="none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</a:path>
                    </a:pathLst>
                  </a:cu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0" name="Csoportba foglalás 247"/>
                <p:cNvGrpSpPr/>
                <p:nvPr/>
              </p:nvGrpSpPr>
              <p:grpSpPr>
                <a:xfrm rot="19849264" flipH="1" flipV="1">
                  <a:off x="5332647" y="2663622"/>
                  <a:ext cx="322511" cy="692746"/>
                  <a:chOff x="4188337" y="1563662"/>
                  <a:chExt cx="299423" cy="465144"/>
                </a:xfrm>
                <a:grpFill/>
              </p:grpSpPr>
              <p:sp>
                <p:nvSpPr>
                  <p:cNvPr id="249" name="Ív 248"/>
                  <p:cNvSpPr/>
                  <p:nvPr/>
                </p:nvSpPr>
                <p:spPr>
                  <a:xfrm>
                    <a:off x="4261105" y="1686491"/>
                    <a:ext cx="196597" cy="326461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0" name="Ív 249"/>
                  <p:cNvSpPr/>
                  <p:nvPr/>
                </p:nvSpPr>
                <p:spPr>
                  <a:xfrm rot="1497937">
                    <a:off x="4188337" y="1563662"/>
                    <a:ext cx="299423" cy="465144"/>
                  </a:xfrm>
                  <a:prstGeom prst="arc">
                    <a:avLst>
                      <a:gd name="adj1" fmla="val 16200000"/>
                      <a:gd name="adj2" fmla="val 377478"/>
                    </a:avLst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1" name="Csoportba foglalás 250"/>
                <p:cNvGrpSpPr/>
                <p:nvPr/>
              </p:nvGrpSpPr>
              <p:grpSpPr>
                <a:xfrm rot="16891319" flipH="1" flipV="1">
                  <a:off x="5433047" y="3303604"/>
                  <a:ext cx="140562" cy="249942"/>
                  <a:chOff x="4281478" y="1586677"/>
                  <a:chExt cx="186213" cy="450714"/>
                </a:xfrm>
                <a:grpFill/>
              </p:grpSpPr>
              <p:sp>
                <p:nvSpPr>
                  <p:cNvPr id="252" name="Ív 25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3" name="Ív 252"/>
                  <p:cNvSpPr/>
                  <p:nvPr/>
                </p:nvSpPr>
                <p:spPr>
                  <a:xfrm rot="2063920">
                    <a:off x="4281478" y="1586677"/>
                    <a:ext cx="186213" cy="45071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2" name="Csoportba foglalás 253"/>
                <p:cNvGrpSpPr/>
                <p:nvPr/>
              </p:nvGrpSpPr>
              <p:grpSpPr>
                <a:xfrm rot="19182483" flipH="1" flipV="1">
                  <a:off x="5411799" y="3158496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55" name="Ív 254"/>
                  <p:cNvSpPr/>
                  <p:nvPr/>
                </p:nvSpPr>
                <p:spPr>
                  <a:xfrm>
                    <a:off x="4301430" y="1736617"/>
                    <a:ext cx="156270" cy="27633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6" name="Ív 255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  <p:sp>
            <p:nvSpPr>
              <p:cNvPr id="267" name="Ív 266"/>
              <p:cNvSpPr/>
              <p:nvPr/>
            </p:nvSpPr>
            <p:spPr>
              <a:xfrm rot="16609204" flipV="1">
                <a:off x="3772604" y="2001117"/>
                <a:ext cx="200997" cy="83992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1" name="Ív 270"/>
              <p:cNvSpPr/>
              <p:nvPr/>
            </p:nvSpPr>
            <p:spPr>
              <a:xfrm rot="19647609" flipH="1" flipV="1">
                <a:off x="3300449" y="1857354"/>
                <a:ext cx="121369" cy="22149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2" name="Ív 271"/>
              <p:cNvSpPr/>
              <p:nvPr/>
            </p:nvSpPr>
            <p:spPr>
              <a:xfrm rot="111529" flipH="1" flipV="1">
                <a:off x="3308672" y="1870021"/>
                <a:ext cx="136626" cy="26857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48" name="Ellipszis 347"/>
            <p:cNvSpPr/>
            <p:nvPr/>
          </p:nvSpPr>
          <p:spPr>
            <a:xfrm rot="1557053" flipV="1">
              <a:off x="3799572" y="2297148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23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19405082">
            <a:off x="5784681" y="3846943"/>
            <a:ext cx="64174" cy="136261"/>
            <a:chOff x="10926111" y="4092956"/>
            <a:chExt cx="99543" cy="725490"/>
          </a:xfrm>
        </p:grpSpPr>
        <p:cxnSp>
          <p:nvCxnSpPr>
            <p:cNvPr id="213" name="Egyenes összekötő 212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4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27" name="Egyenes összekötő 226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17" name="Egyenes összekötő 216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9" name="Egyenes összekötő 228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2194918" flipH="1">
            <a:off x="5658492" y="3839803"/>
            <a:ext cx="64147" cy="136262"/>
            <a:chOff x="10926111" y="4092953"/>
            <a:chExt cx="99501" cy="725493"/>
          </a:xfrm>
        </p:grpSpPr>
        <p:cxnSp>
          <p:nvCxnSpPr>
            <p:cNvPr id="234" name="Egyenes összekötő 233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6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38" name="Egyenes összekötő 237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9" name="Egyenes összekötő 238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5" name="Egyenes összekötő 244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Csoportba foglalás 208"/>
          <p:cNvGrpSpPr/>
          <p:nvPr/>
        </p:nvGrpSpPr>
        <p:grpSpPr>
          <a:xfrm>
            <a:off x="2322862" y="0"/>
            <a:ext cx="7081776" cy="6971982"/>
            <a:chOff x="5064125" y="3879531"/>
            <a:chExt cx="532448" cy="524194"/>
          </a:xfrm>
        </p:grpSpPr>
        <p:sp>
          <p:nvSpPr>
            <p:cNvPr id="212" name="Ellipszis 211"/>
            <p:cNvSpPr/>
            <p:nvPr/>
          </p:nvSpPr>
          <p:spPr>
            <a:xfrm>
              <a:off x="5064125" y="3879531"/>
              <a:ext cx="532448" cy="52419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Ellipszis 215"/>
            <p:cNvSpPr/>
            <p:nvPr/>
          </p:nvSpPr>
          <p:spPr>
            <a:xfrm>
              <a:off x="5111748" y="3929857"/>
              <a:ext cx="433390" cy="43339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23" name="Ellipszis 222"/>
            <p:cNvSpPr/>
            <p:nvPr/>
          </p:nvSpPr>
          <p:spPr>
            <a:xfrm>
              <a:off x="5199061" y="4023520"/>
              <a:ext cx="258764" cy="258764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5BF9469B-D76E-FD48-1F58-7FEB260C604F}"/>
              </a:ext>
            </a:extLst>
          </p:cNvPr>
          <p:cNvGrpSpPr/>
          <p:nvPr/>
        </p:nvGrpSpPr>
        <p:grpSpPr>
          <a:xfrm>
            <a:off x="3252772" y="2060027"/>
            <a:ext cx="5028586" cy="2731156"/>
            <a:chOff x="5104932" y="3976393"/>
            <a:chExt cx="441523" cy="235834"/>
          </a:xfrm>
        </p:grpSpPr>
        <p:sp>
          <p:nvSpPr>
            <p:cNvPr id="29" name="Ellipszis 28">
              <a:extLst>
                <a:ext uri="{FF2B5EF4-FFF2-40B4-BE49-F238E27FC236}">
                  <a16:creationId xmlns:a16="http://schemas.microsoft.com/office/drawing/2014/main" id="{58DFBFF3-24D1-E48A-A12F-540147A9E94D}"/>
                </a:ext>
              </a:extLst>
            </p:cNvPr>
            <p:cNvSpPr/>
            <p:nvPr/>
          </p:nvSpPr>
          <p:spPr>
            <a:xfrm flipH="1">
              <a:off x="5372056" y="4159943"/>
              <a:ext cx="60198" cy="52284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Szabadkézi sokszög: alakzat 29">
              <a:extLst>
                <a:ext uri="{FF2B5EF4-FFF2-40B4-BE49-F238E27FC236}">
                  <a16:creationId xmlns:a16="http://schemas.microsoft.com/office/drawing/2014/main" id="{53D23036-0317-922E-C467-2C610F070CEE}"/>
                </a:ext>
              </a:extLst>
            </p:cNvPr>
            <p:cNvSpPr/>
            <p:nvPr/>
          </p:nvSpPr>
          <p:spPr>
            <a:xfrm rot="21313344">
              <a:off x="5410248" y="3985208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58D843C4-9B3E-EC27-E703-500742C4FA49}"/>
                </a:ext>
              </a:extLst>
            </p:cNvPr>
            <p:cNvGrpSpPr/>
            <p:nvPr/>
          </p:nvGrpSpPr>
          <p:grpSpPr>
            <a:xfrm>
              <a:off x="5104932" y="3976393"/>
              <a:ext cx="267435" cy="224631"/>
              <a:chOff x="5112159" y="3988643"/>
              <a:chExt cx="267435" cy="224631"/>
            </a:xfrm>
          </p:grpSpPr>
          <p:grpSp>
            <p:nvGrpSpPr>
              <p:cNvPr id="32" name="Csoportba foglalás 31">
                <a:extLst>
                  <a:ext uri="{FF2B5EF4-FFF2-40B4-BE49-F238E27FC236}">
                    <a16:creationId xmlns:a16="http://schemas.microsoft.com/office/drawing/2014/main" id="{2A68B10D-DE7B-E70E-B297-8ACB646FDE50}"/>
                  </a:ext>
                </a:extLst>
              </p:cNvPr>
              <p:cNvGrpSpPr/>
              <p:nvPr/>
            </p:nvGrpSpPr>
            <p:grpSpPr>
              <a:xfrm>
                <a:off x="5112159" y="3988643"/>
                <a:ext cx="139716" cy="224522"/>
                <a:chOff x="5097982" y="3991339"/>
                <a:chExt cx="163476" cy="191797"/>
              </a:xfrm>
            </p:grpSpPr>
            <p:sp>
              <p:nvSpPr>
                <p:cNvPr id="38" name="Ellipszis 37">
                  <a:extLst>
                    <a:ext uri="{FF2B5EF4-FFF2-40B4-BE49-F238E27FC236}">
                      <a16:creationId xmlns:a16="http://schemas.microsoft.com/office/drawing/2014/main" id="{1781DE51-4AD7-7703-0AC7-4563ED0B425A}"/>
                    </a:ext>
                  </a:extLst>
                </p:cNvPr>
                <p:cNvSpPr/>
                <p:nvPr/>
              </p:nvSpPr>
              <p:spPr>
                <a:xfrm rot="209808">
                  <a:off x="5182054" y="3991339"/>
                  <a:ext cx="79404" cy="191797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9" name="Ellipszis 38">
                  <a:extLst>
                    <a:ext uri="{FF2B5EF4-FFF2-40B4-BE49-F238E27FC236}">
                      <a16:creationId xmlns:a16="http://schemas.microsoft.com/office/drawing/2014/main" id="{627209D2-54BF-1EC9-C47E-522FE2075AD0}"/>
                    </a:ext>
                  </a:extLst>
                </p:cNvPr>
                <p:cNvSpPr/>
                <p:nvPr/>
              </p:nvSpPr>
              <p:spPr>
                <a:xfrm rot="19201678">
                  <a:off x="5097982" y="4002134"/>
                  <a:ext cx="156347" cy="57943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grpSp>
            <p:nvGrpSpPr>
              <p:cNvPr id="33" name="Csoportba foglalás 32">
                <a:extLst>
                  <a:ext uri="{FF2B5EF4-FFF2-40B4-BE49-F238E27FC236}">
                    <a16:creationId xmlns:a16="http://schemas.microsoft.com/office/drawing/2014/main" id="{A4754CF2-8111-48AA-5874-65401E12DB8F}"/>
                  </a:ext>
                </a:extLst>
              </p:cNvPr>
              <p:cNvGrpSpPr/>
              <p:nvPr/>
            </p:nvGrpSpPr>
            <p:grpSpPr>
              <a:xfrm>
                <a:off x="5251816" y="3993899"/>
                <a:ext cx="127778" cy="219375"/>
                <a:chOff x="5311122" y="3914448"/>
                <a:chExt cx="189297" cy="228737"/>
              </a:xfrm>
            </p:grpSpPr>
            <p:sp>
              <p:nvSpPr>
                <p:cNvPr id="34" name="Ellipszis 33">
                  <a:extLst>
                    <a:ext uri="{FF2B5EF4-FFF2-40B4-BE49-F238E27FC236}">
                      <a16:creationId xmlns:a16="http://schemas.microsoft.com/office/drawing/2014/main" id="{195A20E2-1591-7927-0AB5-BBAA656811B3}"/>
                    </a:ext>
                  </a:extLst>
                </p:cNvPr>
                <p:cNvSpPr/>
                <p:nvPr/>
              </p:nvSpPr>
              <p:spPr>
                <a:xfrm rot="209808">
                  <a:off x="5331488" y="3914448"/>
                  <a:ext cx="153499" cy="45719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5" name="Ellipszis 34">
                  <a:extLst>
                    <a:ext uri="{FF2B5EF4-FFF2-40B4-BE49-F238E27FC236}">
                      <a16:creationId xmlns:a16="http://schemas.microsoft.com/office/drawing/2014/main" id="{C830E9DD-4D01-2B4C-9026-AC37B2941A07}"/>
                    </a:ext>
                  </a:extLst>
                </p:cNvPr>
                <p:cNvSpPr/>
                <p:nvPr/>
              </p:nvSpPr>
              <p:spPr>
                <a:xfrm rot="209808">
                  <a:off x="5422714" y="3929983"/>
                  <a:ext cx="77705" cy="204911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6" name="Ellipszis 35">
                  <a:extLst>
                    <a:ext uri="{FF2B5EF4-FFF2-40B4-BE49-F238E27FC236}">
                      <a16:creationId xmlns:a16="http://schemas.microsoft.com/office/drawing/2014/main" id="{44684FDE-4176-7B7A-C526-7E7D1DB1737B}"/>
                    </a:ext>
                  </a:extLst>
                </p:cNvPr>
                <p:cNvSpPr/>
                <p:nvPr/>
              </p:nvSpPr>
              <p:spPr>
                <a:xfrm rot="209808">
                  <a:off x="5311122" y="4011608"/>
                  <a:ext cx="139298" cy="45719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7" name="Ellipszis 36">
                  <a:extLst>
                    <a:ext uri="{FF2B5EF4-FFF2-40B4-BE49-F238E27FC236}">
                      <a16:creationId xmlns:a16="http://schemas.microsoft.com/office/drawing/2014/main" id="{43E97C7D-6A49-877C-24AA-632198141800}"/>
                    </a:ext>
                  </a:extLst>
                </p:cNvPr>
                <p:cNvSpPr/>
                <p:nvPr/>
              </p:nvSpPr>
              <p:spPr>
                <a:xfrm rot="209808">
                  <a:off x="5320898" y="4097466"/>
                  <a:ext cx="144799" cy="45719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401"/>
          <p:cNvGrpSpPr/>
          <p:nvPr/>
        </p:nvGrpSpPr>
        <p:grpSpPr>
          <a:xfrm>
            <a:off x="4423611" y="1746250"/>
            <a:ext cx="2950110" cy="3566270"/>
            <a:chOff x="4423611" y="1746250"/>
            <a:chExt cx="2950110" cy="3566270"/>
          </a:xfrm>
          <a:solidFill>
            <a:schemeClr val="accent4">
              <a:lumMod val="60000"/>
              <a:lumOff val="40000"/>
              <a:alpha val="40000"/>
            </a:schemeClr>
          </a:solidFill>
        </p:grpSpPr>
        <p:sp>
          <p:nvSpPr>
            <p:cNvPr id="399" name="Ellipszis 398"/>
            <p:cNvSpPr/>
            <p:nvPr/>
          </p:nvSpPr>
          <p:spPr>
            <a:xfrm>
              <a:off x="5166360" y="2313623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0" name="Ellipszis 399"/>
            <p:cNvSpPr/>
            <p:nvPr/>
          </p:nvSpPr>
          <p:spPr>
            <a:xfrm>
              <a:off x="5586730" y="1827531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7" name="Ellipszis 396"/>
            <p:cNvSpPr/>
            <p:nvPr/>
          </p:nvSpPr>
          <p:spPr>
            <a:xfrm rot="17438591">
              <a:off x="5237760" y="4161075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6" name="Ellipszis 395"/>
            <p:cNvSpPr/>
            <p:nvPr/>
          </p:nvSpPr>
          <p:spPr>
            <a:xfrm rot="18015131">
              <a:off x="5075836" y="3827700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5" name="Ellipszis 394"/>
            <p:cNvSpPr/>
            <p:nvPr/>
          </p:nvSpPr>
          <p:spPr>
            <a:xfrm rot="18936556">
              <a:off x="4980586" y="3956288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4" name="Ellipszis 393"/>
            <p:cNvSpPr/>
            <p:nvPr/>
          </p:nvSpPr>
          <p:spPr>
            <a:xfrm rot="19559640">
              <a:off x="4782391" y="3577247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3" name="Ellipszis 392"/>
            <p:cNvSpPr/>
            <p:nvPr/>
          </p:nvSpPr>
          <p:spPr>
            <a:xfrm rot="18173528">
              <a:off x="4868117" y="3401035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2" name="Ellipszis 391"/>
            <p:cNvSpPr/>
            <p:nvPr/>
          </p:nvSpPr>
          <p:spPr>
            <a:xfrm rot="18680492">
              <a:off x="4968130" y="3020036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1" name="Ellipszis 390"/>
            <p:cNvSpPr/>
            <p:nvPr/>
          </p:nvSpPr>
          <p:spPr>
            <a:xfrm rot="19812551">
              <a:off x="4815730" y="3101000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0" name="Ellipszis 389"/>
            <p:cNvSpPr/>
            <p:nvPr/>
          </p:nvSpPr>
          <p:spPr>
            <a:xfrm rot="459399">
              <a:off x="5071626" y="28283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9" name="Ellipszis 388"/>
            <p:cNvSpPr/>
            <p:nvPr/>
          </p:nvSpPr>
          <p:spPr>
            <a:xfrm rot="459399">
              <a:off x="4919226" y="26759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8" name="Ellipszis 387"/>
            <p:cNvSpPr/>
            <p:nvPr/>
          </p:nvSpPr>
          <p:spPr>
            <a:xfrm rot="20790213">
              <a:off x="5219264" y="269976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7" name="Ellipszis 386"/>
            <p:cNvSpPr/>
            <p:nvPr/>
          </p:nvSpPr>
          <p:spPr>
            <a:xfrm rot="20790213">
              <a:off x="5095438" y="24949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6" name="Ellipszis 385"/>
            <p:cNvSpPr/>
            <p:nvPr/>
          </p:nvSpPr>
          <p:spPr>
            <a:xfrm rot="3577494">
              <a:off x="6540444" y="4227161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5" name="Ellipszis 384"/>
            <p:cNvSpPr/>
            <p:nvPr/>
          </p:nvSpPr>
          <p:spPr>
            <a:xfrm rot="3577494">
              <a:off x="6640457" y="412714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4" name="Ellipszis 383"/>
            <p:cNvSpPr/>
            <p:nvPr/>
          </p:nvSpPr>
          <p:spPr>
            <a:xfrm rot="2901804">
              <a:off x="6159653" y="4363965"/>
              <a:ext cx="251957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2" name="Ellipszis 381"/>
            <p:cNvSpPr/>
            <p:nvPr/>
          </p:nvSpPr>
          <p:spPr>
            <a:xfrm rot="2612912">
              <a:off x="6462271" y="406184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1" name="Ellipszis 380"/>
            <p:cNvSpPr/>
            <p:nvPr/>
          </p:nvSpPr>
          <p:spPr>
            <a:xfrm rot="2147207">
              <a:off x="6476558" y="346177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0" name="Ellipszis 379"/>
            <p:cNvSpPr/>
            <p:nvPr/>
          </p:nvSpPr>
          <p:spPr>
            <a:xfrm rot="2147207">
              <a:off x="6695633" y="3433195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9" name="Ellipszis 378"/>
            <p:cNvSpPr/>
            <p:nvPr/>
          </p:nvSpPr>
          <p:spPr>
            <a:xfrm rot="3542268">
              <a:off x="6395599" y="287122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8" name="Ellipszis 377"/>
            <p:cNvSpPr/>
            <p:nvPr/>
          </p:nvSpPr>
          <p:spPr>
            <a:xfrm rot="1679753">
              <a:off x="6578875" y="3114348"/>
              <a:ext cx="259714" cy="107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7" name="Ellipszis 376"/>
            <p:cNvSpPr/>
            <p:nvPr/>
          </p:nvSpPr>
          <p:spPr>
            <a:xfrm rot="20790213">
              <a:off x="6524188" y="260451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6" name="Ellipszis 375"/>
            <p:cNvSpPr/>
            <p:nvPr/>
          </p:nvSpPr>
          <p:spPr>
            <a:xfrm rot="20790213">
              <a:off x="6443225" y="256165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3" name="Ellipszis 372"/>
            <p:cNvSpPr/>
            <p:nvPr/>
          </p:nvSpPr>
          <p:spPr>
            <a:xfrm rot="2197682">
              <a:off x="5470866" y="3277015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4" name="Ellipszis 373"/>
            <p:cNvSpPr/>
            <p:nvPr/>
          </p:nvSpPr>
          <p:spPr>
            <a:xfrm rot="2197682">
              <a:off x="4966042" y="298650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5" name="Ellipszis 374"/>
            <p:cNvSpPr/>
            <p:nvPr/>
          </p:nvSpPr>
          <p:spPr>
            <a:xfrm rot="1773522">
              <a:off x="6124138" y="2518793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1" name="Ellipszis 370"/>
            <p:cNvSpPr/>
            <p:nvPr/>
          </p:nvSpPr>
          <p:spPr>
            <a:xfrm rot="4169971">
              <a:off x="5883908" y="4993576"/>
              <a:ext cx="187385" cy="34604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9" name="Ellipszis 368"/>
            <p:cNvSpPr/>
            <p:nvPr/>
          </p:nvSpPr>
          <p:spPr>
            <a:xfrm rot="18022506" flipH="1">
              <a:off x="5068831" y="4265260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0" name="Ellipszis 369"/>
            <p:cNvSpPr/>
            <p:nvPr/>
          </p:nvSpPr>
          <p:spPr>
            <a:xfrm rot="18022506" flipH="1">
              <a:off x="5187894" y="43700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8" name="Ellipszis 367"/>
            <p:cNvSpPr/>
            <p:nvPr/>
          </p:nvSpPr>
          <p:spPr>
            <a:xfrm rot="18022506" flipH="1">
              <a:off x="4911669" y="42176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7" name="Ellipszis 366"/>
            <p:cNvSpPr/>
            <p:nvPr/>
          </p:nvSpPr>
          <p:spPr>
            <a:xfrm rot="3577494">
              <a:off x="6640457" y="414619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6" name="Ellipszis 365"/>
            <p:cNvSpPr/>
            <p:nvPr/>
          </p:nvSpPr>
          <p:spPr>
            <a:xfrm rot="2901804">
              <a:off x="6606012" y="3860991"/>
              <a:ext cx="231420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5" name="Ellipszis 364"/>
            <p:cNvSpPr/>
            <p:nvPr/>
          </p:nvSpPr>
          <p:spPr>
            <a:xfrm rot="2765525">
              <a:off x="6723996" y="3295294"/>
              <a:ext cx="164532" cy="113491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4" name="Ellipszis 363"/>
            <p:cNvSpPr/>
            <p:nvPr/>
          </p:nvSpPr>
          <p:spPr>
            <a:xfrm rot="2445801">
              <a:off x="6586103" y="29140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2" name="Ellipszis 361"/>
            <p:cNvSpPr/>
            <p:nvPr/>
          </p:nvSpPr>
          <p:spPr>
            <a:xfrm rot="500387">
              <a:off x="6343213" y="250450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1" name="Ellipszis 360"/>
            <p:cNvSpPr/>
            <p:nvPr/>
          </p:nvSpPr>
          <p:spPr>
            <a:xfrm rot="20488461">
              <a:off x="5810763" y="1822108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9" name="Ellipszis 358"/>
            <p:cNvSpPr/>
            <p:nvPr/>
          </p:nvSpPr>
          <p:spPr>
            <a:xfrm rot="960565">
              <a:off x="5472626" y="1907834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8" name="Ellipszis 357"/>
            <p:cNvSpPr/>
            <p:nvPr/>
          </p:nvSpPr>
          <p:spPr>
            <a:xfrm>
              <a:off x="5189220" y="2328862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5" name="Ellipszis 354"/>
            <p:cNvSpPr/>
            <p:nvPr/>
          </p:nvSpPr>
          <p:spPr>
            <a:xfrm>
              <a:off x="5594350" y="1789430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8" name="Ellipszis 397"/>
            <p:cNvSpPr/>
            <p:nvPr/>
          </p:nvSpPr>
          <p:spPr>
            <a:xfrm rot="2197682">
              <a:off x="5140032" y="311731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70" name="Egyenes összekötő 69">
            <a:extLst>
              <a:ext uri="{FF2B5EF4-FFF2-40B4-BE49-F238E27FC236}">
                <a16:creationId xmlns:a16="http://schemas.microsoft.com/office/drawing/2014/main" id="{75DBB7EB-4CDD-4337-8CC1-B1B5059E8000}"/>
              </a:ext>
            </a:extLst>
          </p:cNvPr>
          <p:cNvCxnSpPr>
            <a:cxnSpLocks/>
          </p:cNvCxnSpPr>
          <p:nvPr/>
        </p:nvCxnSpPr>
        <p:spPr>
          <a:xfrm flipH="1">
            <a:off x="5757194" y="3662346"/>
            <a:ext cx="1" cy="87236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1" name="Egyenes összekötő 70">
            <a:extLst>
              <a:ext uri="{FF2B5EF4-FFF2-40B4-BE49-F238E27FC236}">
                <a16:creationId xmlns:a16="http://schemas.microsoft.com/office/drawing/2014/main" id="{21E1589A-4C45-426A-8782-2386E9474D3D}"/>
              </a:ext>
            </a:extLst>
          </p:cNvPr>
          <p:cNvCxnSpPr>
            <a:cxnSpLocks/>
          </p:cNvCxnSpPr>
          <p:nvPr/>
        </p:nvCxnSpPr>
        <p:spPr>
          <a:xfrm flipH="1">
            <a:off x="5660161" y="4498276"/>
            <a:ext cx="107021" cy="337025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2" name="Egyenes összekötő 71">
            <a:extLst>
              <a:ext uri="{FF2B5EF4-FFF2-40B4-BE49-F238E27FC236}">
                <a16:creationId xmlns:a16="http://schemas.microsoft.com/office/drawing/2014/main" id="{CCA17437-17FE-4135-8A7D-531B173B2FF2}"/>
              </a:ext>
            </a:extLst>
          </p:cNvPr>
          <p:cNvCxnSpPr>
            <a:cxnSpLocks/>
          </p:cNvCxnSpPr>
          <p:nvPr/>
        </p:nvCxnSpPr>
        <p:spPr>
          <a:xfrm flipH="1">
            <a:off x="5654848" y="4812990"/>
            <a:ext cx="5313" cy="334003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3" name="Egyenes összekötő 72">
            <a:extLst>
              <a:ext uri="{FF2B5EF4-FFF2-40B4-BE49-F238E27FC236}">
                <a16:creationId xmlns:a16="http://schemas.microsoft.com/office/drawing/2014/main" id="{7EABF34E-ED8D-4877-B58C-E0413F8A7B34}"/>
              </a:ext>
            </a:extLst>
          </p:cNvPr>
          <p:cNvCxnSpPr>
            <a:cxnSpLocks/>
          </p:cNvCxnSpPr>
          <p:nvPr/>
        </p:nvCxnSpPr>
        <p:spPr>
          <a:xfrm>
            <a:off x="5767065" y="4514625"/>
            <a:ext cx="115843" cy="3642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4" name="Egyenes összekötő 73">
            <a:extLst>
              <a:ext uri="{FF2B5EF4-FFF2-40B4-BE49-F238E27FC236}">
                <a16:creationId xmlns:a16="http://schemas.microsoft.com/office/drawing/2014/main" id="{C1EE5CFB-110F-4F86-9091-3593B53F5D8E}"/>
              </a:ext>
            </a:extLst>
          </p:cNvPr>
          <p:cNvCxnSpPr>
            <a:cxnSpLocks/>
          </p:cNvCxnSpPr>
          <p:nvPr/>
        </p:nvCxnSpPr>
        <p:spPr>
          <a:xfrm>
            <a:off x="5876422" y="4846348"/>
            <a:ext cx="56252" cy="3444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5" name="Egyenes összekötő 74">
            <a:extLst>
              <a:ext uri="{FF2B5EF4-FFF2-40B4-BE49-F238E27FC236}">
                <a16:creationId xmlns:a16="http://schemas.microsoft.com/office/drawing/2014/main" id="{10AE773F-55A6-4494-90F0-E7CC851F6BEC}"/>
              </a:ext>
            </a:extLst>
          </p:cNvPr>
          <p:cNvCxnSpPr>
            <a:cxnSpLocks/>
          </p:cNvCxnSpPr>
          <p:nvPr/>
        </p:nvCxnSpPr>
        <p:spPr>
          <a:xfrm>
            <a:off x="5615299" y="5190814"/>
            <a:ext cx="78147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6" name="Egyenes összekötő 75">
            <a:extLst>
              <a:ext uri="{FF2B5EF4-FFF2-40B4-BE49-F238E27FC236}">
                <a16:creationId xmlns:a16="http://schemas.microsoft.com/office/drawing/2014/main" id="{81B2B4CD-4755-4A04-998D-BB7C9B9432D8}"/>
              </a:ext>
            </a:extLst>
          </p:cNvPr>
          <p:cNvCxnSpPr>
            <a:cxnSpLocks/>
          </p:cNvCxnSpPr>
          <p:nvPr/>
        </p:nvCxnSpPr>
        <p:spPr>
          <a:xfrm flipH="1" flipV="1">
            <a:off x="5926179" y="5149509"/>
            <a:ext cx="9688" cy="8261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7" name="Egyenes összekötő 76">
            <a:extLst>
              <a:ext uri="{FF2B5EF4-FFF2-40B4-BE49-F238E27FC236}">
                <a16:creationId xmlns:a16="http://schemas.microsoft.com/office/drawing/2014/main" id="{90E45E59-D190-406C-AE5B-538296B65A35}"/>
              </a:ext>
            </a:extLst>
          </p:cNvPr>
          <p:cNvCxnSpPr>
            <a:cxnSpLocks/>
          </p:cNvCxnSpPr>
          <p:nvPr/>
        </p:nvCxnSpPr>
        <p:spPr>
          <a:xfrm flipV="1">
            <a:off x="5720633" y="4475119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8" name="Egyenes összekötő 77">
            <a:extLst>
              <a:ext uri="{FF2B5EF4-FFF2-40B4-BE49-F238E27FC236}">
                <a16:creationId xmlns:a16="http://schemas.microsoft.com/office/drawing/2014/main" id="{A7E24C51-B347-4CB3-8E31-A63327CC4FF4}"/>
              </a:ext>
            </a:extLst>
          </p:cNvPr>
          <p:cNvCxnSpPr>
            <a:cxnSpLocks/>
          </p:cNvCxnSpPr>
          <p:nvPr/>
        </p:nvCxnSpPr>
        <p:spPr>
          <a:xfrm flipH="1">
            <a:off x="5681195" y="4475123"/>
            <a:ext cx="101350" cy="8237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9" name="Egyenes összekötő 78">
            <a:extLst>
              <a:ext uri="{FF2B5EF4-FFF2-40B4-BE49-F238E27FC236}">
                <a16:creationId xmlns:a16="http://schemas.microsoft.com/office/drawing/2014/main" id="{78EA95D6-572A-436F-8106-BBE2C7F94ABE}"/>
              </a:ext>
            </a:extLst>
          </p:cNvPr>
          <p:cNvCxnSpPr>
            <a:cxnSpLocks/>
          </p:cNvCxnSpPr>
          <p:nvPr/>
        </p:nvCxnSpPr>
        <p:spPr>
          <a:xfrm>
            <a:off x="5771316" y="4475119"/>
            <a:ext cx="181367" cy="8238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80" name="Ellipszis 79">
            <a:extLst>
              <a:ext uri="{FF2B5EF4-FFF2-40B4-BE49-F238E27FC236}">
                <a16:creationId xmlns:a16="http://schemas.microsoft.com/office/drawing/2014/main" id="{D2385819-FD57-45BC-8C43-7C867923C060}"/>
              </a:ext>
            </a:extLst>
          </p:cNvPr>
          <p:cNvSpPr/>
          <p:nvPr/>
        </p:nvSpPr>
        <p:spPr>
          <a:xfrm rot="21029991">
            <a:off x="5534353" y="3232589"/>
            <a:ext cx="467414" cy="450603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352"/>
          <p:cNvGrpSpPr/>
          <p:nvPr/>
        </p:nvGrpSpPr>
        <p:grpSpPr>
          <a:xfrm>
            <a:off x="4985890" y="2400300"/>
            <a:ext cx="1466744" cy="1443260"/>
            <a:chOff x="2787044" y="1332487"/>
            <a:chExt cx="1466744" cy="1443260"/>
          </a:xfrm>
        </p:grpSpPr>
        <p:sp>
          <p:nvSpPr>
            <p:cNvPr id="352" name="Ellipszis 351"/>
            <p:cNvSpPr/>
            <p:nvPr/>
          </p:nvSpPr>
          <p:spPr>
            <a:xfrm rot="17461877" flipV="1">
              <a:off x="3773377" y="2420973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1" name="Ellipszis 350"/>
            <p:cNvSpPr/>
            <p:nvPr/>
          </p:nvSpPr>
          <p:spPr>
            <a:xfrm rot="19260662" flipV="1">
              <a:off x="3729699" y="2466457"/>
              <a:ext cx="130085" cy="6054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0" name="Ellipszis 349"/>
            <p:cNvSpPr/>
            <p:nvPr/>
          </p:nvSpPr>
          <p:spPr>
            <a:xfrm rot="20701905" flipV="1">
              <a:off x="3727732" y="2489344"/>
              <a:ext cx="102370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9" name="Ellipszis 348"/>
            <p:cNvSpPr/>
            <p:nvPr/>
          </p:nvSpPr>
          <p:spPr>
            <a:xfrm rot="20701905" flipV="1">
              <a:off x="3785283" y="2459072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7" name="Ellipszis 346"/>
            <p:cNvSpPr/>
            <p:nvPr/>
          </p:nvSpPr>
          <p:spPr>
            <a:xfrm rot="1557053">
              <a:off x="3845769" y="2170755"/>
              <a:ext cx="78641" cy="29602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6" name="Ellipszis 345"/>
            <p:cNvSpPr/>
            <p:nvPr/>
          </p:nvSpPr>
          <p:spPr>
            <a:xfrm rot="20588735">
              <a:off x="3782985" y="2254403"/>
              <a:ext cx="45719" cy="15787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5" name="Ellipszis 344"/>
            <p:cNvSpPr/>
            <p:nvPr/>
          </p:nvSpPr>
          <p:spPr>
            <a:xfrm rot="19475410">
              <a:off x="3717081" y="2083144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4" name="Ellipszis 343"/>
            <p:cNvSpPr/>
            <p:nvPr/>
          </p:nvSpPr>
          <p:spPr>
            <a:xfrm rot="1557053">
              <a:off x="3805553" y="2053369"/>
              <a:ext cx="72506" cy="27059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3" name="Ellipszis 342"/>
            <p:cNvSpPr/>
            <p:nvPr/>
          </p:nvSpPr>
          <p:spPr>
            <a:xfrm rot="1557053">
              <a:off x="3798044" y="2006945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2" name="Ellipszis 341"/>
            <p:cNvSpPr/>
            <p:nvPr/>
          </p:nvSpPr>
          <p:spPr>
            <a:xfrm rot="18358001">
              <a:off x="3342656" y="1895267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1" name="Ellipszis 340"/>
            <p:cNvSpPr/>
            <p:nvPr/>
          </p:nvSpPr>
          <p:spPr>
            <a:xfrm rot="19740016">
              <a:off x="3328367" y="1930986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0" name="Ellipszis 339"/>
            <p:cNvSpPr/>
            <p:nvPr/>
          </p:nvSpPr>
          <p:spPr>
            <a:xfrm rot="18226193">
              <a:off x="3269164" y="1892887"/>
              <a:ext cx="54104" cy="140936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9" name="Ellipszis 338"/>
            <p:cNvSpPr/>
            <p:nvPr/>
          </p:nvSpPr>
          <p:spPr>
            <a:xfrm rot="16983355">
              <a:off x="3318885" y="2429111"/>
              <a:ext cx="45719" cy="12795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8" name="Ellipszis 337"/>
            <p:cNvSpPr/>
            <p:nvPr/>
          </p:nvSpPr>
          <p:spPr>
            <a:xfrm rot="19280624">
              <a:off x="3272018" y="2325814"/>
              <a:ext cx="53553" cy="17946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7" name="Ellipszis 336"/>
            <p:cNvSpPr/>
            <p:nvPr/>
          </p:nvSpPr>
          <p:spPr>
            <a:xfrm rot="18267339">
              <a:off x="3359120" y="1999113"/>
              <a:ext cx="62830" cy="31059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6" name="Ellipszis 335"/>
            <p:cNvSpPr/>
            <p:nvPr/>
          </p:nvSpPr>
          <p:spPr>
            <a:xfrm rot="20229635">
              <a:off x="3276057" y="2024774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5" name="Ellipszis 334"/>
            <p:cNvSpPr/>
            <p:nvPr/>
          </p:nvSpPr>
          <p:spPr>
            <a:xfrm rot="20229635">
              <a:off x="3185569" y="2000961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4" name="Ellipszis 333"/>
            <p:cNvSpPr/>
            <p:nvPr/>
          </p:nvSpPr>
          <p:spPr>
            <a:xfrm rot="20781721">
              <a:off x="3329143" y="2110792"/>
              <a:ext cx="58402" cy="346635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3" name="Ellipszis 332"/>
            <p:cNvSpPr/>
            <p:nvPr/>
          </p:nvSpPr>
          <p:spPr>
            <a:xfrm rot="20236544">
              <a:off x="3274489" y="20812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2" name="Ellipszis 331"/>
            <p:cNvSpPr/>
            <p:nvPr/>
          </p:nvSpPr>
          <p:spPr>
            <a:xfrm rot="20554922">
              <a:off x="3629179" y="1972764"/>
              <a:ext cx="72226" cy="3598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1" name="Ellipszis 330"/>
            <p:cNvSpPr/>
            <p:nvPr/>
          </p:nvSpPr>
          <p:spPr>
            <a:xfrm rot="307296">
              <a:off x="3707087" y="2069844"/>
              <a:ext cx="45719" cy="38992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7" name="Ellipszis 326"/>
            <p:cNvSpPr/>
            <p:nvPr/>
          </p:nvSpPr>
          <p:spPr>
            <a:xfrm rot="1131027">
              <a:off x="3531169" y="1895676"/>
              <a:ext cx="310009" cy="34488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6" name="Ellipszis 325"/>
            <p:cNvSpPr/>
            <p:nvPr/>
          </p:nvSpPr>
          <p:spPr>
            <a:xfrm rot="1131027">
              <a:off x="3388832" y="1858662"/>
              <a:ext cx="197318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5" name="Ellipszis 324"/>
            <p:cNvSpPr/>
            <p:nvPr/>
          </p:nvSpPr>
          <p:spPr>
            <a:xfrm rot="307296">
              <a:off x="3360855" y="1912104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3" name="Ellipszis 312"/>
            <p:cNvSpPr/>
            <p:nvPr/>
          </p:nvSpPr>
          <p:spPr>
            <a:xfrm rot="2090414">
              <a:off x="3576242" y="1995732"/>
              <a:ext cx="45719" cy="24453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2" name="Ellipszis 311"/>
            <p:cNvSpPr/>
            <p:nvPr/>
          </p:nvSpPr>
          <p:spPr>
            <a:xfrm rot="4163951">
              <a:off x="3574524" y="19669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0" name="Ellipszis 309"/>
            <p:cNvSpPr/>
            <p:nvPr/>
          </p:nvSpPr>
          <p:spPr>
            <a:xfrm rot="307296">
              <a:off x="3387049" y="2078793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1" name="Ellipszis 310"/>
            <p:cNvSpPr/>
            <p:nvPr/>
          </p:nvSpPr>
          <p:spPr>
            <a:xfrm rot="2090414">
              <a:off x="3486420" y="1969333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287"/>
            <p:cNvGrpSpPr/>
            <p:nvPr/>
          </p:nvGrpSpPr>
          <p:grpSpPr>
            <a:xfrm rot="1507515">
              <a:off x="3485504" y="1833174"/>
              <a:ext cx="340515" cy="385214"/>
              <a:chOff x="3324745" y="1577582"/>
              <a:chExt cx="436219" cy="460729"/>
            </a:xfrm>
          </p:grpSpPr>
          <p:sp>
            <p:nvSpPr>
              <p:cNvPr id="289" name="Ellipszis 288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0" name="Ellipszis 289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1" name="Ellipszis 290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2" name="Ellipszis 291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3" name="Ellipszis 292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4" name="Ellipszis 293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5" name="Ellipszis 29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6" name="Ellipszis 295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7" name="Ellipszis 296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8" name="Ellipszis 297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" name="Csoportba foglalás 286"/>
            <p:cNvGrpSpPr/>
            <p:nvPr/>
          </p:nvGrpSpPr>
          <p:grpSpPr>
            <a:xfrm>
              <a:off x="3324745" y="1577582"/>
              <a:ext cx="436219" cy="460729"/>
              <a:chOff x="3324745" y="1577582"/>
              <a:chExt cx="436219" cy="460729"/>
            </a:xfrm>
          </p:grpSpPr>
          <p:sp>
            <p:nvSpPr>
              <p:cNvPr id="286" name="Ellipszis 285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5" name="Ellipszis 284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3" name="Ellipszis 282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4" name="Ellipszis 283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2" name="Ellipszis 281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6" name="Ellipszis 275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5" name="Ellipszis 27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0" name="Ellipszis 279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9" name="Ellipszis 278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1" name="Ellipszis 280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" name="Csoportba foglalás 272"/>
            <p:cNvGrpSpPr/>
            <p:nvPr/>
          </p:nvGrpSpPr>
          <p:grpSpPr>
            <a:xfrm>
              <a:off x="2787044" y="1332487"/>
              <a:ext cx="1466744" cy="1443260"/>
              <a:chOff x="2863244" y="1320580"/>
              <a:chExt cx="1466744" cy="1443260"/>
            </a:xfrm>
          </p:grpSpPr>
          <p:grpSp>
            <p:nvGrpSpPr>
              <p:cNvPr id="7" name="Csoportba foglalás 258"/>
              <p:cNvGrpSpPr/>
              <p:nvPr/>
            </p:nvGrpSpPr>
            <p:grpSpPr>
              <a:xfrm>
                <a:off x="2863244" y="1320580"/>
                <a:ext cx="1466744" cy="1443260"/>
                <a:chOff x="4977793" y="2339755"/>
                <a:chExt cx="1466744" cy="1443260"/>
              </a:xfrm>
              <a:noFill/>
            </p:grpSpPr>
            <p:grpSp>
              <p:nvGrpSpPr>
                <p:cNvPr id="8" name="Csoportba foglalás 237"/>
                <p:cNvGrpSpPr/>
                <p:nvPr/>
              </p:nvGrpSpPr>
              <p:grpSpPr>
                <a:xfrm>
                  <a:off x="5523715" y="3129758"/>
                  <a:ext cx="511266" cy="653257"/>
                  <a:chOff x="4261653" y="2296321"/>
                  <a:chExt cx="511266" cy="653257"/>
                </a:xfrm>
                <a:grpFill/>
              </p:grpSpPr>
              <p:grpSp>
                <p:nvGrpSpPr>
                  <p:cNvPr id="10" name="Csoportba foglalás 187"/>
                  <p:cNvGrpSpPr/>
                  <p:nvPr/>
                </p:nvGrpSpPr>
                <p:grpSpPr>
                  <a:xfrm rot="823178">
                    <a:off x="4360727" y="2357252"/>
                    <a:ext cx="284279" cy="462682"/>
                    <a:chOff x="4230326" y="1571625"/>
                    <a:chExt cx="236899" cy="441327"/>
                  </a:xfrm>
                  <a:grpFill/>
                </p:grpSpPr>
                <p:sp>
                  <p:nvSpPr>
                    <p:cNvPr id="186" name="Ív 185"/>
                    <p:cNvSpPr/>
                    <p:nvPr/>
                  </p:nvSpPr>
                  <p:spPr>
                    <a:xfrm>
                      <a:off x="4230326" y="1610118"/>
                      <a:ext cx="227374" cy="4028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87" name="Ív 186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1" name="Csoportba foglalás 188"/>
                  <p:cNvGrpSpPr/>
                  <p:nvPr/>
                </p:nvGrpSpPr>
                <p:grpSpPr>
                  <a:xfrm>
                    <a:off x="4576146" y="2436966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190" name="Ív 189"/>
                    <p:cNvSpPr/>
                    <p:nvPr/>
                  </p:nvSpPr>
                  <p:spPr>
                    <a:xfrm>
                      <a:off x="4276641" y="1630745"/>
                      <a:ext cx="181059" cy="38220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91" name="Ív 19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2" name="Csoportba foglalás 191"/>
                  <p:cNvGrpSpPr/>
                  <p:nvPr/>
                </p:nvGrpSpPr>
                <p:grpSpPr>
                  <a:xfrm flipH="1">
                    <a:off x="4313623" y="2296321"/>
                    <a:ext cx="459296" cy="653257"/>
                    <a:chOff x="4221715" y="1547296"/>
                    <a:chExt cx="249617" cy="465654"/>
                  </a:xfrm>
                  <a:grpFill/>
                </p:grpSpPr>
                <p:sp>
                  <p:nvSpPr>
                    <p:cNvPr id="206" name="Ív 205"/>
                    <p:cNvSpPr/>
                    <p:nvPr/>
                  </p:nvSpPr>
                  <p:spPr>
                    <a:xfrm>
                      <a:off x="4229100" y="1619250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07" name="Ív 206"/>
                    <p:cNvSpPr/>
                    <p:nvPr/>
                  </p:nvSpPr>
                  <p:spPr>
                    <a:xfrm rot="1497937">
                      <a:off x="4221715" y="1547296"/>
                      <a:ext cx="249617" cy="41311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3" name="Csoportba foglalás 208"/>
                  <p:cNvGrpSpPr/>
                  <p:nvPr/>
                </p:nvGrpSpPr>
                <p:grpSpPr>
                  <a:xfrm flipH="1">
                    <a:off x="4261653" y="2451692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210" name="Ív 209"/>
                    <p:cNvSpPr/>
                    <p:nvPr/>
                  </p:nvSpPr>
                  <p:spPr>
                    <a:xfrm>
                      <a:off x="4363886" y="1653638"/>
                      <a:ext cx="93814" cy="359312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11" name="Szabadkézi sokszög 21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custGeom>
                      <a:avLst/>
                      <a:gdLst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  <a:gd name="connsiteX3" fmla="*/ 114300 w 228600"/>
                        <a:gd name="connsiteY3" fmla="*/ 196850 h 393700"/>
                        <a:gd name="connsiteX4" fmla="*/ 114300 w 228600"/>
                        <a:gd name="connsiteY4" fmla="*/ 0 h 393700"/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28600" h="393700" stroke="0" extrusionOk="0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  <a:lnTo>
                            <a:pt x="114300" y="196850"/>
                          </a:lnTo>
                          <a:lnTo>
                            <a:pt x="114300" y="0"/>
                          </a:lnTo>
                          <a:close/>
                        </a:path>
                        <a:path w="228600" h="393700" fill="none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grpSp>
              <p:nvGrpSpPr>
                <p:cNvPr id="14" name="Csoportba foglalás 216"/>
                <p:cNvGrpSpPr/>
                <p:nvPr/>
              </p:nvGrpSpPr>
              <p:grpSpPr>
                <a:xfrm rot="3198530" flipV="1">
                  <a:off x="5904716" y="3241840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18" name="Ív 217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0" name="Ív 229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5" name="Csoportba foglalás 230"/>
                <p:cNvGrpSpPr/>
                <p:nvPr/>
              </p:nvGrpSpPr>
              <p:grpSpPr>
                <a:xfrm rot="1932286" flipV="1">
                  <a:off x="5888830" y="2848197"/>
                  <a:ext cx="259320" cy="625017"/>
                  <a:chOff x="4211451" y="1573248"/>
                  <a:chExt cx="265440" cy="485165"/>
                </a:xfrm>
                <a:grpFill/>
              </p:grpSpPr>
              <p:sp>
                <p:nvSpPr>
                  <p:cNvPr id="232" name="Ív 23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3" name="Ív 232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6" name="Csoportba foglalás 233"/>
                <p:cNvGrpSpPr/>
                <p:nvPr/>
              </p:nvGrpSpPr>
              <p:grpSpPr>
                <a:xfrm rot="3087559" flipH="1" flipV="1">
                  <a:off x="5902416" y="2731799"/>
                  <a:ext cx="361677" cy="722564"/>
                  <a:chOff x="4141106" y="1573248"/>
                  <a:chExt cx="335785" cy="485165"/>
                </a:xfrm>
                <a:grpFill/>
              </p:grpSpPr>
              <p:sp>
                <p:nvSpPr>
                  <p:cNvPr id="235" name="Ív 234"/>
                  <p:cNvSpPr/>
                  <p:nvPr/>
                </p:nvSpPr>
                <p:spPr>
                  <a:xfrm>
                    <a:off x="4141106" y="1691168"/>
                    <a:ext cx="316593" cy="3217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6" name="Ív 235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7" name="Csoportba foglalás 238"/>
                <p:cNvGrpSpPr/>
                <p:nvPr/>
              </p:nvGrpSpPr>
              <p:grpSpPr>
                <a:xfrm rot="1932286" flipV="1">
                  <a:off x="5926213" y="2756296"/>
                  <a:ext cx="207254" cy="746334"/>
                  <a:chOff x="4329982" y="1463272"/>
                  <a:chExt cx="212145" cy="579336"/>
                </a:xfrm>
                <a:grpFill/>
              </p:grpSpPr>
              <p:sp>
                <p:nvSpPr>
                  <p:cNvPr id="240" name="Ív 239"/>
                  <p:cNvSpPr/>
                  <p:nvPr/>
                </p:nvSpPr>
                <p:spPr>
                  <a:xfrm rot="10987660">
                    <a:off x="4390592" y="1463272"/>
                    <a:ext cx="151535" cy="38369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1" name="Ív 240"/>
                  <p:cNvSpPr/>
                  <p:nvPr/>
                </p:nvSpPr>
                <p:spPr>
                  <a:xfrm rot="1497937">
                    <a:off x="4329982" y="1614263"/>
                    <a:ext cx="125628" cy="42834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8" name="Csoportba foglalás 241"/>
                <p:cNvGrpSpPr/>
                <p:nvPr/>
              </p:nvGrpSpPr>
              <p:grpSpPr>
                <a:xfrm rot="17691938" flipV="1">
                  <a:off x="5087350" y="2808013"/>
                  <a:ext cx="503450" cy="722564"/>
                  <a:chOff x="4009483" y="1573248"/>
                  <a:chExt cx="467408" cy="485165"/>
                </a:xfrm>
                <a:grpFill/>
              </p:grpSpPr>
              <p:sp>
                <p:nvSpPr>
                  <p:cNvPr id="243" name="Ív 242"/>
                  <p:cNvSpPr/>
                  <p:nvPr/>
                </p:nvSpPr>
                <p:spPr>
                  <a:xfrm>
                    <a:off x="4009483" y="1670763"/>
                    <a:ext cx="455459" cy="37294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4" name="Ív 243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9" name="Csoportba foglalás 244"/>
                <p:cNvGrpSpPr/>
                <p:nvPr/>
              </p:nvGrpSpPr>
              <p:grpSpPr>
                <a:xfrm rot="2290000" flipH="1" flipV="1">
                  <a:off x="5783170" y="2339755"/>
                  <a:ext cx="549798" cy="944900"/>
                  <a:chOff x="3979703" y="1558122"/>
                  <a:chExt cx="510437" cy="634452"/>
                </a:xfrm>
                <a:grpFill/>
              </p:grpSpPr>
              <p:sp>
                <p:nvSpPr>
                  <p:cNvPr id="246" name="Ív 245"/>
                  <p:cNvSpPr/>
                  <p:nvPr/>
                </p:nvSpPr>
                <p:spPr>
                  <a:xfrm>
                    <a:off x="3979703" y="1772277"/>
                    <a:ext cx="489833" cy="2911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7" name="Szabadkézi sokszög 246"/>
                  <p:cNvSpPr/>
                  <p:nvPr/>
                </p:nvSpPr>
                <p:spPr>
                  <a:xfrm rot="1497937">
                    <a:off x="4216290" y="1558122"/>
                    <a:ext cx="273850" cy="634452"/>
                  </a:xfrm>
                  <a:custGeom>
                    <a:avLst/>
                    <a:gdLst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  <a:gd name="connsiteX3" fmla="*/ 136925 w 273850"/>
                      <a:gd name="connsiteY3" fmla="*/ 317226 h 634452"/>
                      <a:gd name="connsiteX4" fmla="*/ 136925 w 273850"/>
                      <a:gd name="connsiteY4" fmla="*/ 0 h 634452"/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3850" h="634452" stroke="0" extrusionOk="0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  <a:lnTo>
                          <a:pt x="136925" y="317226"/>
                        </a:lnTo>
                        <a:lnTo>
                          <a:pt x="136925" y="0"/>
                        </a:lnTo>
                        <a:close/>
                      </a:path>
                      <a:path w="273850" h="634452" fill="none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</a:path>
                    </a:pathLst>
                  </a:cu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0" name="Csoportba foglalás 247"/>
                <p:cNvGrpSpPr/>
                <p:nvPr/>
              </p:nvGrpSpPr>
              <p:grpSpPr>
                <a:xfrm rot="19849264" flipH="1" flipV="1">
                  <a:off x="5332647" y="2663622"/>
                  <a:ext cx="322511" cy="692746"/>
                  <a:chOff x="4188337" y="1563662"/>
                  <a:chExt cx="299423" cy="465144"/>
                </a:xfrm>
                <a:grpFill/>
              </p:grpSpPr>
              <p:sp>
                <p:nvSpPr>
                  <p:cNvPr id="249" name="Ív 248"/>
                  <p:cNvSpPr/>
                  <p:nvPr/>
                </p:nvSpPr>
                <p:spPr>
                  <a:xfrm>
                    <a:off x="4261105" y="1686491"/>
                    <a:ext cx="196597" cy="326461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0" name="Ív 249"/>
                  <p:cNvSpPr/>
                  <p:nvPr/>
                </p:nvSpPr>
                <p:spPr>
                  <a:xfrm rot="1497937">
                    <a:off x="4188337" y="1563662"/>
                    <a:ext cx="299423" cy="465144"/>
                  </a:xfrm>
                  <a:prstGeom prst="arc">
                    <a:avLst>
                      <a:gd name="adj1" fmla="val 16200000"/>
                      <a:gd name="adj2" fmla="val 377478"/>
                    </a:avLst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1" name="Csoportba foglalás 250"/>
                <p:cNvGrpSpPr/>
                <p:nvPr/>
              </p:nvGrpSpPr>
              <p:grpSpPr>
                <a:xfrm rot="16891319" flipH="1" flipV="1">
                  <a:off x="5433047" y="3303604"/>
                  <a:ext cx="140562" cy="249942"/>
                  <a:chOff x="4281478" y="1586677"/>
                  <a:chExt cx="186213" cy="450714"/>
                </a:xfrm>
                <a:grpFill/>
              </p:grpSpPr>
              <p:sp>
                <p:nvSpPr>
                  <p:cNvPr id="252" name="Ív 25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3" name="Ív 252"/>
                  <p:cNvSpPr/>
                  <p:nvPr/>
                </p:nvSpPr>
                <p:spPr>
                  <a:xfrm rot="2063920">
                    <a:off x="4281478" y="1586677"/>
                    <a:ext cx="186213" cy="45071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2" name="Csoportba foglalás 253"/>
                <p:cNvGrpSpPr/>
                <p:nvPr/>
              </p:nvGrpSpPr>
              <p:grpSpPr>
                <a:xfrm rot="19182483" flipH="1" flipV="1">
                  <a:off x="5411799" y="3158496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55" name="Ív 254"/>
                  <p:cNvSpPr/>
                  <p:nvPr/>
                </p:nvSpPr>
                <p:spPr>
                  <a:xfrm>
                    <a:off x="4301430" y="1736617"/>
                    <a:ext cx="156270" cy="27633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6" name="Ív 255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  <p:sp>
            <p:nvSpPr>
              <p:cNvPr id="267" name="Ív 266"/>
              <p:cNvSpPr/>
              <p:nvPr/>
            </p:nvSpPr>
            <p:spPr>
              <a:xfrm rot="16609204" flipV="1">
                <a:off x="3772604" y="2001117"/>
                <a:ext cx="200997" cy="83992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1" name="Ív 270"/>
              <p:cNvSpPr/>
              <p:nvPr/>
            </p:nvSpPr>
            <p:spPr>
              <a:xfrm rot="19647609" flipH="1" flipV="1">
                <a:off x="3300449" y="1857354"/>
                <a:ext cx="121369" cy="22149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2" name="Ív 271"/>
              <p:cNvSpPr/>
              <p:nvPr/>
            </p:nvSpPr>
            <p:spPr>
              <a:xfrm rot="111529" flipH="1" flipV="1">
                <a:off x="3308672" y="1870021"/>
                <a:ext cx="136626" cy="26857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48" name="Ellipszis 347"/>
            <p:cNvSpPr/>
            <p:nvPr/>
          </p:nvSpPr>
          <p:spPr>
            <a:xfrm rot="1557053" flipV="1">
              <a:off x="3799572" y="2297148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23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19405082">
            <a:off x="5784681" y="3846943"/>
            <a:ext cx="64174" cy="136261"/>
            <a:chOff x="10926111" y="4092956"/>
            <a:chExt cx="99543" cy="725490"/>
          </a:xfrm>
        </p:grpSpPr>
        <p:cxnSp>
          <p:nvCxnSpPr>
            <p:cNvPr id="213" name="Egyenes összekötő 212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4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27" name="Egyenes összekötő 226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17" name="Egyenes összekötő 216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9" name="Egyenes összekötő 228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2194918" flipH="1">
            <a:off x="5658492" y="3839803"/>
            <a:ext cx="64147" cy="136262"/>
            <a:chOff x="10926111" y="4092953"/>
            <a:chExt cx="99501" cy="725493"/>
          </a:xfrm>
        </p:grpSpPr>
        <p:cxnSp>
          <p:nvCxnSpPr>
            <p:cNvPr id="234" name="Egyenes összekötő 233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6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38" name="Egyenes összekötő 237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9" name="Egyenes összekötő 238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5" name="Egyenes összekötő 244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Csoportba foglalás 208"/>
          <p:cNvGrpSpPr/>
          <p:nvPr/>
        </p:nvGrpSpPr>
        <p:grpSpPr>
          <a:xfrm>
            <a:off x="-2064700" y="-4319538"/>
            <a:ext cx="15856900" cy="15611058"/>
            <a:chOff x="5064125" y="3879531"/>
            <a:chExt cx="532448" cy="524194"/>
          </a:xfrm>
        </p:grpSpPr>
        <p:sp>
          <p:nvSpPr>
            <p:cNvPr id="212" name="Ellipszis 211"/>
            <p:cNvSpPr/>
            <p:nvPr/>
          </p:nvSpPr>
          <p:spPr>
            <a:xfrm>
              <a:off x="5064125" y="3879531"/>
              <a:ext cx="532448" cy="524194"/>
            </a:xfrm>
            <a:prstGeom prst="ellipse">
              <a:avLst/>
            </a:prstGeom>
            <a:solidFill>
              <a:srgbClr val="47C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16" name="Ellipszis 215"/>
            <p:cNvSpPr/>
            <p:nvPr/>
          </p:nvSpPr>
          <p:spPr>
            <a:xfrm>
              <a:off x="5111748" y="3929857"/>
              <a:ext cx="433390" cy="433390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  <p:sp>
          <p:nvSpPr>
            <p:cNvPr id="223" name="Ellipszis 222"/>
            <p:cNvSpPr/>
            <p:nvPr/>
          </p:nvSpPr>
          <p:spPr>
            <a:xfrm>
              <a:off x="5199061" y="4023520"/>
              <a:ext cx="258764" cy="258764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 dirty="0"/>
            </a:p>
          </p:txBody>
        </p:sp>
      </p:grpSp>
      <p:grpSp>
        <p:nvGrpSpPr>
          <p:cNvPr id="28" name="Csoportba foglalás 27">
            <a:extLst>
              <a:ext uri="{FF2B5EF4-FFF2-40B4-BE49-F238E27FC236}">
                <a16:creationId xmlns:a16="http://schemas.microsoft.com/office/drawing/2014/main" id="{21A0AF78-59BB-F25B-925E-521B7BE4BD6C}"/>
              </a:ext>
            </a:extLst>
          </p:cNvPr>
          <p:cNvGrpSpPr/>
          <p:nvPr/>
        </p:nvGrpSpPr>
        <p:grpSpPr>
          <a:xfrm>
            <a:off x="180330" y="391304"/>
            <a:ext cx="11173470" cy="6068602"/>
            <a:chOff x="5104932" y="3976393"/>
            <a:chExt cx="441523" cy="235834"/>
          </a:xfrm>
        </p:grpSpPr>
        <p:sp>
          <p:nvSpPr>
            <p:cNvPr id="29" name="Ellipszis 28">
              <a:extLst>
                <a:ext uri="{FF2B5EF4-FFF2-40B4-BE49-F238E27FC236}">
                  <a16:creationId xmlns:a16="http://schemas.microsoft.com/office/drawing/2014/main" id="{EA4EB38B-C0BE-234B-0F0F-860F0CA633A7}"/>
                </a:ext>
              </a:extLst>
            </p:cNvPr>
            <p:cNvSpPr/>
            <p:nvPr/>
          </p:nvSpPr>
          <p:spPr>
            <a:xfrm flipH="1">
              <a:off x="5372056" y="4159943"/>
              <a:ext cx="60198" cy="52284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0" name="Szabadkézi sokszög: alakzat 29">
              <a:extLst>
                <a:ext uri="{FF2B5EF4-FFF2-40B4-BE49-F238E27FC236}">
                  <a16:creationId xmlns:a16="http://schemas.microsoft.com/office/drawing/2014/main" id="{90ADFD4A-C20D-0B87-24F1-5F2FBC12B184}"/>
                </a:ext>
              </a:extLst>
            </p:cNvPr>
            <p:cNvSpPr/>
            <p:nvPr/>
          </p:nvSpPr>
          <p:spPr>
            <a:xfrm rot="21313344">
              <a:off x="5410248" y="3985208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  <p:grpSp>
          <p:nvGrpSpPr>
            <p:cNvPr id="31" name="Csoportba foglalás 30">
              <a:extLst>
                <a:ext uri="{FF2B5EF4-FFF2-40B4-BE49-F238E27FC236}">
                  <a16:creationId xmlns:a16="http://schemas.microsoft.com/office/drawing/2014/main" id="{3A53B014-521D-3261-5F9D-246EAFDF2645}"/>
                </a:ext>
              </a:extLst>
            </p:cNvPr>
            <p:cNvGrpSpPr/>
            <p:nvPr/>
          </p:nvGrpSpPr>
          <p:grpSpPr>
            <a:xfrm>
              <a:off x="5104932" y="3976393"/>
              <a:ext cx="267435" cy="224631"/>
              <a:chOff x="5112159" y="3988643"/>
              <a:chExt cx="267435" cy="224631"/>
            </a:xfrm>
          </p:grpSpPr>
          <p:grpSp>
            <p:nvGrpSpPr>
              <p:cNvPr id="32" name="Csoportba foglalás 31">
                <a:extLst>
                  <a:ext uri="{FF2B5EF4-FFF2-40B4-BE49-F238E27FC236}">
                    <a16:creationId xmlns:a16="http://schemas.microsoft.com/office/drawing/2014/main" id="{CD69AD7B-434C-31DF-AA80-06A2D8123FFA}"/>
                  </a:ext>
                </a:extLst>
              </p:cNvPr>
              <p:cNvGrpSpPr/>
              <p:nvPr/>
            </p:nvGrpSpPr>
            <p:grpSpPr>
              <a:xfrm>
                <a:off x="5112159" y="3988643"/>
                <a:ext cx="139716" cy="224522"/>
                <a:chOff x="5097982" y="3991339"/>
                <a:chExt cx="163476" cy="191797"/>
              </a:xfrm>
            </p:grpSpPr>
            <p:sp>
              <p:nvSpPr>
                <p:cNvPr id="38" name="Ellipszis 37">
                  <a:extLst>
                    <a:ext uri="{FF2B5EF4-FFF2-40B4-BE49-F238E27FC236}">
                      <a16:creationId xmlns:a16="http://schemas.microsoft.com/office/drawing/2014/main" id="{B45D5437-C678-7C69-0C0D-502FDDD1EE58}"/>
                    </a:ext>
                  </a:extLst>
                </p:cNvPr>
                <p:cNvSpPr/>
                <p:nvPr/>
              </p:nvSpPr>
              <p:spPr>
                <a:xfrm rot="209808">
                  <a:off x="5182054" y="3991339"/>
                  <a:ext cx="79404" cy="191797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9" name="Ellipszis 38">
                  <a:extLst>
                    <a:ext uri="{FF2B5EF4-FFF2-40B4-BE49-F238E27FC236}">
                      <a16:creationId xmlns:a16="http://schemas.microsoft.com/office/drawing/2014/main" id="{6D1C6AED-2B5C-1437-6BB5-B5D338C7D529}"/>
                    </a:ext>
                  </a:extLst>
                </p:cNvPr>
                <p:cNvSpPr/>
                <p:nvPr/>
              </p:nvSpPr>
              <p:spPr>
                <a:xfrm rot="19201678">
                  <a:off x="5097982" y="4002134"/>
                  <a:ext cx="156347" cy="57943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grpSp>
            <p:nvGrpSpPr>
              <p:cNvPr id="33" name="Csoportba foglalás 32">
                <a:extLst>
                  <a:ext uri="{FF2B5EF4-FFF2-40B4-BE49-F238E27FC236}">
                    <a16:creationId xmlns:a16="http://schemas.microsoft.com/office/drawing/2014/main" id="{BBF1CBBD-1B82-E86F-E54A-A49252C0912D}"/>
                  </a:ext>
                </a:extLst>
              </p:cNvPr>
              <p:cNvGrpSpPr/>
              <p:nvPr/>
            </p:nvGrpSpPr>
            <p:grpSpPr>
              <a:xfrm>
                <a:off x="5251816" y="3993899"/>
                <a:ext cx="127778" cy="219375"/>
                <a:chOff x="5311122" y="3914448"/>
                <a:chExt cx="189297" cy="228737"/>
              </a:xfrm>
            </p:grpSpPr>
            <p:sp>
              <p:nvSpPr>
                <p:cNvPr id="34" name="Ellipszis 33">
                  <a:extLst>
                    <a:ext uri="{FF2B5EF4-FFF2-40B4-BE49-F238E27FC236}">
                      <a16:creationId xmlns:a16="http://schemas.microsoft.com/office/drawing/2014/main" id="{5CFFA0AE-937C-8361-C985-2129123D95F5}"/>
                    </a:ext>
                  </a:extLst>
                </p:cNvPr>
                <p:cNvSpPr/>
                <p:nvPr/>
              </p:nvSpPr>
              <p:spPr>
                <a:xfrm rot="209808">
                  <a:off x="5331488" y="3914448"/>
                  <a:ext cx="153499" cy="45719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5" name="Ellipszis 34">
                  <a:extLst>
                    <a:ext uri="{FF2B5EF4-FFF2-40B4-BE49-F238E27FC236}">
                      <a16:creationId xmlns:a16="http://schemas.microsoft.com/office/drawing/2014/main" id="{5A9CE616-2BB3-785F-6F98-CDC11A317845}"/>
                    </a:ext>
                  </a:extLst>
                </p:cNvPr>
                <p:cNvSpPr/>
                <p:nvPr/>
              </p:nvSpPr>
              <p:spPr>
                <a:xfrm rot="209808">
                  <a:off x="5422714" y="3929983"/>
                  <a:ext cx="77705" cy="204911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6" name="Ellipszis 35">
                  <a:extLst>
                    <a:ext uri="{FF2B5EF4-FFF2-40B4-BE49-F238E27FC236}">
                      <a16:creationId xmlns:a16="http://schemas.microsoft.com/office/drawing/2014/main" id="{C4FF8A85-8136-74EF-389E-97BD15AFCB1D}"/>
                    </a:ext>
                  </a:extLst>
                </p:cNvPr>
                <p:cNvSpPr/>
                <p:nvPr/>
              </p:nvSpPr>
              <p:spPr>
                <a:xfrm rot="209808">
                  <a:off x="5311122" y="4011608"/>
                  <a:ext cx="139298" cy="45719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7" name="Ellipszis 36">
                  <a:extLst>
                    <a:ext uri="{FF2B5EF4-FFF2-40B4-BE49-F238E27FC236}">
                      <a16:creationId xmlns:a16="http://schemas.microsoft.com/office/drawing/2014/main" id="{579AB3CA-CAD4-80AC-727A-372E357D74FA}"/>
                    </a:ext>
                  </a:extLst>
                </p:cNvPr>
                <p:cNvSpPr/>
                <p:nvPr/>
              </p:nvSpPr>
              <p:spPr>
                <a:xfrm rot="209808">
                  <a:off x="5320898" y="4097466"/>
                  <a:ext cx="144799" cy="45719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 advTm="0">
        <p:cut/>
      </p:transition>
    </mc:Choice>
    <mc:Fallback>
      <p:transition advTm="0">
        <p:cut/>
      </p:transition>
    </mc:Fallback>
  </mc:AlternateContent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soportba foglalás 401"/>
          <p:cNvGrpSpPr/>
          <p:nvPr/>
        </p:nvGrpSpPr>
        <p:grpSpPr>
          <a:xfrm>
            <a:off x="4423611" y="1746250"/>
            <a:ext cx="2950110" cy="3566270"/>
            <a:chOff x="4423611" y="1746250"/>
            <a:chExt cx="2950110" cy="3566270"/>
          </a:xfrm>
          <a:solidFill>
            <a:schemeClr val="accent4">
              <a:lumMod val="60000"/>
              <a:lumOff val="40000"/>
              <a:alpha val="40000"/>
            </a:schemeClr>
          </a:solidFill>
        </p:grpSpPr>
        <p:sp>
          <p:nvSpPr>
            <p:cNvPr id="399" name="Ellipszis 398"/>
            <p:cNvSpPr/>
            <p:nvPr/>
          </p:nvSpPr>
          <p:spPr>
            <a:xfrm>
              <a:off x="5166360" y="2313623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400" name="Ellipszis 399"/>
            <p:cNvSpPr/>
            <p:nvPr/>
          </p:nvSpPr>
          <p:spPr>
            <a:xfrm>
              <a:off x="5586730" y="1827531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7" name="Ellipszis 396"/>
            <p:cNvSpPr/>
            <p:nvPr/>
          </p:nvSpPr>
          <p:spPr>
            <a:xfrm rot="17438591">
              <a:off x="5237760" y="4161075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6" name="Ellipszis 395"/>
            <p:cNvSpPr/>
            <p:nvPr/>
          </p:nvSpPr>
          <p:spPr>
            <a:xfrm rot="18015131">
              <a:off x="5075836" y="3827700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5" name="Ellipszis 394"/>
            <p:cNvSpPr/>
            <p:nvPr/>
          </p:nvSpPr>
          <p:spPr>
            <a:xfrm rot="18936556">
              <a:off x="4980586" y="3956288"/>
              <a:ext cx="186522" cy="13562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4" name="Ellipszis 393"/>
            <p:cNvSpPr/>
            <p:nvPr/>
          </p:nvSpPr>
          <p:spPr>
            <a:xfrm rot="19559640">
              <a:off x="4782391" y="3577247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3" name="Ellipszis 392"/>
            <p:cNvSpPr/>
            <p:nvPr/>
          </p:nvSpPr>
          <p:spPr>
            <a:xfrm rot="18173528">
              <a:off x="4868117" y="3401035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2" name="Ellipszis 391"/>
            <p:cNvSpPr/>
            <p:nvPr/>
          </p:nvSpPr>
          <p:spPr>
            <a:xfrm rot="18680492">
              <a:off x="4968130" y="3020036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1" name="Ellipszis 390"/>
            <p:cNvSpPr/>
            <p:nvPr/>
          </p:nvSpPr>
          <p:spPr>
            <a:xfrm rot="19812551">
              <a:off x="4815730" y="3101000"/>
              <a:ext cx="186522" cy="107553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90" name="Ellipszis 389"/>
            <p:cNvSpPr/>
            <p:nvPr/>
          </p:nvSpPr>
          <p:spPr>
            <a:xfrm rot="459399">
              <a:off x="5071626" y="28283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9" name="Ellipszis 388"/>
            <p:cNvSpPr/>
            <p:nvPr/>
          </p:nvSpPr>
          <p:spPr>
            <a:xfrm rot="459399">
              <a:off x="4919226" y="2675957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8" name="Ellipszis 387"/>
            <p:cNvSpPr/>
            <p:nvPr/>
          </p:nvSpPr>
          <p:spPr>
            <a:xfrm rot="20790213">
              <a:off x="5219264" y="269976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7" name="Ellipszis 386"/>
            <p:cNvSpPr/>
            <p:nvPr/>
          </p:nvSpPr>
          <p:spPr>
            <a:xfrm rot="20790213">
              <a:off x="5095438" y="24949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6" name="Ellipszis 385"/>
            <p:cNvSpPr/>
            <p:nvPr/>
          </p:nvSpPr>
          <p:spPr>
            <a:xfrm rot="3577494">
              <a:off x="6540444" y="4227161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5" name="Ellipszis 384"/>
            <p:cNvSpPr/>
            <p:nvPr/>
          </p:nvSpPr>
          <p:spPr>
            <a:xfrm rot="3577494">
              <a:off x="6640457" y="412714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4" name="Ellipszis 383"/>
            <p:cNvSpPr/>
            <p:nvPr/>
          </p:nvSpPr>
          <p:spPr>
            <a:xfrm rot="2901804">
              <a:off x="6159653" y="4363965"/>
              <a:ext cx="251957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2" name="Ellipszis 381"/>
            <p:cNvSpPr/>
            <p:nvPr/>
          </p:nvSpPr>
          <p:spPr>
            <a:xfrm rot="2612912">
              <a:off x="6462271" y="406184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1" name="Ellipszis 380"/>
            <p:cNvSpPr/>
            <p:nvPr/>
          </p:nvSpPr>
          <p:spPr>
            <a:xfrm rot="2147207">
              <a:off x="6476558" y="346177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80" name="Ellipszis 379"/>
            <p:cNvSpPr/>
            <p:nvPr/>
          </p:nvSpPr>
          <p:spPr>
            <a:xfrm rot="2147207">
              <a:off x="6695633" y="3433195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9" name="Ellipszis 378"/>
            <p:cNvSpPr/>
            <p:nvPr/>
          </p:nvSpPr>
          <p:spPr>
            <a:xfrm rot="3542268">
              <a:off x="6395599" y="287122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8" name="Ellipszis 377"/>
            <p:cNvSpPr/>
            <p:nvPr/>
          </p:nvSpPr>
          <p:spPr>
            <a:xfrm rot="1679753">
              <a:off x="6578875" y="3114348"/>
              <a:ext cx="259714" cy="107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7" name="Ellipszis 376"/>
            <p:cNvSpPr/>
            <p:nvPr/>
          </p:nvSpPr>
          <p:spPr>
            <a:xfrm rot="20790213">
              <a:off x="6524188" y="2604519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6" name="Ellipszis 375"/>
            <p:cNvSpPr/>
            <p:nvPr/>
          </p:nvSpPr>
          <p:spPr>
            <a:xfrm rot="20790213">
              <a:off x="6443225" y="256165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3" name="Ellipszis 372"/>
            <p:cNvSpPr/>
            <p:nvPr/>
          </p:nvSpPr>
          <p:spPr>
            <a:xfrm rot="2197682">
              <a:off x="5470866" y="3277015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4" name="Ellipszis 373"/>
            <p:cNvSpPr/>
            <p:nvPr/>
          </p:nvSpPr>
          <p:spPr>
            <a:xfrm rot="2197682">
              <a:off x="4966042" y="298650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5" name="Ellipszis 374"/>
            <p:cNvSpPr/>
            <p:nvPr/>
          </p:nvSpPr>
          <p:spPr>
            <a:xfrm rot="1773522">
              <a:off x="6124138" y="2518793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1" name="Ellipszis 370"/>
            <p:cNvSpPr/>
            <p:nvPr/>
          </p:nvSpPr>
          <p:spPr>
            <a:xfrm rot="4169971">
              <a:off x="5883908" y="4993576"/>
              <a:ext cx="187385" cy="34604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9" name="Ellipszis 368"/>
            <p:cNvSpPr/>
            <p:nvPr/>
          </p:nvSpPr>
          <p:spPr>
            <a:xfrm rot="18022506" flipH="1">
              <a:off x="5068831" y="4265260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70" name="Ellipszis 369"/>
            <p:cNvSpPr/>
            <p:nvPr/>
          </p:nvSpPr>
          <p:spPr>
            <a:xfrm rot="18022506" flipH="1">
              <a:off x="5187894" y="43700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8" name="Ellipszis 367"/>
            <p:cNvSpPr/>
            <p:nvPr/>
          </p:nvSpPr>
          <p:spPr>
            <a:xfrm rot="18022506" flipH="1">
              <a:off x="4911669" y="4217636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7" name="Ellipszis 366"/>
            <p:cNvSpPr/>
            <p:nvPr/>
          </p:nvSpPr>
          <p:spPr>
            <a:xfrm rot="3577494">
              <a:off x="6640457" y="4146199"/>
              <a:ext cx="64587" cy="10319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6" name="Ellipszis 365"/>
            <p:cNvSpPr/>
            <p:nvPr/>
          </p:nvSpPr>
          <p:spPr>
            <a:xfrm rot="2901804">
              <a:off x="6606012" y="3860991"/>
              <a:ext cx="231420" cy="10255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5" name="Ellipszis 364"/>
            <p:cNvSpPr/>
            <p:nvPr/>
          </p:nvSpPr>
          <p:spPr>
            <a:xfrm rot="2765525">
              <a:off x="6723996" y="3295294"/>
              <a:ext cx="164532" cy="113491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4" name="Ellipszis 363"/>
            <p:cNvSpPr/>
            <p:nvPr/>
          </p:nvSpPr>
          <p:spPr>
            <a:xfrm rot="2445801">
              <a:off x="6586103" y="2914080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2" name="Ellipszis 361"/>
            <p:cNvSpPr/>
            <p:nvPr/>
          </p:nvSpPr>
          <p:spPr>
            <a:xfrm rot="500387">
              <a:off x="6343213" y="2504506"/>
              <a:ext cx="250315" cy="104453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61" name="Ellipszis 360"/>
            <p:cNvSpPr/>
            <p:nvPr/>
          </p:nvSpPr>
          <p:spPr>
            <a:xfrm rot="20488461">
              <a:off x="5810763" y="1822108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9" name="Ellipszis 358"/>
            <p:cNvSpPr/>
            <p:nvPr/>
          </p:nvSpPr>
          <p:spPr>
            <a:xfrm rot="960565">
              <a:off x="5472626" y="1907834"/>
              <a:ext cx="285317" cy="13347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8" name="Ellipszis 357"/>
            <p:cNvSpPr/>
            <p:nvPr/>
          </p:nvSpPr>
          <p:spPr>
            <a:xfrm>
              <a:off x="5189220" y="2328862"/>
              <a:ext cx="1192530" cy="296576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5" name="Ellipszis 354"/>
            <p:cNvSpPr/>
            <p:nvPr/>
          </p:nvSpPr>
          <p:spPr>
            <a:xfrm>
              <a:off x="5594350" y="1789430"/>
              <a:ext cx="393700" cy="29718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cxnSp>
          <p:nvCxnSpPr>
            <p:cNvPr id="153" name="Egyenes összekötő 152">
              <a:extLst>
                <a:ext uri="{FF2B5EF4-FFF2-40B4-BE49-F238E27FC236}">
                  <a16:creationId xmlns:a16="http://schemas.microsoft.com/office/drawing/2014/main" id="{FFE20C6E-D1E4-4EF1-8A8B-7E05FF02B3B6}"/>
                </a:ext>
              </a:extLst>
            </p:cNvPr>
            <p:cNvCxnSpPr>
              <a:cxnSpLocks/>
            </p:cNvCxnSpPr>
            <p:nvPr/>
          </p:nvCxnSpPr>
          <p:spPr>
            <a:xfrm>
              <a:off x="5050303" y="4909575"/>
              <a:ext cx="477196" cy="26447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Egyenes összekötő 8">
              <a:extLst>
                <a:ext uri="{FF2B5EF4-FFF2-40B4-BE49-F238E27FC236}">
                  <a16:creationId xmlns:a16="http://schemas.microsoft.com/office/drawing/2014/main" id="{29B5B5CC-2591-4D69-BBF0-BE8A9092874A}"/>
                </a:ext>
              </a:extLst>
            </p:cNvPr>
            <p:cNvCxnSpPr/>
            <p:nvPr/>
          </p:nvCxnSpPr>
          <p:spPr>
            <a:xfrm flipV="1">
              <a:off x="6115368" y="4824538"/>
              <a:ext cx="371475" cy="3374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gyenes összekötő 145">
              <a:extLst>
                <a:ext uri="{FF2B5EF4-FFF2-40B4-BE49-F238E27FC236}">
                  <a16:creationId xmlns:a16="http://schemas.microsoft.com/office/drawing/2014/main" id="{A9FB6F1A-5756-4A7F-967C-7D320CCC2E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73547" y="5077868"/>
              <a:ext cx="307563" cy="1171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Egyenes összekötő 146">
              <a:extLst>
                <a:ext uri="{FF2B5EF4-FFF2-40B4-BE49-F238E27FC236}">
                  <a16:creationId xmlns:a16="http://schemas.microsoft.com/office/drawing/2014/main" id="{685F105E-6F6B-4A05-AF88-5DAAC1A492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51605" y="5195054"/>
              <a:ext cx="251510" cy="4207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gyenes összekötő 147">
              <a:extLst>
                <a:ext uri="{FF2B5EF4-FFF2-40B4-BE49-F238E27FC236}">
                  <a16:creationId xmlns:a16="http://schemas.microsoft.com/office/drawing/2014/main" id="{E492FF34-DEC9-440F-8CE9-66F8487BD243}"/>
                </a:ext>
              </a:extLst>
            </p:cNvPr>
            <p:cNvCxnSpPr>
              <a:cxnSpLocks/>
            </p:cNvCxnSpPr>
            <p:nvPr/>
          </p:nvCxnSpPr>
          <p:spPr>
            <a:xfrm>
              <a:off x="5245702" y="4937359"/>
              <a:ext cx="334495" cy="23668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gyenes összekötő 148">
              <a:extLst>
                <a:ext uri="{FF2B5EF4-FFF2-40B4-BE49-F238E27FC236}">
                  <a16:creationId xmlns:a16="http://schemas.microsoft.com/office/drawing/2014/main" id="{8C0DE12B-8189-442C-8090-D1057C0386A7}"/>
                </a:ext>
              </a:extLst>
            </p:cNvPr>
            <p:cNvCxnSpPr>
              <a:cxnSpLocks/>
            </p:cNvCxnSpPr>
            <p:nvPr/>
          </p:nvCxnSpPr>
          <p:spPr>
            <a:xfrm>
              <a:off x="5295798" y="5122200"/>
              <a:ext cx="291813" cy="7963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Egyenes összekötő 150">
              <a:extLst>
                <a:ext uri="{FF2B5EF4-FFF2-40B4-BE49-F238E27FC236}">
                  <a16:creationId xmlns:a16="http://schemas.microsoft.com/office/drawing/2014/main" id="{E44E70F2-EA03-49CA-978A-89BA01A3F5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196" y="5219648"/>
              <a:ext cx="180761" cy="3495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Egyenes összekötő 151">
              <a:extLst>
                <a:ext uri="{FF2B5EF4-FFF2-40B4-BE49-F238E27FC236}">
                  <a16:creationId xmlns:a16="http://schemas.microsoft.com/office/drawing/2014/main" id="{1E77F13A-4956-425B-9073-C55EC12DA3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72125" y="5230625"/>
              <a:ext cx="63512" cy="414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Egyenes összekötő 153">
              <a:extLst>
                <a:ext uri="{FF2B5EF4-FFF2-40B4-BE49-F238E27FC236}">
                  <a16:creationId xmlns:a16="http://schemas.microsoft.com/office/drawing/2014/main" id="{EDAA6E9C-D05A-40BD-BBD7-F90375E615FC}"/>
                </a:ext>
              </a:extLst>
            </p:cNvPr>
            <p:cNvCxnSpPr>
              <a:cxnSpLocks/>
            </p:cNvCxnSpPr>
            <p:nvPr/>
          </p:nvCxnSpPr>
          <p:spPr>
            <a:xfrm>
              <a:off x="5933730" y="5247328"/>
              <a:ext cx="35749" cy="4762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Egyenes összekötő 173">
              <a:extLst>
                <a:ext uri="{FF2B5EF4-FFF2-40B4-BE49-F238E27FC236}">
                  <a16:creationId xmlns:a16="http://schemas.microsoft.com/office/drawing/2014/main" id="{44183407-692A-4DF6-8B22-18C4113A7D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896" y="4863120"/>
              <a:ext cx="508856" cy="298618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Egyenes összekötő 178">
              <a:extLst>
                <a:ext uri="{FF2B5EF4-FFF2-40B4-BE49-F238E27FC236}">
                  <a16:creationId xmlns:a16="http://schemas.microsoft.com/office/drawing/2014/main" id="{9F5FA107-CA7D-4F08-8223-F75D3B1A9D90}"/>
                </a:ext>
              </a:extLst>
            </p:cNvPr>
            <p:cNvCxnSpPr>
              <a:cxnSpLocks/>
            </p:cNvCxnSpPr>
            <p:nvPr/>
          </p:nvCxnSpPr>
          <p:spPr>
            <a:xfrm>
              <a:off x="4884819" y="4721725"/>
              <a:ext cx="645016" cy="44001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Egyenes összekötő 179">
              <a:extLst>
                <a:ext uri="{FF2B5EF4-FFF2-40B4-BE49-F238E27FC236}">
                  <a16:creationId xmlns:a16="http://schemas.microsoft.com/office/drawing/2014/main" id="{A6A99C2D-1EE6-4558-8991-DE05C6E912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81158" y="4642405"/>
              <a:ext cx="587942" cy="50043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Egyenes összekötő 193">
              <a:extLst>
                <a:ext uri="{FF2B5EF4-FFF2-40B4-BE49-F238E27FC236}">
                  <a16:creationId xmlns:a16="http://schemas.microsoft.com/office/drawing/2014/main" id="{A344F8EF-37FC-4D1C-81D5-628127277802}"/>
                </a:ext>
              </a:extLst>
            </p:cNvPr>
            <p:cNvCxnSpPr>
              <a:cxnSpLocks/>
            </p:cNvCxnSpPr>
            <p:nvPr/>
          </p:nvCxnSpPr>
          <p:spPr>
            <a:xfrm>
              <a:off x="4425950" y="4457700"/>
              <a:ext cx="665718" cy="41129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Egyenes összekötő 194">
              <a:extLst>
                <a:ext uri="{FF2B5EF4-FFF2-40B4-BE49-F238E27FC236}">
                  <a16:creationId xmlns:a16="http://schemas.microsoft.com/office/drawing/2014/main" id="{69FB6E0D-39E9-4DD9-BF31-B96EC7785AB5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600802" y="4349749"/>
              <a:ext cx="625499" cy="43543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Egyenes összekötő 195">
              <a:extLst>
                <a:ext uri="{FF2B5EF4-FFF2-40B4-BE49-F238E27FC236}">
                  <a16:creationId xmlns:a16="http://schemas.microsoft.com/office/drawing/2014/main" id="{CDF9DE42-61EA-4F74-B6E1-1CA51A6C5E1A}"/>
                </a:ext>
              </a:extLst>
            </p:cNvPr>
            <p:cNvCxnSpPr>
              <a:cxnSpLocks/>
            </p:cNvCxnSpPr>
            <p:nvPr/>
          </p:nvCxnSpPr>
          <p:spPr>
            <a:xfrm>
              <a:off x="4438650" y="4454525"/>
              <a:ext cx="688602" cy="23597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Egyenes összekötő 196">
              <a:extLst>
                <a:ext uri="{FF2B5EF4-FFF2-40B4-BE49-F238E27FC236}">
                  <a16:creationId xmlns:a16="http://schemas.microsoft.com/office/drawing/2014/main" id="{21463AC1-91CE-4BE4-8472-41049D4D948E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29788" y="4333874"/>
              <a:ext cx="715562" cy="30436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Egyenes összekötő 192">
              <a:extLst>
                <a:ext uri="{FF2B5EF4-FFF2-40B4-BE49-F238E27FC236}">
                  <a16:creationId xmlns:a16="http://schemas.microsoft.com/office/drawing/2014/main" id="{AF8005F6-5D30-4E84-BFF5-7A5876D65781}"/>
                </a:ext>
              </a:extLst>
            </p:cNvPr>
            <p:cNvCxnSpPr>
              <a:cxnSpLocks/>
            </p:cNvCxnSpPr>
            <p:nvPr/>
          </p:nvCxnSpPr>
          <p:spPr>
            <a:xfrm>
              <a:off x="4518025" y="4121993"/>
              <a:ext cx="379963" cy="48380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Egyenes összekötő 197">
              <a:extLst>
                <a:ext uri="{FF2B5EF4-FFF2-40B4-BE49-F238E27FC236}">
                  <a16:creationId xmlns:a16="http://schemas.microsoft.com/office/drawing/2014/main" id="{AEC20F41-3C87-4027-A876-582B9370AD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39773" y="4013396"/>
              <a:ext cx="291066" cy="47623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Egyenes összekötő 198">
              <a:extLst>
                <a:ext uri="{FF2B5EF4-FFF2-40B4-BE49-F238E27FC236}">
                  <a16:creationId xmlns:a16="http://schemas.microsoft.com/office/drawing/2014/main" id="{9850105C-725F-4BD9-A0EB-F93E6153BAB2}"/>
                </a:ext>
              </a:extLst>
            </p:cNvPr>
            <p:cNvCxnSpPr>
              <a:cxnSpLocks/>
            </p:cNvCxnSpPr>
            <p:nvPr/>
          </p:nvCxnSpPr>
          <p:spPr>
            <a:xfrm>
              <a:off x="4498979" y="4113435"/>
              <a:ext cx="471019" cy="15297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Egyenes összekötő 199">
              <a:extLst>
                <a:ext uri="{FF2B5EF4-FFF2-40B4-BE49-F238E27FC236}">
                  <a16:creationId xmlns:a16="http://schemas.microsoft.com/office/drawing/2014/main" id="{5CC78418-BB0E-4B75-8CD5-1463AF731F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77067" y="4013200"/>
              <a:ext cx="469858" cy="11862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Egyenes összekötő 201">
              <a:extLst>
                <a:ext uri="{FF2B5EF4-FFF2-40B4-BE49-F238E27FC236}">
                  <a16:creationId xmlns:a16="http://schemas.microsoft.com/office/drawing/2014/main" id="{FB826650-1251-4DC8-9384-192A3F6697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20783" y="3409143"/>
              <a:ext cx="340487" cy="669395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Egyenes összekötő 202">
              <a:extLst>
                <a:ext uri="{FF2B5EF4-FFF2-40B4-BE49-F238E27FC236}">
                  <a16:creationId xmlns:a16="http://schemas.microsoft.com/office/drawing/2014/main" id="{80F7695B-19E5-4E08-99DE-39C5C0129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58078" y="3424651"/>
              <a:ext cx="503192" cy="29608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Egyenes összekötő 203">
              <a:extLst>
                <a:ext uri="{FF2B5EF4-FFF2-40B4-BE49-F238E27FC236}">
                  <a16:creationId xmlns:a16="http://schemas.microsoft.com/office/drawing/2014/main" id="{BE0F77D7-83E6-4FA7-BF2F-5A7011E8F425}"/>
                </a:ext>
              </a:extLst>
            </p:cNvPr>
            <p:cNvCxnSpPr>
              <a:cxnSpLocks/>
            </p:cNvCxnSpPr>
            <p:nvPr/>
          </p:nvCxnSpPr>
          <p:spPr>
            <a:xfrm>
              <a:off x="4479455" y="3607993"/>
              <a:ext cx="328431" cy="62766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Egyenes összekötő 204">
              <a:extLst>
                <a:ext uri="{FF2B5EF4-FFF2-40B4-BE49-F238E27FC236}">
                  <a16:creationId xmlns:a16="http://schemas.microsoft.com/office/drawing/2014/main" id="{1A4DD638-0FC5-473E-9FF8-7E10914CB4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91264" y="3616519"/>
              <a:ext cx="495555" cy="218743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Egyenes összekötő 213">
              <a:extLst>
                <a:ext uri="{FF2B5EF4-FFF2-40B4-BE49-F238E27FC236}">
                  <a16:creationId xmlns:a16="http://schemas.microsoft.com/office/drawing/2014/main" id="{57118F33-CEB0-4655-A1C2-86740D8536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625" y="3142248"/>
              <a:ext cx="243305" cy="63587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Egyenes összekötő 214">
              <a:extLst>
                <a:ext uri="{FF2B5EF4-FFF2-40B4-BE49-F238E27FC236}">
                  <a16:creationId xmlns:a16="http://schemas.microsoft.com/office/drawing/2014/main" id="{EE45BD84-A28E-4DFE-B75E-8C73E3650B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8578" y="3030460"/>
              <a:ext cx="193735" cy="613069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Egyenes összekötő 218">
              <a:extLst>
                <a:ext uri="{FF2B5EF4-FFF2-40B4-BE49-F238E27FC236}">
                  <a16:creationId xmlns:a16="http://schemas.microsoft.com/office/drawing/2014/main" id="{38497D13-A339-4167-823D-D8DAF3DD45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77067" y="3021906"/>
              <a:ext cx="392583" cy="146784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Egyenes összekötő 219">
              <a:extLst>
                <a:ext uri="{FF2B5EF4-FFF2-40B4-BE49-F238E27FC236}">
                  <a16:creationId xmlns:a16="http://schemas.microsoft.com/office/drawing/2014/main" id="{7D8F9153-CD22-4867-9DF4-7C2949AAD1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04366" y="3148644"/>
              <a:ext cx="375152" cy="185747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Egyenes összekötő 220">
              <a:extLst>
                <a:ext uri="{FF2B5EF4-FFF2-40B4-BE49-F238E27FC236}">
                  <a16:creationId xmlns:a16="http://schemas.microsoft.com/office/drawing/2014/main" id="{AD8D9FB3-AEF4-4054-A738-34B519BFE3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82151" y="2469107"/>
              <a:ext cx="215486" cy="83508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Egyenes összekötő 221">
              <a:extLst>
                <a:ext uri="{FF2B5EF4-FFF2-40B4-BE49-F238E27FC236}">
                  <a16:creationId xmlns:a16="http://schemas.microsoft.com/office/drawing/2014/main" id="{A586FEA7-B74B-490F-AC6C-34115C5472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53662" y="2478477"/>
              <a:ext cx="227543" cy="66699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Egyenes összekötő 223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2499" y="2479570"/>
              <a:ext cx="347965" cy="326786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Egyenes összekötő 224">
              <a:extLst>
                <a:ext uri="{FF2B5EF4-FFF2-40B4-BE49-F238E27FC236}">
                  <a16:creationId xmlns:a16="http://schemas.microsoft.com/office/drawing/2014/main" id="{BF27880E-FEEA-4665-BD66-0BDB022221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94748" y="2473259"/>
              <a:ext cx="251086" cy="346920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Egyenes összekötő 164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83226" y="2054224"/>
              <a:ext cx="1066800" cy="45085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Egyenes összekötő 207">
              <a:extLst>
                <a:ext uri="{FF2B5EF4-FFF2-40B4-BE49-F238E27FC236}">
                  <a16:creationId xmlns:a16="http://schemas.microsoft.com/office/drawing/2014/main" id="{59F55B79-99DB-4FF1-9EB2-8036B72D1E3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38727" y="2054226"/>
              <a:ext cx="1060451" cy="444501"/>
            </a:xfrm>
            <a:prstGeom prst="line">
              <a:avLst/>
            </a:prstGeom>
            <a:grpFill/>
            <a:ln w="28575">
              <a:solidFill>
                <a:srgbClr val="FFCA21">
                  <a:alpha val="8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8" name="Ellipszis 397"/>
            <p:cNvSpPr/>
            <p:nvPr/>
          </p:nvSpPr>
          <p:spPr>
            <a:xfrm rot="2197682">
              <a:off x="5140032" y="3117312"/>
              <a:ext cx="1378855" cy="1894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cxnSp>
        <p:nvCxnSpPr>
          <p:cNvPr id="70" name="Egyenes összekötő 69">
            <a:extLst>
              <a:ext uri="{FF2B5EF4-FFF2-40B4-BE49-F238E27FC236}">
                <a16:creationId xmlns:a16="http://schemas.microsoft.com/office/drawing/2014/main" id="{75DBB7EB-4CDD-4337-8CC1-B1B5059E8000}"/>
              </a:ext>
            </a:extLst>
          </p:cNvPr>
          <p:cNvCxnSpPr>
            <a:cxnSpLocks/>
          </p:cNvCxnSpPr>
          <p:nvPr/>
        </p:nvCxnSpPr>
        <p:spPr>
          <a:xfrm flipH="1">
            <a:off x="5757194" y="3662346"/>
            <a:ext cx="1" cy="872368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1" name="Egyenes összekötő 70">
            <a:extLst>
              <a:ext uri="{FF2B5EF4-FFF2-40B4-BE49-F238E27FC236}">
                <a16:creationId xmlns:a16="http://schemas.microsoft.com/office/drawing/2014/main" id="{21E1589A-4C45-426A-8782-2386E9474D3D}"/>
              </a:ext>
            </a:extLst>
          </p:cNvPr>
          <p:cNvCxnSpPr>
            <a:cxnSpLocks/>
          </p:cNvCxnSpPr>
          <p:nvPr/>
        </p:nvCxnSpPr>
        <p:spPr>
          <a:xfrm flipH="1">
            <a:off x="5660161" y="4498276"/>
            <a:ext cx="107021" cy="337025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2" name="Egyenes összekötő 71">
            <a:extLst>
              <a:ext uri="{FF2B5EF4-FFF2-40B4-BE49-F238E27FC236}">
                <a16:creationId xmlns:a16="http://schemas.microsoft.com/office/drawing/2014/main" id="{CCA17437-17FE-4135-8A7D-531B173B2FF2}"/>
              </a:ext>
            </a:extLst>
          </p:cNvPr>
          <p:cNvCxnSpPr>
            <a:cxnSpLocks/>
          </p:cNvCxnSpPr>
          <p:nvPr/>
        </p:nvCxnSpPr>
        <p:spPr>
          <a:xfrm flipH="1">
            <a:off x="5654848" y="4812990"/>
            <a:ext cx="5313" cy="334003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3" name="Egyenes összekötő 72">
            <a:extLst>
              <a:ext uri="{FF2B5EF4-FFF2-40B4-BE49-F238E27FC236}">
                <a16:creationId xmlns:a16="http://schemas.microsoft.com/office/drawing/2014/main" id="{7EABF34E-ED8D-4877-B58C-E0413F8A7B34}"/>
              </a:ext>
            </a:extLst>
          </p:cNvPr>
          <p:cNvCxnSpPr>
            <a:cxnSpLocks/>
          </p:cNvCxnSpPr>
          <p:nvPr/>
        </p:nvCxnSpPr>
        <p:spPr>
          <a:xfrm>
            <a:off x="5767065" y="4514625"/>
            <a:ext cx="115843" cy="3642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4" name="Egyenes összekötő 73">
            <a:extLst>
              <a:ext uri="{FF2B5EF4-FFF2-40B4-BE49-F238E27FC236}">
                <a16:creationId xmlns:a16="http://schemas.microsoft.com/office/drawing/2014/main" id="{C1EE5CFB-110F-4F86-9091-3593B53F5D8E}"/>
              </a:ext>
            </a:extLst>
          </p:cNvPr>
          <p:cNvCxnSpPr>
            <a:cxnSpLocks/>
          </p:cNvCxnSpPr>
          <p:nvPr/>
        </p:nvCxnSpPr>
        <p:spPr>
          <a:xfrm>
            <a:off x="5876422" y="4846348"/>
            <a:ext cx="56252" cy="344466"/>
          </a:xfrm>
          <a:prstGeom prst="line">
            <a:avLst/>
          </a:prstGeom>
          <a:ln w="7620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5" name="Egyenes összekötő 74">
            <a:extLst>
              <a:ext uri="{FF2B5EF4-FFF2-40B4-BE49-F238E27FC236}">
                <a16:creationId xmlns:a16="http://schemas.microsoft.com/office/drawing/2014/main" id="{10AE773F-55A6-4494-90F0-E7CC851F6BEC}"/>
              </a:ext>
            </a:extLst>
          </p:cNvPr>
          <p:cNvCxnSpPr>
            <a:cxnSpLocks/>
          </p:cNvCxnSpPr>
          <p:nvPr/>
        </p:nvCxnSpPr>
        <p:spPr>
          <a:xfrm>
            <a:off x="5615299" y="5190814"/>
            <a:ext cx="78147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6" name="Egyenes összekötő 75">
            <a:extLst>
              <a:ext uri="{FF2B5EF4-FFF2-40B4-BE49-F238E27FC236}">
                <a16:creationId xmlns:a16="http://schemas.microsoft.com/office/drawing/2014/main" id="{81B2B4CD-4755-4A04-998D-BB7C9B9432D8}"/>
              </a:ext>
            </a:extLst>
          </p:cNvPr>
          <p:cNvCxnSpPr>
            <a:cxnSpLocks/>
          </p:cNvCxnSpPr>
          <p:nvPr/>
        </p:nvCxnSpPr>
        <p:spPr>
          <a:xfrm flipH="1" flipV="1">
            <a:off x="5926179" y="5149509"/>
            <a:ext cx="9688" cy="8261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7" name="Egyenes összekötő 76">
            <a:extLst>
              <a:ext uri="{FF2B5EF4-FFF2-40B4-BE49-F238E27FC236}">
                <a16:creationId xmlns:a16="http://schemas.microsoft.com/office/drawing/2014/main" id="{90E45E59-D190-406C-AE5B-538296B65A35}"/>
              </a:ext>
            </a:extLst>
          </p:cNvPr>
          <p:cNvCxnSpPr>
            <a:cxnSpLocks/>
          </p:cNvCxnSpPr>
          <p:nvPr/>
        </p:nvCxnSpPr>
        <p:spPr>
          <a:xfrm flipV="1">
            <a:off x="5720633" y="4475119"/>
            <a:ext cx="69055" cy="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8" name="Egyenes összekötő 77">
            <a:extLst>
              <a:ext uri="{FF2B5EF4-FFF2-40B4-BE49-F238E27FC236}">
                <a16:creationId xmlns:a16="http://schemas.microsoft.com/office/drawing/2014/main" id="{A7E24C51-B347-4CB3-8E31-A63327CC4FF4}"/>
              </a:ext>
            </a:extLst>
          </p:cNvPr>
          <p:cNvCxnSpPr>
            <a:cxnSpLocks/>
          </p:cNvCxnSpPr>
          <p:nvPr/>
        </p:nvCxnSpPr>
        <p:spPr>
          <a:xfrm flipH="1">
            <a:off x="5681195" y="4475123"/>
            <a:ext cx="101350" cy="82378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79" name="Egyenes összekötő 78">
            <a:extLst>
              <a:ext uri="{FF2B5EF4-FFF2-40B4-BE49-F238E27FC236}">
                <a16:creationId xmlns:a16="http://schemas.microsoft.com/office/drawing/2014/main" id="{78EA95D6-572A-436F-8106-BBE2C7F94ABE}"/>
              </a:ext>
            </a:extLst>
          </p:cNvPr>
          <p:cNvCxnSpPr>
            <a:cxnSpLocks/>
          </p:cNvCxnSpPr>
          <p:nvPr/>
        </p:nvCxnSpPr>
        <p:spPr>
          <a:xfrm>
            <a:off x="5771316" y="4475119"/>
            <a:ext cx="181367" cy="8238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80" name="Ellipszis 79">
            <a:extLst>
              <a:ext uri="{FF2B5EF4-FFF2-40B4-BE49-F238E27FC236}">
                <a16:creationId xmlns:a16="http://schemas.microsoft.com/office/drawing/2014/main" id="{D2385819-FD57-45BC-8C43-7C867923C060}"/>
              </a:ext>
            </a:extLst>
          </p:cNvPr>
          <p:cNvSpPr/>
          <p:nvPr/>
        </p:nvSpPr>
        <p:spPr>
          <a:xfrm rot="21029991">
            <a:off x="5534353" y="3232589"/>
            <a:ext cx="467414" cy="450603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3" name="Csoportba foglalás 352"/>
          <p:cNvGrpSpPr/>
          <p:nvPr/>
        </p:nvGrpSpPr>
        <p:grpSpPr>
          <a:xfrm>
            <a:off x="4985890" y="2400300"/>
            <a:ext cx="1466744" cy="1443260"/>
            <a:chOff x="2787044" y="1332487"/>
            <a:chExt cx="1466744" cy="1443260"/>
          </a:xfrm>
        </p:grpSpPr>
        <p:sp>
          <p:nvSpPr>
            <p:cNvPr id="352" name="Ellipszis 351"/>
            <p:cNvSpPr/>
            <p:nvPr/>
          </p:nvSpPr>
          <p:spPr>
            <a:xfrm rot="17461877" flipV="1">
              <a:off x="3773377" y="2420973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1" name="Ellipszis 350"/>
            <p:cNvSpPr/>
            <p:nvPr/>
          </p:nvSpPr>
          <p:spPr>
            <a:xfrm rot="19260662" flipV="1">
              <a:off x="3729699" y="2466457"/>
              <a:ext cx="130085" cy="6054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50" name="Ellipszis 349"/>
            <p:cNvSpPr/>
            <p:nvPr/>
          </p:nvSpPr>
          <p:spPr>
            <a:xfrm rot="20701905" flipV="1">
              <a:off x="3727732" y="2489344"/>
              <a:ext cx="102370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9" name="Ellipszis 348"/>
            <p:cNvSpPr/>
            <p:nvPr/>
          </p:nvSpPr>
          <p:spPr>
            <a:xfrm rot="20701905" flipV="1">
              <a:off x="3785283" y="2459072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7" name="Ellipszis 346"/>
            <p:cNvSpPr/>
            <p:nvPr/>
          </p:nvSpPr>
          <p:spPr>
            <a:xfrm rot="1557053">
              <a:off x="3845769" y="2170755"/>
              <a:ext cx="78641" cy="29602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6" name="Ellipszis 345"/>
            <p:cNvSpPr/>
            <p:nvPr/>
          </p:nvSpPr>
          <p:spPr>
            <a:xfrm rot="20588735">
              <a:off x="3782985" y="2254403"/>
              <a:ext cx="45719" cy="15787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5" name="Ellipszis 344"/>
            <p:cNvSpPr/>
            <p:nvPr/>
          </p:nvSpPr>
          <p:spPr>
            <a:xfrm rot="19475410">
              <a:off x="3717081" y="2083144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4" name="Ellipszis 343"/>
            <p:cNvSpPr/>
            <p:nvPr/>
          </p:nvSpPr>
          <p:spPr>
            <a:xfrm rot="1557053">
              <a:off x="3805553" y="2053369"/>
              <a:ext cx="72506" cy="270593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3" name="Ellipszis 342"/>
            <p:cNvSpPr/>
            <p:nvPr/>
          </p:nvSpPr>
          <p:spPr>
            <a:xfrm rot="1557053">
              <a:off x="3798044" y="2006945"/>
              <a:ext cx="72506" cy="294032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2" name="Ellipszis 341"/>
            <p:cNvSpPr/>
            <p:nvPr/>
          </p:nvSpPr>
          <p:spPr>
            <a:xfrm rot="18358001">
              <a:off x="3342656" y="1895267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1" name="Ellipszis 340"/>
            <p:cNvSpPr/>
            <p:nvPr/>
          </p:nvSpPr>
          <p:spPr>
            <a:xfrm rot="19740016">
              <a:off x="3328367" y="1930986"/>
              <a:ext cx="86936" cy="20947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40" name="Ellipszis 339"/>
            <p:cNvSpPr/>
            <p:nvPr/>
          </p:nvSpPr>
          <p:spPr>
            <a:xfrm rot="18226193">
              <a:off x="3269164" y="1892887"/>
              <a:ext cx="54104" cy="140936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9" name="Ellipszis 338"/>
            <p:cNvSpPr/>
            <p:nvPr/>
          </p:nvSpPr>
          <p:spPr>
            <a:xfrm rot="16983355">
              <a:off x="3318885" y="2429111"/>
              <a:ext cx="45719" cy="12795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8" name="Ellipszis 337"/>
            <p:cNvSpPr/>
            <p:nvPr/>
          </p:nvSpPr>
          <p:spPr>
            <a:xfrm rot="19280624">
              <a:off x="3272018" y="2325814"/>
              <a:ext cx="53553" cy="17946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7" name="Ellipszis 336"/>
            <p:cNvSpPr/>
            <p:nvPr/>
          </p:nvSpPr>
          <p:spPr>
            <a:xfrm rot="18267339">
              <a:off x="3359120" y="1999113"/>
              <a:ext cx="62830" cy="31059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6" name="Ellipszis 335"/>
            <p:cNvSpPr/>
            <p:nvPr/>
          </p:nvSpPr>
          <p:spPr>
            <a:xfrm rot="20229635">
              <a:off x="3276057" y="2024774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5" name="Ellipszis 334"/>
            <p:cNvSpPr/>
            <p:nvPr/>
          </p:nvSpPr>
          <p:spPr>
            <a:xfrm rot="20229635">
              <a:off x="3185569" y="2000961"/>
              <a:ext cx="62830" cy="34593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4" name="Ellipszis 333"/>
            <p:cNvSpPr/>
            <p:nvPr/>
          </p:nvSpPr>
          <p:spPr>
            <a:xfrm rot="20781721">
              <a:off x="3329143" y="2110792"/>
              <a:ext cx="58402" cy="346635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3" name="Ellipszis 332"/>
            <p:cNvSpPr/>
            <p:nvPr/>
          </p:nvSpPr>
          <p:spPr>
            <a:xfrm rot="20236544">
              <a:off x="3274489" y="20812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2" name="Ellipszis 331"/>
            <p:cNvSpPr/>
            <p:nvPr/>
          </p:nvSpPr>
          <p:spPr>
            <a:xfrm rot="20554922">
              <a:off x="3629179" y="1972764"/>
              <a:ext cx="72226" cy="3598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31" name="Ellipszis 330"/>
            <p:cNvSpPr/>
            <p:nvPr/>
          </p:nvSpPr>
          <p:spPr>
            <a:xfrm rot="307296">
              <a:off x="3707087" y="2069844"/>
              <a:ext cx="45719" cy="389928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7" name="Ellipszis 326"/>
            <p:cNvSpPr/>
            <p:nvPr/>
          </p:nvSpPr>
          <p:spPr>
            <a:xfrm rot="1131027">
              <a:off x="3531169" y="1895676"/>
              <a:ext cx="310009" cy="34488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6" name="Ellipszis 325"/>
            <p:cNvSpPr/>
            <p:nvPr/>
          </p:nvSpPr>
          <p:spPr>
            <a:xfrm rot="1131027">
              <a:off x="3388832" y="1858662"/>
              <a:ext cx="197318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25" name="Ellipszis 324"/>
            <p:cNvSpPr/>
            <p:nvPr/>
          </p:nvSpPr>
          <p:spPr>
            <a:xfrm rot="307296">
              <a:off x="3360855" y="1912104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3" name="Ellipszis 312"/>
            <p:cNvSpPr/>
            <p:nvPr/>
          </p:nvSpPr>
          <p:spPr>
            <a:xfrm rot="2090414">
              <a:off x="3576242" y="1995732"/>
              <a:ext cx="45719" cy="244534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2" name="Ellipszis 311"/>
            <p:cNvSpPr/>
            <p:nvPr/>
          </p:nvSpPr>
          <p:spPr>
            <a:xfrm rot="4163951">
              <a:off x="3574524" y="1966952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0" name="Ellipszis 309"/>
            <p:cNvSpPr/>
            <p:nvPr/>
          </p:nvSpPr>
          <p:spPr>
            <a:xfrm rot="307296">
              <a:off x="3387049" y="2078793"/>
              <a:ext cx="58402" cy="394380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311" name="Ellipszis 310"/>
            <p:cNvSpPr/>
            <p:nvPr/>
          </p:nvSpPr>
          <p:spPr>
            <a:xfrm rot="2090414">
              <a:off x="3486420" y="1969333"/>
              <a:ext cx="58402" cy="446641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grpSp>
          <p:nvGrpSpPr>
            <p:cNvPr id="4" name="Csoportba foglalás 287"/>
            <p:cNvGrpSpPr/>
            <p:nvPr/>
          </p:nvGrpSpPr>
          <p:grpSpPr>
            <a:xfrm rot="1507515">
              <a:off x="3485504" y="1833174"/>
              <a:ext cx="340515" cy="385214"/>
              <a:chOff x="3324745" y="1577582"/>
              <a:chExt cx="436219" cy="460729"/>
            </a:xfrm>
          </p:grpSpPr>
          <p:sp>
            <p:nvSpPr>
              <p:cNvPr id="289" name="Ellipszis 288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0" name="Ellipszis 289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1" name="Ellipszis 290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2" name="Ellipszis 291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3" name="Ellipszis 292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4" name="Ellipszis 293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5" name="Ellipszis 29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6" name="Ellipszis 295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7" name="Ellipszis 296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98" name="Ellipszis 297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5" name="Csoportba foglalás 286"/>
            <p:cNvGrpSpPr/>
            <p:nvPr/>
          </p:nvGrpSpPr>
          <p:grpSpPr>
            <a:xfrm>
              <a:off x="3324745" y="1577582"/>
              <a:ext cx="436219" cy="460729"/>
              <a:chOff x="3324745" y="1577582"/>
              <a:chExt cx="436219" cy="460729"/>
            </a:xfrm>
          </p:grpSpPr>
          <p:sp>
            <p:nvSpPr>
              <p:cNvPr id="286" name="Ellipszis 285"/>
              <p:cNvSpPr/>
              <p:nvPr/>
            </p:nvSpPr>
            <p:spPr>
              <a:xfrm rot="1190723">
                <a:off x="3532640" y="1837257"/>
                <a:ext cx="93829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5" name="Ellipszis 284"/>
              <p:cNvSpPr/>
              <p:nvPr/>
            </p:nvSpPr>
            <p:spPr>
              <a:xfrm rot="3450357">
                <a:off x="3626547" y="1855174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3" name="Ellipszis 282"/>
              <p:cNvSpPr/>
              <p:nvPr/>
            </p:nvSpPr>
            <p:spPr>
              <a:xfrm rot="6727867">
                <a:off x="3405089" y="1838506"/>
                <a:ext cx="58402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4" name="Ellipszis 283"/>
              <p:cNvSpPr/>
              <p:nvPr/>
            </p:nvSpPr>
            <p:spPr>
              <a:xfrm rot="3245755">
                <a:off x="3386102" y="1764410"/>
                <a:ext cx="86455" cy="20105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2" name="Ellipszis 281"/>
              <p:cNvSpPr/>
              <p:nvPr/>
            </p:nvSpPr>
            <p:spPr>
              <a:xfrm rot="2136681">
                <a:off x="3439499" y="1736040"/>
                <a:ext cx="257453" cy="265666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6" name="Ellipszis 275"/>
              <p:cNvSpPr/>
              <p:nvPr/>
            </p:nvSpPr>
            <p:spPr>
              <a:xfrm rot="3028841">
                <a:off x="3486139" y="1563294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5" name="Ellipszis 274"/>
              <p:cNvSpPr/>
              <p:nvPr/>
            </p:nvSpPr>
            <p:spPr>
              <a:xfrm rot="2136681">
                <a:off x="3545670" y="1577582"/>
                <a:ext cx="58402" cy="38119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0" name="Ellipszis 279"/>
              <p:cNvSpPr/>
              <p:nvPr/>
            </p:nvSpPr>
            <p:spPr>
              <a:xfrm rot="20256029">
                <a:off x="3626760" y="1685012"/>
                <a:ext cx="45719" cy="48048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9" name="Ellipszis 278"/>
              <p:cNvSpPr/>
              <p:nvPr/>
            </p:nvSpPr>
            <p:spPr>
              <a:xfrm rot="20256029">
                <a:off x="3647963" y="1651344"/>
                <a:ext cx="45719" cy="309307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81" name="Ellipszis 280"/>
              <p:cNvSpPr/>
              <p:nvPr/>
            </p:nvSpPr>
            <p:spPr>
              <a:xfrm rot="20256029">
                <a:off x="3714660" y="1884439"/>
                <a:ext cx="46304" cy="58684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grpSp>
          <p:nvGrpSpPr>
            <p:cNvPr id="6" name="Csoportba foglalás 272"/>
            <p:cNvGrpSpPr/>
            <p:nvPr/>
          </p:nvGrpSpPr>
          <p:grpSpPr>
            <a:xfrm>
              <a:off x="2787044" y="1332487"/>
              <a:ext cx="1466744" cy="1443260"/>
              <a:chOff x="2863244" y="1320580"/>
              <a:chExt cx="1466744" cy="1443260"/>
            </a:xfrm>
          </p:grpSpPr>
          <p:grpSp>
            <p:nvGrpSpPr>
              <p:cNvPr id="7" name="Csoportba foglalás 258"/>
              <p:cNvGrpSpPr/>
              <p:nvPr/>
            </p:nvGrpSpPr>
            <p:grpSpPr>
              <a:xfrm>
                <a:off x="2863244" y="1320580"/>
                <a:ext cx="1466744" cy="1443260"/>
                <a:chOff x="4977793" y="2339755"/>
                <a:chExt cx="1466744" cy="1443260"/>
              </a:xfrm>
              <a:noFill/>
            </p:grpSpPr>
            <p:grpSp>
              <p:nvGrpSpPr>
                <p:cNvPr id="8" name="Csoportba foglalás 237"/>
                <p:cNvGrpSpPr/>
                <p:nvPr/>
              </p:nvGrpSpPr>
              <p:grpSpPr>
                <a:xfrm>
                  <a:off x="5523715" y="3129758"/>
                  <a:ext cx="511266" cy="653257"/>
                  <a:chOff x="4261653" y="2296321"/>
                  <a:chExt cx="511266" cy="653257"/>
                </a:xfrm>
                <a:grpFill/>
              </p:grpSpPr>
              <p:grpSp>
                <p:nvGrpSpPr>
                  <p:cNvPr id="10" name="Csoportba foglalás 187"/>
                  <p:cNvGrpSpPr/>
                  <p:nvPr/>
                </p:nvGrpSpPr>
                <p:grpSpPr>
                  <a:xfrm rot="823178">
                    <a:off x="4360727" y="2357252"/>
                    <a:ext cx="284279" cy="462682"/>
                    <a:chOff x="4230326" y="1571625"/>
                    <a:chExt cx="236899" cy="441327"/>
                  </a:xfrm>
                  <a:grpFill/>
                </p:grpSpPr>
                <p:sp>
                  <p:nvSpPr>
                    <p:cNvPr id="186" name="Ív 185"/>
                    <p:cNvSpPr/>
                    <p:nvPr/>
                  </p:nvSpPr>
                  <p:spPr>
                    <a:xfrm>
                      <a:off x="4230326" y="1610118"/>
                      <a:ext cx="227374" cy="402834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87" name="Ív 186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1" name="Csoportba foglalás 188"/>
                  <p:cNvGrpSpPr/>
                  <p:nvPr/>
                </p:nvGrpSpPr>
                <p:grpSpPr>
                  <a:xfrm>
                    <a:off x="4576146" y="2436966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190" name="Ív 189"/>
                    <p:cNvSpPr/>
                    <p:nvPr/>
                  </p:nvSpPr>
                  <p:spPr>
                    <a:xfrm>
                      <a:off x="4276641" y="1630745"/>
                      <a:ext cx="181059" cy="382205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191" name="Ív 19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2" name="Csoportba foglalás 191"/>
                  <p:cNvGrpSpPr/>
                  <p:nvPr/>
                </p:nvGrpSpPr>
                <p:grpSpPr>
                  <a:xfrm flipH="1">
                    <a:off x="4313623" y="2296321"/>
                    <a:ext cx="459296" cy="653257"/>
                    <a:chOff x="4221715" y="1547296"/>
                    <a:chExt cx="249617" cy="465654"/>
                  </a:xfrm>
                  <a:grpFill/>
                </p:grpSpPr>
                <p:sp>
                  <p:nvSpPr>
                    <p:cNvPr id="206" name="Ív 205"/>
                    <p:cNvSpPr/>
                    <p:nvPr/>
                  </p:nvSpPr>
                  <p:spPr>
                    <a:xfrm>
                      <a:off x="4229100" y="1619250"/>
                      <a:ext cx="228600" cy="393700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07" name="Ív 206"/>
                    <p:cNvSpPr/>
                    <p:nvPr/>
                  </p:nvSpPr>
                  <p:spPr>
                    <a:xfrm rot="1497937">
                      <a:off x="4221715" y="1547296"/>
                      <a:ext cx="249617" cy="413118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  <p:grpSp>
                <p:nvGrpSpPr>
                  <p:cNvPr id="13" name="Csoportba foglalás 208"/>
                  <p:cNvGrpSpPr/>
                  <p:nvPr/>
                </p:nvGrpSpPr>
                <p:grpSpPr>
                  <a:xfrm flipH="1">
                    <a:off x="4261653" y="2451692"/>
                    <a:ext cx="175566" cy="312892"/>
                    <a:chOff x="4238625" y="1571625"/>
                    <a:chExt cx="228600" cy="441325"/>
                  </a:xfrm>
                  <a:grpFill/>
                </p:grpSpPr>
                <p:sp>
                  <p:nvSpPr>
                    <p:cNvPr id="210" name="Ív 209"/>
                    <p:cNvSpPr/>
                    <p:nvPr/>
                  </p:nvSpPr>
                  <p:spPr>
                    <a:xfrm>
                      <a:off x="4363886" y="1653638"/>
                      <a:ext cx="93814" cy="359312"/>
                    </a:xfrm>
                    <a:prstGeom prst="arc">
                      <a:avLst/>
                    </a:pr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  <p:sp>
                  <p:nvSpPr>
                    <p:cNvPr id="211" name="Szabadkézi sokszög 210"/>
                    <p:cNvSpPr/>
                    <p:nvPr/>
                  </p:nvSpPr>
                  <p:spPr>
                    <a:xfrm rot="1497937">
                      <a:off x="4238625" y="1571625"/>
                      <a:ext cx="228600" cy="393700"/>
                    </a:xfrm>
                    <a:custGeom>
                      <a:avLst/>
                      <a:gdLst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  <a:gd name="connsiteX3" fmla="*/ 114300 w 228600"/>
                        <a:gd name="connsiteY3" fmla="*/ 196850 h 393700"/>
                        <a:gd name="connsiteX4" fmla="*/ 114300 w 228600"/>
                        <a:gd name="connsiteY4" fmla="*/ 0 h 393700"/>
                        <a:gd name="connsiteX0" fmla="*/ 114300 w 228600"/>
                        <a:gd name="connsiteY0" fmla="*/ 0 h 393700"/>
                        <a:gd name="connsiteX1" fmla="*/ 213145 w 228600"/>
                        <a:gd name="connsiteY1" fmla="*/ 98005 h 393700"/>
                        <a:gd name="connsiteX2" fmla="*/ 228600 w 228600"/>
                        <a:gd name="connsiteY2" fmla="*/ 196850 h 39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28600" h="393700" stroke="0" extrusionOk="0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  <a:lnTo>
                            <a:pt x="114300" y="196850"/>
                          </a:lnTo>
                          <a:lnTo>
                            <a:pt x="114300" y="0"/>
                          </a:lnTo>
                          <a:close/>
                        </a:path>
                        <a:path w="228600" h="393700" fill="none">
                          <a:moveTo>
                            <a:pt x="114300" y="0"/>
                          </a:moveTo>
                          <a:cubicBezTo>
                            <a:pt x="155035" y="0"/>
                            <a:pt x="192691" y="37336"/>
                            <a:pt x="213145" y="98005"/>
                          </a:cubicBezTo>
                          <a:cubicBezTo>
                            <a:pt x="223268" y="128030"/>
                            <a:pt x="228600" y="162131"/>
                            <a:pt x="228600" y="196850"/>
                          </a:cubicBezTo>
                        </a:path>
                      </a:pathLst>
                    </a:custGeom>
                    <a:grpFill/>
                    <a:ln w="19050">
                      <a:solidFill>
                        <a:schemeClr val="accent4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hu-HU"/>
                    </a:p>
                  </p:txBody>
                </p:sp>
              </p:grpSp>
            </p:grpSp>
            <p:grpSp>
              <p:nvGrpSpPr>
                <p:cNvPr id="14" name="Csoportba foglalás 216"/>
                <p:cNvGrpSpPr/>
                <p:nvPr/>
              </p:nvGrpSpPr>
              <p:grpSpPr>
                <a:xfrm rot="3198530" flipV="1">
                  <a:off x="5904716" y="3241840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18" name="Ív 217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0" name="Ív 229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5" name="Csoportba foglalás 230"/>
                <p:cNvGrpSpPr/>
                <p:nvPr/>
              </p:nvGrpSpPr>
              <p:grpSpPr>
                <a:xfrm rot="1932286" flipV="1">
                  <a:off x="5888830" y="2848197"/>
                  <a:ext cx="259320" cy="625017"/>
                  <a:chOff x="4211451" y="1573248"/>
                  <a:chExt cx="265440" cy="485165"/>
                </a:xfrm>
                <a:grpFill/>
              </p:grpSpPr>
              <p:sp>
                <p:nvSpPr>
                  <p:cNvPr id="232" name="Ív 23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3" name="Ív 232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6" name="Csoportba foglalás 233"/>
                <p:cNvGrpSpPr/>
                <p:nvPr/>
              </p:nvGrpSpPr>
              <p:grpSpPr>
                <a:xfrm rot="3087559" flipH="1" flipV="1">
                  <a:off x="5902416" y="2731799"/>
                  <a:ext cx="361677" cy="722564"/>
                  <a:chOff x="4141106" y="1573248"/>
                  <a:chExt cx="335785" cy="485165"/>
                </a:xfrm>
                <a:grpFill/>
              </p:grpSpPr>
              <p:sp>
                <p:nvSpPr>
                  <p:cNvPr id="235" name="Ív 234"/>
                  <p:cNvSpPr/>
                  <p:nvPr/>
                </p:nvSpPr>
                <p:spPr>
                  <a:xfrm>
                    <a:off x="4141106" y="1691168"/>
                    <a:ext cx="316593" cy="3217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36" name="Ív 235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7" name="Csoportba foglalás 238"/>
                <p:cNvGrpSpPr/>
                <p:nvPr/>
              </p:nvGrpSpPr>
              <p:grpSpPr>
                <a:xfrm rot="1932286" flipV="1">
                  <a:off x="5926213" y="2756296"/>
                  <a:ext cx="207254" cy="746334"/>
                  <a:chOff x="4329982" y="1463272"/>
                  <a:chExt cx="212145" cy="579336"/>
                </a:xfrm>
                <a:grpFill/>
              </p:grpSpPr>
              <p:sp>
                <p:nvSpPr>
                  <p:cNvPr id="240" name="Ív 239"/>
                  <p:cNvSpPr/>
                  <p:nvPr/>
                </p:nvSpPr>
                <p:spPr>
                  <a:xfrm rot="10987660">
                    <a:off x="4390592" y="1463272"/>
                    <a:ext cx="151535" cy="38369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1" name="Ív 240"/>
                  <p:cNvSpPr/>
                  <p:nvPr/>
                </p:nvSpPr>
                <p:spPr>
                  <a:xfrm rot="1497937">
                    <a:off x="4329982" y="1614263"/>
                    <a:ext cx="125628" cy="42834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8" name="Csoportba foglalás 241"/>
                <p:cNvGrpSpPr/>
                <p:nvPr/>
              </p:nvGrpSpPr>
              <p:grpSpPr>
                <a:xfrm rot="17691938" flipV="1">
                  <a:off x="5087350" y="2808013"/>
                  <a:ext cx="503450" cy="722564"/>
                  <a:chOff x="4009483" y="1573248"/>
                  <a:chExt cx="467408" cy="485165"/>
                </a:xfrm>
                <a:grpFill/>
              </p:grpSpPr>
              <p:sp>
                <p:nvSpPr>
                  <p:cNvPr id="243" name="Ív 242"/>
                  <p:cNvSpPr/>
                  <p:nvPr/>
                </p:nvSpPr>
                <p:spPr>
                  <a:xfrm>
                    <a:off x="4009483" y="1670763"/>
                    <a:ext cx="455459" cy="37294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4" name="Ív 243"/>
                  <p:cNvSpPr/>
                  <p:nvPr/>
                </p:nvSpPr>
                <p:spPr>
                  <a:xfrm rot="1497937">
                    <a:off x="4211451" y="1573248"/>
                    <a:ext cx="265440" cy="485165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19" name="Csoportba foglalás 244"/>
                <p:cNvGrpSpPr/>
                <p:nvPr/>
              </p:nvGrpSpPr>
              <p:grpSpPr>
                <a:xfrm rot="2290000" flipH="1" flipV="1">
                  <a:off x="5783170" y="2339755"/>
                  <a:ext cx="549798" cy="944900"/>
                  <a:chOff x="3979703" y="1558122"/>
                  <a:chExt cx="510437" cy="634452"/>
                </a:xfrm>
                <a:grpFill/>
              </p:grpSpPr>
              <p:sp>
                <p:nvSpPr>
                  <p:cNvPr id="246" name="Ív 245"/>
                  <p:cNvSpPr/>
                  <p:nvPr/>
                </p:nvSpPr>
                <p:spPr>
                  <a:xfrm>
                    <a:off x="3979703" y="1772277"/>
                    <a:ext cx="489833" cy="291183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47" name="Szabadkézi sokszög 246"/>
                  <p:cNvSpPr/>
                  <p:nvPr/>
                </p:nvSpPr>
                <p:spPr>
                  <a:xfrm rot="1497937">
                    <a:off x="4216290" y="1558122"/>
                    <a:ext cx="273850" cy="634452"/>
                  </a:xfrm>
                  <a:custGeom>
                    <a:avLst/>
                    <a:gdLst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  <a:gd name="connsiteX3" fmla="*/ 136925 w 273850"/>
                      <a:gd name="connsiteY3" fmla="*/ 317226 h 634452"/>
                      <a:gd name="connsiteX4" fmla="*/ 136925 w 273850"/>
                      <a:gd name="connsiteY4" fmla="*/ 0 h 634452"/>
                      <a:gd name="connsiteX0" fmla="*/ 136925 w 273850"/>
                      <a:gd name="connsiteY0" fmla="*/ 0 h 634452"/>
                      <a:gd name="connsiteX1" fmla="*/ 262639 w 273850"/>
                      <a:gd name="connsiteY1" fmla="*/ 191512 h 634452"/>
                      <a:gd name="connsiteX2" fmla="*/ 273850 w 273850"/>
                      <a:gd name="connsiteY2" fmla="*/ 317226 h 634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3850" h="634452" stroke="0" extrusionOk="0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  <a:lnTo>
                          <a:pt x="136925" y="317226"/>
                        </a:lnTo>
                        <a:lnTo>
                          <a:pt x="136925" y="0"/>
                        </a:lnTo>
                        <a:close/>
                      </a:path>
                      <a:path w="273850" h="634452" fill="none">
                        <a:moveTo>
                          <a:pt x="136925" y="0"/>
                        </a:moveTo>
                        <a:cubicBezTo>
                          <a:pt x="191570" y="0"/>
                          <a:pt x="240983" y="75276"/>
                          <a:pt x="262639" y="191512"/>
                        </a:cubicBezTo>
                        <a:cubicBezTo>
                          <a:pt x="270035" y="231209"/>
                          <a:pt x="273850" y="273989"/>
                          <a:pt x="273850" y="317226"/>
                        </a:cubicBezTo>
                      </a:path>
                    </a:pathLst>
                  </a:cu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0" name="Csoportba foglalás 247"/>
                <p:cNvGrpSpPr/>
                <p:nvPr/>
              </p:nvGrpSpPr>
              <p:grpSpPr>
                <a:xfrm rot="19849264" flipH="1" flipV="1">
                  <a:off x="5332647" y="2663622"/>
                  <a:ext cx="322511" cy="692746"/>
                  <a:chOff x="4188337" y="1563662"/>
                  <a:chExt cx="299423" cy="465144"/>
                </a:xfrm>
                <a:grpFill/>
              </p:grpSpPr>
              <p:sp>
                <p:nvSpPr>
                  <p:cNvPr id="249" name="Ív 248"/>
                  <p:cNvSpPr/>
                  <p:nvPr/>
                </p:nvSpPr>
                <p:spPr>
                  <a:xfrm>
                    <a:off x="4261105" y="1686491"/>
                    <a:ext cx="196597" cy="326461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0" name="Ív 249"/>
                  <p:cNvSpPr/>
                  <p:nvPr/>
                </p:nvSpPr>
                <p:spPr>
                  <a:xfrm rot="1497937">
                    <a:off x="4188337" y="1563662"/>
                    <a:ext cx="299423" cy="465144"/>
                  </a:xfrm>
                  <a:prstGeom prst="arc">
                    <a:avLst>
                      <a:gd name="adj1" fmla="val 16200000"/>
                      <a:gd name="adj2" fmla="val 377478"/>
                    </a:avLst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1" name="Csoportba foglalás 250"/>
                <p:cNvGrpSpPr/>
                <p:nvPr/>
              </p:nvGrpSpPr>
              <p:grpSpPr>
                <a:xfrm rot="16891319" flipH="1" flipV="1">
                  <a:off x="5433047" y="3303604"/>
                  <a:ext cx="140562" cy="249942"/>
                  <a:chOff x="4281478" y="1586677"/>
                  <a:chExt cx="186213" cy="450714"/>
                </a:xfrm>
                <a:grpFill/>
              </p:grpSpPr>
              <p:sp>
                <p:nvSpPr>
                  <p:cNvPr id="252" name="Ív 251"/>
                  <p:cNvSpPr/>
                  <p:nvPr/>
                </p:nvSpPr>
                <p:spPr>
                  <a:xfrm>
                    <a:off x="4385588" y="1719694"/>
                    <a:ext cx="72111" cy="293257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3" name="Ív 252"/>
                  <p:cNvSpPr/>
                  <p:nvPr/>
                </p:nvSpPr>
                <p:spPr>
                  <a:xfrm rot="2063920">
                    <a:off x="4281478" y="1586677"/>
                    <a:ext cx="186213" cy="45071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  <p:grpSp>
              <p:nvGrpSpPr>
                <p:cNvPr id="22" name="Csoportba foglalás 253"/>
                <p:cNvGrpSpPr/>
                <p:nvPr/>
              </p:nvGrpSpPr>
              <p:grpSpPr>
                <a:xfrm rot="19182483" flipH="1" flipV="1">
                  <a:off x="5411799" y="3158496"/>
                  <a:ext cx="186467" cy="318155"/>
                  <a:chOff x="4227236" y="1572297"/>
                  <a:chExt cx="242794" cy="448748"/>
                </a:xfrm>
                <a:grpFill/>
              </p:grpSpPr>
              <p:sp>
                <p:nvSpPr>
                  <p:cNvPr id="255" name="Ív 254"/>
                  <p:cNvSpPr/>
                  <p:nvPr/>
                </p:nvSpPr>
                <p:spPr>
                  <a:xfrm>
                    <a:off x="4301430" y="1736617"/>
                    <a:ext cx="156270" cy="276334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  <p:sp>
                <p:nvSpPr>
                  <p:cNvPr id="256" name="Ív 255"/>
                  <p:cNvSpPr/>
                  <p:nvPr/>
                </p:nvSpPr>
                <p:spPr>
                  <a:xfrm rot="1497937">
                    <a:off x="4227236" y="1572297"/>
                    <a:ext cx="242794" cy="448748"/>
                  </a:xfrm>
                  <a:prstGeom prst="arc">
                    <a:avLst/>
                  </a:prstGeom>
                  <a:grpFill/>
                  <a:ln w="19050">
                    <a:solidFill>
                      <a:schemeClr val="accent4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hu-HU"/>
                  </a:p>
                </p:txBody>
              </p:sp>
            </p:grpSp>
          </p:grpSp>
          <p:sp>
            <p:nvSpPr>
              <p:cNvPr id="267" name="Ív 266"/>
              <p:cNvSpPr/>
              <p:nvPr/>
            </p:nvSpPr>
            <p:spPr>
              <a:xfrm rot="16609204" flipV="1">
                <a:off x="3772604" y="2001117"/>
                <a:ext cx="200997" cy="83992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1" name="Ív 270"/>
              <p:cNvSpPr/>
              <p:nvPr/>
            </p:nvSpPr>
            <p:spPr>
              <a:xfrm rot="19647609" flipH="1" flipV="1">
                <a:off x="3300449" y="1857354"/>
                <a:ext cx="121369" cy="22149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  <p:sp>
            <p:nvSpPr>
              <p:cNvPr id="272" name="Ív 271"/>
              <p:cNvSpPr/>
              <p:nvPr/>
            </p:nvSpPr>
            <p:spPr>
              <a:xfrm rot="111529" flipH="1" flipV="1">
                <a:off x="3308672" y="1870021"/>
                <a:ext cx="136626" cy="268577"/>
              </a:xfrm>
              <a:prstGeom prst="arc">
                <a:avLst/>
              </a:prstGeom>
              <a:noFill/>
              <a:ln w="1905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hu-HU"/>
              </a:p>
            </p:txBody>
          </p:sp>
        </p:grpSp>
        <p:sp>
          <p:nvSpPr>
            <p:cNvPr id="348" name="Ellipszis 347"/>
            <p:cNvSpPr/>
            <p:nvPr/>
          </p:nvSpPr>
          <p:spPr>
            <a:xfrm rot="1557053" flipV="1">
              <a:off x="3799572" y="2297148"/>
              <a:ext cx="78641" cy="4571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</p:grpSp>
      <p:grpSp>
        <p:nvGrpSpPr>
          <p:cNvPr id="23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19405082">
            <a:off x="5784681" y="3846943"/>
            <a:ext cx="64174" cy="136261"/>
            <a:chOff x="10926111" y="4092956"/>
            <a:chExt cx="99543" cy="725490"/>
          </a:xfrm>
        </p:grpSpPr>
        <p:cxnSp>
          <p:nvCxnSpPr>
            <p:cNvPr id="213" name="Egyenes összekötő 212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4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27" name="Egyenes összekötő 226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17" name="Egyenes összekötő 216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9" name="Egyenes összekötő 228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" name="Csoportba foglalás 139">
            <a:extLst>
              <a:ext uri="{FF2B5EF4-FFF2-40B4-BE49-F238E27FC236}">
                <a16:creationId xmlns:a16="http://schemas.microsoft.com/office/drawing/2014/main" id="{6EB88FBB-929F-4B4D-9B2A-C9712C0B5C84}"/>
              </a:ext>
            </a:extLst>
          </p:cNvPr>
          <p:cNvGrpSpPr/>
          <p:nvPr/>
        </p:nvGrpSpPr>
        <p:grpSpPr>
          <a:xfrm rot="2194918" flipH="1">
            <a:off x="5658492" y="3839803"/>
            <a:ext cx="64147" cy="136262"/>
            <a:chOff x="10926111" y="4092953"/>
            <a:chExt cx="99501" cy="725493"/>
          </a:xfrm>
        </p:grpSpPr>
        <p:cxnSp>
          <p:nvCxnSpPr>
            <p:cNvPr id="234" name="Egyenes összekötő 233">
              <a:extLst>
                <a:ext uri="{FF2B5EF4-FFF2-40B4-BE49-F238E27FC236}">
                  <a16:creationId xmlns:a16="http://schemas.microsoft.com/office/drawing/2014/main" id="{1F33EDE7-13B4-4621-B85C-BBEDB603710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0822014" y="4242155"/>
              <a:ext cx="352839" cy="54441"/>
            </a:xfrm>
            <a:prstGeom prst="line">
              <a:avLst/>
            </a:prstGeom>
            <a:ln w="76200"/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grpSp>
          <p:nvGrpSpPr>
            <p:cNvPr id="26" name="Csoportba foglalás 107">
              <a:extLst>
                <a:ext uri="{FF2B5EF4-FFF2-40B4-BE49-F238E27FC236}">
                  <a16:creationId xmlns:a16="http://schemas.microsoft.com/office/drawing/2014/main" id="{4D20A68F-4B6C-4414-A348-C48116DFD9B6}"/>
                </a:ext>
              </a:extLst>
            </p:cNvPr>
            <p:cNvGrpSpPr/>
            <p:nvPr/>
          </p:nvGrpSpPr>
          <p:grpSpPr>
            <a:xfrm>
              <a:off x="10926111" y="4387257"/>
              <a:ext cx="52249" cy="431189"/>
              <a:chOff x="5400341" y="3105193"/>
              <a:chExt cx="52249" cy="431189"/>
            </a:xfrm>
          </p:grpSpPr>
          <p:cxnSp>
            <p:nvCxnSpPr>
              <p:cNvPr id="238" name="Egyenes összekötő 237">
                <a:extLst>
                  <a:ext uri="{FF2B5EF4-FFF2-40B4-BE49-F238E27FC236}">
                    <a16:creationId xmlns:a16="http://schemas.microsoft.com/office/drawing/2014/main" id="{5728C0A8-CF5B-4E1F-ABA8-1FC10127C6BE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371442" y="3179525"/>
                <a:ext cx="155479" cy="6816"/>
              </a:xfrm>
              <a:prstGeom prst="line">
                <a:avLst/>
              </a:prstGeom>
              <a:ln w="76200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39" name="Egyenes összekötő 238">
                <a:extLst>
                  <a:ext uri="{FF2B5EF4-FFF2-40B4-BE49-F238E27FC236}">
                    <a16:creationId xmlns:a16="http://schemas.microsoft.com/office/drawing/2014/main" id="{47735CD3-81A9-41D3-9F84-CFEACDD5D310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 flipH="1" flipV="1">
                <a:off x="5403165" y="3187131"/>
                <a:ext cx="88825" cy="3715"/>
              </a:xfrm>
              <a:prstGeom prst="line">
                <a:avLst/>
              </a:prstGeom>
              <a:ln w="76200">
                <a:solidFill>
                  <a:srgbClr val="002060"/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5" name="Egyenes összekötő 244">
                <a:extLst>
                  <a:ext uri="{FF2B5EF4-FFF2-40B4-BE49-F238E27FC236}">
                    <a16:creationId xmlns:a16="http://schemas.microsoft.com/office/drawing/2014/main" id="{2172A2B5-EAF0-4E4E-8872-78BD1538A336}"/>
                  </a:ext>
                </a:extLst>
              </p:cNvPr>
              <p:cNvCxnSpPr>
                <a:cxnSpLocks/>
              </p:cNvCxnSpPr>
              <p:nvPr/>
            </p:nvCxnSpPr>
            <p:spPr>
              <a:xfrm rot="7594918">
                <a:off x="5194027" y="3324874"/>
                <a:ext cx="417822" cy="5193"/>
              </a:xfrm>
              <a:prstGeom prst="line">
                <a:avLst/>
              </a:prstGeom>
              <a:ln w="76200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3">
                <a:schemeClr val="accent2"/>
              </a:lnRef>
              <a:fillRef idx="0">
                <a:schemeClr val="accent2"/>
              </a:fillRef>
              <a:effectRef idx="2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201" name="Ellipszis 200"/>
          <p:cNvSpPr/>
          <p:nvPr/>
        </p:nvSpPr>
        <p:spPr>
          <a:xfrm>
            <a:off x="-3114675" y="-1257300"/>
            <a:ext cx="19945350" cy="9646553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grpSp>
        <p:nvGrpSpPr>
          <p:cNvPr id="27" name="Csoportba foglalás 26">
            <a:extLst>
              <a:ext uri="{FF2B5EF4-FFF2-40B4-BE49-F238E27FC236}">
                <a16:creationId xmlns:a16="http://schemas.microsoft.com/office/drawing/2014/main" id="{7075DBB7-C12A-48F3-114B-DB5340C951EE}"/>
              </a:ext>
            </a:extLst>
          </p:cNvPr>
          <p:cNvGrpSpPr/>
          <p:nvPr/>
        </p:nvGrpSpPr>
        <p:grpSpPr>
          <a:xfrm>
            <a:off x="509265" y="394699"/>
            <a:ext cx="11173470" cy="6068602"/>
            <a:chOff x="5104932" y="3976393"/>
            <a:chExt cx="441523" cy="235834"/>
          </a:xfrm>
        </p:grpSpPr>
        <p:sp>
          <p:nvSpPr>
            <p:cNvPr id="28" name="Ellipszis 27">
              <a:extLst>
                <a:ext uri="{FF2B5EF4-FFF2-40B4-BE49-F238E27FC236}">
                  <a16:creationId xmlns:a16="http://schemas.microsoft.com/office/drawing/2014/main" id="{83C73753-CE4E-4F5F-7DF2-159D961260F8}"/>
                </a:ext>
              </a:extLst>
            </p:cNvPr>
            <p:cNvSpPr/>
            <p:nvPr/>
          </p:nvSpPr>
          <p:spPr>
            <a:xfrm flipH="1">
              <a:off x="5372056" y="4159943"/>
              <a:ext cx="60198" cy="52284"/>
            </a:xfrm>
            <a:prstGeom prst="ellipse">
              <a:avLst/>
            </a:pr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hu-HU"/>
            </a:p>
          </p:txBody>
        </p:sp>
        <p:sp>
          <p:nvSpPr>
            <p:cNvPr id="29" name="Szabadkézi sokszög: alakzat 28">
              <a:extLst>
                <a:ext uri="{FF2B5EF4-FFF2-40B4-BE49-F238E27FC236}">
                  <a16:creationId xmlns:a16="http://schemas.microsoft.com/office/drawing/2014/main" id="{CD7DAF99-D603-13AC-45EB-5C9AEE36129E}"/>
                </a:ext>
              </a:extLst>
            </p:cNvPr>
            <p:cNvSpPr/>
            <p:nvPr/>
          </p:nvSpPr>
          <p:spPr>
            <a:xfrm rot="21313344">
              <a:off x="5410248" y="3985208"/>
              <a:ext cx="136207" cy="200026"/>
            </a:xfrm>
            <a:custGeom>
              <a:avLst/>
              <a:gdLst>
                <a:gd name="connsiteX0" fmla="*/ 75622 w 136207"/>
                <a:gd name="connsiteY0" fmla="*/ 0 h 200026"/>
                <a:gd name="connsiteX1" fmla="*/ 129095 w 136207"/>
                <a:gd name="connsiteY1" fmla="*/ 29293 h 200026"/>
                <a:gd name="connsiteX2" fmla="*/ 136207 w 136207"/>
                <a:gd name="connsiteY2" fmla="*/ 43244 h 200026"/>
                <a:gd name="connsiteX3" fmla="*/ 129366 w 136207"/>
                <a:gd name="connsiteY3" fmla="*/ 43982 h 200026"/>
                <a:gd name="connsiteX4" fmla="*/ 53988 w 136207"/>
                <a:gd name="connsiteY4" fmla="*/ 104815 h 200026"/>
                <a:gd name="connsiteX5" fmla="*/ 129366 w 136207"/>
                <a:gd name="connsiteY5" fmla="*/ 165648 h 200026"/>
                <a:gd name="connsiteX6" fmla="*/ 131566 w 136207"/>
                <a:gd name="connsiteY6" fmla="*/ 165885 h 200026"/>
                <a:gd name="connsiteX7" fmla="*/ 129095 w 136207"/>
                <a:gd name="connsiteY7" fmla="*/ 170733 h 200026"/>
                <a:gd name="connsiteX8" fmla="*/ 75622 w 136207"/>
                <a:gd name="connsiteY8" fmla="*/ 200026 h 200026"/>
                <a:gd name="connsiteX9" fmla="*/ 0 w 136207"/>
                <a:gd name="connsiteY9" fmla="*/ 100013 h 200026"/>
                <a:gd name="connsiteX10" fmla="*/ 75622 w 136207"/>
                <a:gd name="connsiteY10" fmla="*/ 0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207" h="200026">
                  <a:moveTo>
                    <a:pt x="75622" y="0"/>
                  </a:moveTo>
                  <a:cubicBezTo>
                    <a:pt x="96505" y="0"/>
                    <a:pt x="115410" y="11194"/>
                    <a:pt x="129095" y="29293"/>
                  </a:cubicBezTo>
                  <a:lnTo>
                    <a:pt x="136207" y="43244"/>
                  </a:lnTo>
                  <a:lnTo>
                    <a:pt x="129366" y="43982"/>
                  </a:lnTo>
                  <a:cubicBezTo>
                    <a:pt x="85070" y="54005"/>
                    <a:pt x="53988" y="77469"/>
                    <a:pt x="53988" y="104815"/>
                  </a:cubicBezTo>
                  <a:cubicBezTo>
                    <a:pt x="53988" y="132162"/>
                    <a:pt x="85070" y="155625"/>
                    <a:pt x="129366" y="165648"/>
                  </a:cubicBezTo>
                  <a:lnTo>
                    <a:pt x="131566" y="165885"/>
                  </a:lnTo>
                  <a:lnTo>
                    <a:pt x="129095" y="170733"/>
                  </a:lnTo>
                  <a:cubicBezTo>
                    <a:pt x="115410" y="188832"/>
                    <a:pt x="96505" y="200026"/>
                    <a:pt x="75622" y="200026"/>
                  </a:cubicBezTo>
                  <a:cubicBezTo>
                    <a:pt x="33857" y="200026"/>
                    <a:pt x="0" y="155249"/>
                    <a:pt x="0" y="100013"/>
                  </a:cubicBezTo>
                  <a:cubicBezTo>
                    <a:pt x="0" y="44777"/>
                    <a:pt x="33857" y="0"/>
                    <a:pt x="75622" y="0"/>
                  </a:cubicBezTo>
                  <a:close/>
                </a:path>
              </a:pathLst>
            </a:custGeom>
            <a:solidFill>
              <a:srgbClr val="9BE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hu-HU"/>
            </a:p>
          </p:txBody>
        </p:sp>
        <p:grpSp>
          <p:nvGrpSpPr>
            <p:cNvPr id="30" name="Csoportba foglalás 29">
              <a:extLst>
                <a:ext uri="{FF2B5EF4-FFF2-40B4-BE49-F238E27FC236}">
                  <a16:creationId xmlns:a16="http://schemas.microsoft.com/office/drawing/2014/main" id="{39EA366C-A41D-5179-5BA5-0A332D5E7A2E}"/>
                </a:ext>
              </a:extLst>
            </p:cNvPr>
            <p:cNvGrpSpPr/>
            <p:nvPr/>
          </p:nvGrpSpPr>
          <p:grpSpPr>
            <a:xfrm>
              <a:off x="5104932" y="3976393"/>
              <a:ext cx="267435" cy="224631"/>
              <a:chOff x="5112159" y="3988643"/>
              <a:chExt cx="267435" cy="224631"/>
            </a:xfrm>
          </p:grpSpPr>
          <p:grpSp>
            <p:nvGrpSpPr>
              <p:cNvPr id="31" name="Csoportba foglalás 30">
                <a:extLst>
                  <a:ext uri="{FF2B5EF4-FFF2-40B4-BE49-F238E27FC236}">
                    <a16:creationId xmlns:a16="http://schemas.microsoft.com/office/drawing/2014/main" id="{B124BABE-CC87-8BAC-B30F-FC3022BB38D6}"/>
                  </a:ext>
                </a:extLst>
              </p:cNvPr>
              <p:cNvGrpSpPr/>
              <p:nvPr/>
            </p:nvGrpSpPr>
            <p:grpSpPr>
              <a:xfrm>
                <a:off x="5112159" y="3988643"/>
                <a:ext cx="139716" cy="224522"/>
                <a:chOff x="5097982" y="3991339"/>
                <a:chExt cx="163476" cy="191797"/>
              </a:xfrm>
            </p:grpSpPr>
            <p:sp>
              <p:nvSpPr>
                <p:cNvPr id="37" name="Ellipszis 36">
                  <a:extLst>
                    <a:ext uri="{FF2B5EF4-FFF2-40B4-BE49-F238E27FC236}">
                      <a16:creationId xmlns:a16="http://schemas.microsoft.com/office/drawing/2014/main" id="{CFAC7192-D962-D9FC-0E72-696EB9888A5F}"/>
                    </a:ext>
                  </a:extLst>
                </p:cNvPr>
                <p:cNvSpPr/>
                <p:nvPr/>
              </p:nvSpPr>
              <p:spPr>
                <a:xfrm rot="209808">
                  <a:off x="5182054" y="3991339"/>
                  <a:ext cx="79404" cy="191797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8" name="Ellipszis 37">
                  <a:extLst>
                    <a:ext uri="{FF2B5EF4-FFF2-40B4-BE49-F238E27FC236}">
                      <a16:creationId xmlns:a16="http://schemas.microsoft.com/office/drawing/2014/main" id="{2361329D-47B1-DB5C-D372-48ABE103D7D1}"/>
                    </a:ext>
                  </a:extLst>
                </p:cNvPr>
                <p:cNvSpPr/>
                <p:nvPr/>
              </p:nvSpPr>
              <p:spPr>
                <a:xfrm rot="19201678">
                  <a:off x="5097982" y="4002134"/>
                  <a:ext cx="156347" cy="57943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</p:grpSp>
          <p:grpSp>
            <p:nvGrpSpPr>
              <p:cNvPr id="32" name="Csoportba foglalás 31">
                <a:extLst>
                  <a:ext uri="{FF2B5EF4-FFF2-40B4-BE49-F238E27FC236}">
                    <a16:creationId xmlns:a16="http://schemas.microsoft.com/office/drawing/2014/main" id="{D6080E6F-03E0-4E4F-6776-DD4513BC05C7}"/>
                  </a:ext>
                </a:extLst>
              </p:cNvPr>
              <p:cNvGrpSpPr/>
              <p:nvPr/>
            </p:nvGrpSpPr>
            <p:grpSpPr>
              <a:xfrm>
                <a:off x="5251816" y="3993899"/>
                <a:ext cx="127778" cy="219375"/>
                <a:chOff x="5311122" y="3914448"/>
                <a:chExt cx="189297" cy="228737"/>
              </a:xfrm>
            </p:grpSpPr>
            <p:sp>
              <p:nvSpPr>
                <p:cNvPr id="33" name="Ellipszis 32">
                  <a:extLst>
                    <a:ext uri="{FF2B5EF4-FFF2-40B4-BE49-F238E27FC236}">
                      <a16:creationId xmlns:a16="http://schemas.microsoft.com/office/drawing/2014/main" id="{EE549AC2-983A-A88C-AAC3-7F42A6247814}"/>
                    </a:ext>
                  </a:extLst>
                </p:cNvPr>
                <p:cNvSpPr/>
                <p:nvPr/>
              </p:nvSpPr>
              <p:spPr>
                <a:xfrm rot="209808">
                  <a:off x="5331488" y="3914448"/>
                  <a:ext cx="153499" cy="45719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4" name="Ellipszis 33">
                  <a:extLst>
                    <a:ext uri="{FF2B5EF4-FFF2-40B4-BE49-F238E27FC236}">
                      <a16:creationId xmlns:a16="http://schemas.microsoft.com/office/drawing/2014/main" id="{8B55D2EB-883C-E1E8-D42E-ADA01F93241C}"/>
                    </a:ext>
                  </a:extLst>
                </p:cNvPr>
                <p:cNvSpPr/>
                <p:nvPr/>
              </p:nvSpPr>
              <p:spPr>
                <a:xfrm rot="209808">
                  <a:off x="5422714" y="3929983"/>
                  <a:ext cx="77705" cy="204911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 dirty="0"/>
                </a:p>
              </p:txBody>
            </p:sp>
            <p:sp>
              <p:nvSpPr>
                <p:cNvPr id="35" name="Ellipszis 34">
                  <a:extLst>
                    <a:ext uri="{FF2B5EF4-FFF2-40B4-BE49-F238E27FC236}">
                      <a16:creationId xmlns:a16="http://schemas.microsoft.com/office/drawing/2014/main" id="{65EA9243-CCBB-DBAC-900D-30D044F08CC0}"/>
                    </a:ext>
                  </a:extLst>
                </p:cNvPr>
                <p:cNvSpPr/>
                <p:nvPr/>
              </p:nvSpPr>
              <p:spPr>
                <a:xfrm rot="209808">
                  <a:off x="5311122" y="4011608"/>
                  <a:ext cx="139298" cy="45719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  <p:sp>
              <p:nvSpPr>
                <p:cNvPr id="36" name="Ellipszis 35">
                  <a:extLst>
                    <a:ext uri="{FF2B5EF4-FFF2-40B4-BE49-F238E27FC236}">
                      <a16:creationId xmlns:a16="http://schemas.microsoft.com/office/drawing/2014/main" id="{86D5A11E-FE83-4F89-730B-C69E822EBDE9}"/>
                    </a:ext>
                  </a:extLst>
                </p:cNvPr>
                <p:cNvSpPr/>
                <p:nvPr/>
              </p:nvSpPr>
              <p:spPr>
                <a:xfrm rot="209808">
                  <a:off x="5320898" y="4097466"/>
                  <a:ext cx="144799" cy="45719"/>
                </a:xfrm>
                <a:prstGeom prst="ellipse">
                  <a:avLst/>
                </a:prstGeom>
                <a:solidFill>
                  <a:srgbClr val="9BE5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hu-HU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0883233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>
        <p:cut/>
      </p:transition>
    </mc:Choice>
    <mc:Fallback>
      <p:transition>
        <p:cut/>
      </p:transition>
    </mc:Fallback>
  </mc:AlternateContent>
</p:sld>
</file>

<file path=ppt/theme/theme1.xml><?xml version="1.0" encoding="utf-8"?>
<a:theme xmlns:a="http://schemas.openxmlformats.org/drawingml/2006/main" name="Office-té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Facet</Template>
  <TotalTime>95</TotalTime>
  <Words>0</Words>
  <Application>Microsoft Office PowerPoint</Application>
  <PresentationFormat>Szélesvásznú</PresentationFormat>
  <Paragraphs>0</Paragraphs>
  <Slides>150</Slides>
  <Notes>0</Notes>
  <HiddenSlides>0</HiddenSlides>
  <MMClips>0</MMClips>
  <ScaleCrop>false</ScaleCrop>
  <HeadingPairs>
    <vt:vector size="6" baseType="variant">
      <vt:variant>
        <vt:lpstr>Használt betűtípusok</vt:lpstr>
      </vt:variant>
      <vt:variant>
        <vt:i4>3</vt:i4>
      </vt:variant>
      <vt:variant>
        <vt:lpstr>Téma</vt:lpstr>
      </vt:variant>
      <vt:variant>
        <vt:i4>1</vt:i4>
      </vt:variant>
      <vt:variant>
        <vt:lpstr>Diacímek</vt:lpstr>
      </vt:variant>
      <vt:variant>
        <vt:i4>150</vt:i4>
      </vt:variant>
    </vt:vector>
  </HeadingPairs>
  <TitlesOfParts>
    <vt:vector size="154" baseType="lpstr">
      <vt:lpstr>Arial</vt:lpstr>
      <vt:lpstr>Calibri</vt:lpstr>
      <vt:lpstr>Calibri Light</vt:lpstr>
      <vt:lpstr>Office-téma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PowerPoint-bemutató</dc:title>
  <dc:creator>Boros Dániel</dc:creator>
  <cp:lastModifiedBy>Dániel Boros</cp:lastModifiedBy>
  <cp:revision>123</cp:revision>
  <dcterms:created xsi:type="dcterms:W3CDTF">2022-05-30T12:49:07Z</dcterms:created>
  <dcterms:modified xsi:type="dcterms:W3CDTF">2025-11-13T20:38:57Z</dcterms:modified>
</cp:coreProperties>
</file>