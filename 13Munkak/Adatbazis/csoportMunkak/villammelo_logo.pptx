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25" d="100"/>
          <a:sy n="125" d="100"/>
        </p:scale>
        <p:origin x="9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8E8607-0758-4E07-9C0C-29E4FCC83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34E3149-8062-4CAF-BBCB-85AF65252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88FD4B9-61EB-4543-9D5E-3872D9863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A4F01-C5DD-4BF2-BC68-9CC19BBFA2D4}" type="datetimeFigureOut">
              <a:rPr lang="hu-HU" smtClean="0"/>
              <a:t>2025.09.30.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5AD15C8-23E6-45F5-B555-69CFBE19D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3F13C03-379E-4B9D-AA2A-9E182546D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B9C2-DBA3-4346-9FF0-D903C0416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0180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F171467-2B51-49C5-8AC0-855889D06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6FCF3CB-3829-4247-8C0E-101B8867D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07C922A-DE63-4A90-8A3C-8D58EB95B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A4F01-C5DD-4BF2-BC68-9CC19BBFA2D4}" type="datetimeFigureOut">
              <a:rPr lang="hu-HU" smtClean="0"/>
              <a:t>2025.09.30.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4ECA7D4-27B9-4630-9851-5FBA6B83B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73553A-538F-45A5-AEA9-E896D47F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B9C2-DBA3-4346-9FF0-D903C0416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6948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06EFFB-C1C2-4E8C-BBC7-E0BF2C709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BA489A0-C08C-4323-836D-8B5C7A8AD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53A38EB-0E28-41AC-B416-0653934A7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A4F01-C5DD-4BF2-BC68-9CC19BBFA2D4}" type="datetimeFigureOut">
              <a:rPr lang="hu-HU" smtClean="0"/>
              <a:t>2025.09.30.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13F3BD8-C360-41EA-AE28-71D72EF6B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33DD811-7CFC-4448-B30A-422E50E6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B9C2-DBA3-4346-9FF0-D903C0416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6154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F2E5C2-8AFC-4721-9D98-41CF44D0E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2138ED8-F6E9-4D96-9D35-71FCEF19C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4EC133B-16DD-433C-9E46-65EC6DA5C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9210CC2-202D-49E0-93E2-348906A5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A4F01-C5DD-4BF2-BC68-9CC19BBFA2D4}" type="datetimeFigureOut">
              <a:rPr lang="hu-HU" smtClean="0"/>
              <a:t>2025.09.30.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CA9E43A-BF19-4FA8-BFFF-ADE92D952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FF9FC33-E1F5-4F76-A131-9E64DAEF5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B9C2-DBA3-4346-9FF0-D903C0416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5301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D035AA-0AE9-4D5B-B430-F3C1AC8F2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C7997E3-B91B-4720-B510-A5583B741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077F83C-373C-417B-82A8-7925A6797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58D3CB0-7EFC-431A-92B5-51D807EF8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0D8F5166-1357-4188-9E31-B250B66386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B6618F0-92E1-49F4-B4F0-D5799095E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A4F01-C5DD-4BF2-BC68-9CC19BBFA2D4}" type="datetimeFigureOut">
              <a:rPr lang="hu-HU" smtClean="0"/>
              <a:t>2025.09.30.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6F548441-7510-43CB-B5F1-10AD22ED9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74D12B5-BBAF-421F-BE5A-F40300B8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B9C2-DBA3-4346-9FF0-D903C0416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8609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587BCF-A767-4357-A335-86C46E42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549E9CB-5A37-443C-9283-623B2FC2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A4F01-C5DD-4BF2-BC68-9CC19BBFA2D4}" type="datetimeFigureOut">
              <a:rPr lang="hu-HU" smtClean="0"/>
              <a:t>2025.09.30.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664E604-F69A-46C8-ACBF-93A58DCEF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B68B30A-0942-42EF-A710-FBCFCA57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B9C2-DBA3-4346-9FF0-D903C0416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7099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498CEB12-9C46-4828-A99C-A9620A167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A4F01-C5DD-4BF2-BC68-9CC19BBFA2D4}" type="datetimeFigureOut">
              <a:rPr lang="hu-HU" smtClean="0"/>
              <a:t>2025.09.30.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FC7E611-029E-4663-9820-83EC32EB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454A061-0DF2-4E7E-8544-C96A7A4D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B9C2-DBA3-4346-9FF0-D903C0416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1161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8CE3E7-C755-4DE7-BF77-0C7ACF9BB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0AFCF50-6B13-42CE-87F5-1B074F232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8E26047-CC8A-4DA7-BC27-73E95F07A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1F1EB1A-0125-4FB3-893D-A2408C08A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A4F01-C5DD-4BF2-BC68-9CC19BBFA2D4}" type="datetimeFigureOut">
              <a:rPr lang="hu-HU" smtClean="0"/>
              <a:t>2025.09.30.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9C9BAC9-43C8-4C35-B134-3F23E3647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2ED6ED7-2958-43A8-8909-9F39B40C2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B9C2-DBA3-4346-9FF0-D903C0416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2528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08F0A9-283C-48E9-A716-8B74E5C4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32D6B1A-FC8A-4B48-A5D0-36B30A4076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5A1520B-01A6-4097-9623-24DD6B55B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F07D78D-6455-43E4-B443-1A5378F23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A4F01-C5DD-4BF2-BC68-9CC19BBFA2D4}" type="datetimeFigureOut">
              <a:rPr lang="hu-HU" smtClean="0"/>
              <a:t>2025.09.30.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2B4C471-9611-4656-A6D5-8BC2EB94B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A9129F3-F2B0-43AD-9CCA-214836F6A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B9C2-DBA3-4346-9FF0-D903C0416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49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A8E628D-9DBD-4707-9B91-43003925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3391089-F422-48AB-B957-BA620B463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8E33778-B88C-4288-A039-BBED260AB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A4F01-C5DD-4BF2-BC68-9CC19BBFA2D4}" type="datetimeFigureOut">
              <a:rPr lang="hu-HU" smtClean="0"/>
              <a:t>2025.09.30.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B22D2FB-DA85-4F04-B818-7FDD92CAE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3A7491C-E222-418A-A303-91839889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B9C2-DBA3-4346-9FF0-D903C0416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7688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BBDD45D6-CC48-40ED-BBF7-B3AB111D1E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210A7E3-20A1-4B24-B20D-9432C8FB1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158ADA5-49CF-4341-91AD-540ED3D6D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A4F01-C5DD-4BF2-BC68-9CC19BBFA2D4}" type="datetimeFigureOut">
              <a:rPr lang="hu-HU" smtClean="0"/>
              <a:t>2025.09.30.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4979DCC-82DB-4E19-BDF5-60C8B3BE7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BC6102E-DC4D-4D3C-94F5-5EF66AD16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2B9C2-DBA3-4346-9FF0-D903C0416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79821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759D93C-1EFA-450C-90F3-21E9A5E43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9A6F821-B06A-4808-9E04-E11D76FB3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E4C46E7-5335-449D-BFA6-288DF028F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A4F01-C5DD-4BF2-BC68-9CC19BBFA2D4}" type="datetimeFigureOut">
              <a:rPr lang="hu-HU" smtClean="0"/>
              <a:t>2025.09.30.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000869D-E807-40C6-A22E-8B7B34CDF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5C0D5A2-11A2-4AB7-89AC-5D97495AF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2B9C2-DBA3-4346-9FF0-D903C0416E4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146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Csoportba foglalás 42">
            <a:extLst>
              <a:ext uri="{FF2B5EF4-FFF2-40B4-BE49-F238E27FC236}">
                <a16:creationId xmlns:a16="http://schemas.microsoft.com/office/drawing/2014/main" id="{85964916-7756-4AEB-82B7-076DA67E4A56}"/>
              </a:ext>
            </a:extLst>
          </p:cNvPr>
          <p:cNvGrpSpPr/>
          <p:nvPr/>
        </p:nvGrpSpPr>
        <p:grpSpPr>
          <a:xfrm>
            <a:off x="2519627" y="1547192"/>
            <a:ext cx="1933103" cy="1881808"/>
            <a:chOff x="2519627" y="1547192"/>
            <a:chExt cx="1933103" cy="1881808"/>
          </a:xfrm>
        </p:grpSpPr>
        <p:sp>
          <p:nvSpPr>
            <p:cNvPr id="7" name="Kocka 6">
              <a:extLst>
                <a:ext uri="{FF2B5EF4-FFF2-40B4-BE49-F238E27FC236}">
                  <a16:creationId xmlns:a16="http://schemas.microsoft.com/office/drawing/2014/main" id="{2B575311-F067-4545-89DD-DA922C278797}"/>
                </a:ext>
              </a:extLst>
            </p:cNvPr>
            <p:cNvSpPr/>
            <p:nvPr/>
          </p:nvSpPr>
          <p:spPr>
            <a:xfrm>
              <a:off x="2570922" y="1547192"/>
              <a:ext cx="1881808" cy="1881808"/>
            </a:xfrm>
            <a:prstGeom prst="cub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" name="Villám 8">
              <a:extLst>
                <a:ext uri="{FF2B5EF4-FFF2-40B4-BE49-F238E27FC236}">
                  <a16:creationId xmlns:a16="http://schemas.microsoft.com/office/drawing/2014/main" id="{E48C83DB-BE85-4A8B-AD5E-CDA95A4969FD}"/>
                </a:ext>
              </a:extLst>
            </p:cNvPr>
            <p:cNvSpPr/>
            <p:nvPr/>
          </p:nvSpPr>
          <p:spPr>
            <a:xfrm>
              <a:off x="2632835" y="2080592"/>
              <a:ext cx="1300990" cy="1296022"/>
            </a:xfrm>
            <a:prstGeom prst="lightningBol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grpSp>
          <p:nvGrpSpPr>
            <p:cNvPr id="32" name="Csoportba foglalás 31">
              <a:extLst>
                <a:ext uri="{FF2B5EF4-FFF2-40B4-BE49-F238E27FC236}">
                  <a16:creationId xmlns:a16="http://schemas.microsoft.com/office/drawing/2014/main" id="{3253DE30-4812-4D5E-AE05-163564F643FE}"/>
                </a:ext>
              </a:extLst>
            </p:cNvPr>
            <p:cNvGrpSpPr/>
            <p:nvPr/>
          </p:nvGrpSpPr>
          <p:grpSpPr>
            <a:xfrm rot="2790233">
              <a:off x="3044864" y="1966648"/>
              <a:ext cx="476932" cy="1527406"/>
              <a:chOff x="4732287" y="1928815"/>
              <a:chExt cx="312838" cy="1001884"/>
            </a:xfrm>
          </p:grpSpPr>
          <p:sp>
            <p:nvSpPr>
              <p:cNvPr id="31" name="Szabadkézi sokszög: alakzat 30">
                <a:extLst>
                  <a:ext uri="{FF2B5EF4-FFF2-40B4-BE49-F238E27FC236}">
                    <a16:creationId xmlns:a16="http://schemas.microsoft.com/office/drawing/2014/main" id="{0670D78E-74D6-4214-A1BD-75885516B4C8}"/>
                  </a:ext>
                </a:extLst>
              </p:cNvPr>
              <p:cNvSpPr/>
              <p:nvPr/>
            </p:nvSpPr>
            <p:spPr>
              <a:xfrm>
                <a:off x="4819650" y="2125836"/>
                <a:ext cx="138112" cy="804863"/>
              </a:xfrm>
              <a:custGeom>
                <a:avLst/>
                <a:gdLst>
                  <a:gd name="connsiteX0" fmla="*/ 69055 w 138112"/>
                  <a:gd name="connsiteY0" fmla="*/ 697040 h 804863"/>
                  <a:gd name="connsiteX1" fmla="*/ 38100 w 138112"/>
                  <a:gd name="connsiteY1" fmla="*/ 726281 h 804863"/>
                  <a:gd name="connsiteX2" fmla="*/ 69055 w 138112"/>
                  <a:gd name="connsiteY2" fmla="*/ 755522 h 804863"/>
                  <a:gd name="connsiteX3" fmla="*/ 100010 w 138112"/>
                  <a:gd name="connsiteY3" fmla="*/ 726281 h 804863"/>
                  <a:gd name="connsiteX4" fmla="*/ 69055 w 138112"/>
                  <a:gd name="connsiteY4" fmla="*/ 697040 h 804863"/>
                  <a:gd name="connsiteX5" fmla="*/ 0 w 138112"/>
                  <a:gd name="connsiteY5" fmla="*/ 0 h 804863"/>
                  <a:gd name="connsiteX6" fmla="*/ 138112 w 138112"/>
                  <a:gd name="connsiteY6" fmla="*/ 0 h 804863"/>
                  <a:gd name="connsiteX7" fmla="*/ 138112 w 138112"/>
                  <a:gd name="connsiteY7" fmla="*/ 771244 h 804863"/>
                  <a:gd name="connsiteX8" fmla="*/ 134540 w 138112"/>
                  <a:gd name="connsiteY8" fmla="*/ 769764 h 804863"/>
                  <a:gd name="connsiteX9" fmla="*/ 99441 w 138112"/>
                  <a:gd name="connsiteY9" fmla="*/ 804863 h 804863"/>
                  <a:gd name="connsiteX10" fmla="*/ 35099 w 138112"/>
                  <a:gd name="connsiteY10" fmla="*/ 804863 h 804863"/>
                  <a:gd name="connsiteX11" fmla="*/ 0 w 138112"/>
                  <a:gd name="connsiteY11" fmla="*/ 769764 h 804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8112" h="804863">
                    <a:moveTo>
                      <a:pt x="69055" y="697040"/>
                    </a:moveTo>
                    <a:cubicBezTo>
                      <a:pt x="51959" y="697040"/>
                      <a:pt x="38100" y="710132"/>
                      <a:pt x="38100" y="726281"/>
                    </a:cubicBezTo>
                    <a:cubicBezTo>
                      <a:pt x="38100" y="742430"/>
                      <a:pt x="51959" y="755522"/>
                      <a:pt x="69055" y="755522"/>
                    </a:cubicBezTo>
                    <a:cubicBezTo>
                      <a:pt x="86151" y="755522"/>
                      <a:pt x="100010" y="742430"/>
                      <a:pt x="100010" y="726281"/>
                    </a:cubicBezTo>
                    <a:cubicBezTo>
                      <a:pt x="100010" y="710132"/>
                      <a:pt x="86151" y="697040"/>
                      <a:pt x="69055" y="697040"/>
                    </a:cubicBezTo>
                    <a:close/>
                    <a:moveTo>
                      <a:pt x="0" y="0"/>
                    </a:moveTo>
                    <a:lnTo>
                      <a:pt x="138112" y="0"/>
                    </a:lnTo>
                    <a:lnTo>
                      <a:pt x="138112" y="771244"/>
                    </a:lnTo>
                    <a:lnTo>
                      <a:pt x="134540" y="769764"/>
                    </a:lnTo>
                    <a:cubicBezTo>
                      <a:pt x="115155" y="769764"/>
                      <a:pt x="99441" y="785478"/>
                      <a:pt x="99441" y="804863"/>
                    </a:cubicBezTo>
                    <a:lnTo>
                      <a:pt x="35099" y="804863"/>
                    </a:lnTo>
                    <a:cubicBezTo>
                      <a:pt x="35099" y="785478"/>
                      <a:pt x="19385" y="769764"/>
                      <a:pt x="0" y="769764"/>
                    </a:cubicBezTo>
                    <a:close/>
                  </a:path>
                </a:pathLst>
              </a:cu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Szabadkézi sokszög: alakzat 18">
                <a:extLst>
                  <a:ext uri="{FF2B5EF4-FFF2-40B4-BE49-F238E27FC236}">
                    <a16:creationId xmlns:a16="http://schemas.microsoft.com/office/drawing/2014/main" id="{CEB8A551-88D9-4E21-A378-1B2303373475}"/>
                  </a:ext>
                </a:extLst>
              </p:cNvPr>
              <p:cNvSpPr/>
              <p:nvPr/>
            </p:nvSpPr>
            <p:spPr>
              <a:xfrm>
                <a:off x="4732287" y="1928815"/>
                <a:ext cx="312838" cy="373854"/>
              </a:xfrm>
              <a:custGeom>
                <a:avLst/>
                <a:gdLst>
                  <a:gd name="connsiteX0" fmla="*/ 90487 w 395286"/>
                  <a:gd name="connsiteY0" fmla="*/ 0 h 577470"/>
                  <a:gd name="connsiteX1" fmla="*/ 90487 w 395286"/>
                  <a:gd name="connsiteY1" fmla="*/ 280436 h 577470"/>
                  <a:gd name="connsiteX2" fmla="*/ 126206 w 395286"/>
                  <a:gd name="connsiteY2" fmla="*/ 316155 h 577470"/>
                  <a:gd name="connsiteX3" fmla="*/ 269080 w 395286"/>
                  <a:gd name="connsiteY3" fmla="*/ 316155 h 577470"/>
                  <a:gd name="connsiteX4" fmla="*/ 304799 w 395286"/>
                  <a:gd name="connsiteY4" fmla="*/ 280436 h 577470"/>
                  <a:gd name="connsiteX5" fmla="*/ 304799 w 395286"/>
                  <a:gd name="connsiteY5" fmla="*/ 0 h 577470"/>
                  <a:gd name="connsiteX6" fmla="*/ 337398 w 395286"/>
                  <a:gd name="connsiteY6" fmla="*/ 35317 h 577470"/>
                  <a:gd name="connsiteX7" fmla="*/ 395286 w 395286"/>
                  <a:gd name="connsiteY7" fmla="*/ 259884 h 577470"/>
                  <a:gd name="connsiteX8" fmla="*/ 197643 w 395286"/>
                  <a:gd name="connsiteY8" fmla="*/ 577470 h 577470"/>
                  <a:gd name="connsiteX9" fmla="*/ 0 w 395286"/>
                  <a:gd name="connsiteY9" fmla="*/ 259884 h 577470"/>
                  <a:gd name="connsiteX10" fmla="*/ 57889 w 395286"/>
                  <a:gd name="connsiteY10" fmla="*/ 35317 h 577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5286" h="577470">
                    <a:moveTo>
                      <a:pt x="90487" y="0"/>
                    </a:moveTo>
                    <a:lnTo>
                      <a:pt x="90487" y="280436"/>
                    </a:lnTo>
                    <a:cubicBezTo>
                      <a:pt x="90487" y="300163"/>
                      <a:pt x="106479" y="316155"/>
                      <a:pt x="126206" y="316155"/>
                    </a:cubicBezTo>
                    <a:lnTo>
                      <a:pt x="269080" y="316155"/>
                    </a:lnTo>
                    <a:cubicBezTo>
                      <a:pt x="288807" y="316155"/>
                      <a:pt x="304799" y="300163"/>
                      <a:pt x="304799" y="280436"/>
                    </a:cubicBezTo>
                    <a:lnTo>
                      <a:pt x="304799" y="0"/>
                    </a:lnTo>
                    <a:lnTo>
                      <a:pt x="337398" y="35317"/>
                    </a:lnTo>
                    <a:cubicBezTo>
                      <a:pt x="373164" y="92789"/>
                      <a:pt x="395286" y="172185"/>
                      <a:pt x="395286" y="259884"/>
                    </a:cubicBezTo>
                    <a:cubicBezTo>
                      <a:pt x="395286" y="435282"/>
                      <a:pt x="306798" y="577470"/>
                      <a:pt x="197643" y="577470"/>
                    </a:cubicBezTo>
                    <a:cubicBezTo>
                      <a:pt x="88488" y="577470"/>
                      <a:pt x="0" y="435282"/>
                      <a:pt x="0" y="259884"/>
                    </a:cubicBezTo>
                    <a:cubicBezTo>
                      <a:pt x="0" y="172185"/>
                      <a:pt x="22122" y="92789"/>
                      <a:pt x="57889" y="35317"/>
                    </a:cubicBezTo>
                    <a:close/>
                  </a:path>
                </a:pathLst>
              </a:cu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21" name="Folyamatábra: Másik feldolgozás 20">
                <a:extLst>
                  <a:ext uri="{FF2B5EF4-FFF2-40B4-BE49-F238E27FC236}">
                    <a16:creationId xmlns:a16="http://schemas.microsoft.com/office/drawing/2014/main" id="{071C3566-A1F4-4B2D-924F-EACEDE01708E}"/>
                  </a:ext>
                </a:extLst>
              </p:cNvPr>
              <p:cNvSpPr/>
              <p:nvPr/>
            </p:nvSpPr>
            <p:spPr>
              <a:xfrm>
                <a:off x="4827984" y="2226469"/>
                <a:ext cx="126206" cy="152400"/>
              </a:xfrm>
              <a:prstGeom prst="flowChartAlternateProcess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3" name="Villám 32">
              <a:extLst>
                <a:ext uri="{FF2B5EF4-FFF2-40B4-BE49-F238E27FC236}">
                  <a16:creationId xmlns:a16="http://schemas.microsoft.com/office/drawing/2014/main" id="{9C50D311-BFD5-4324-888A-9E81C7EC0AD5}"/>
                </a:ext>
              </a:extLst>
            </p:cNvPr>
            <p:cNvSpPr/>
            <p:nvPr/>
          </p:nvSpPr>
          <p:spPr>
            <a:xfrm rot="21176170">
              <a:off x="3055810" y="1564597"/>
              <a:ext cx="851751" cy="479723"/>
            </a:xfrm>
            <a:prstGeom prst="lightningBol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grpSp>
          <p:nvGrpSpPr>
            <p:cNvPr id="34" name="Csoportba foglalás 33">
              <a:extLst>
                <a:ext uri="{FF2B5EF4-FFF2-40B4-BE49-F238E27FC236}">
                  <a16:creationId xmlns:a16="http://schemas.microsoft.com/office/drawing/2014/main" id="{640285C3-7E44-4AE4-9501-DAB6D35EFD60}"/>
                </a:ext>
              </a:extLst>
            </p:cNvPr>
            <p:cNvGrpSpPr/>
            <p:nvPr/>
          </p:nvGrpSpPr>
          <p:grpSpPr>
            <a:xfrm rot="4628127">
              <a:off x="3413144" y="1177251"/>
              <a:ext cx="209251" cy="1216588"/>
              <a:chOff x="4732284" y="1928817"/>
              <a:chExt cx="312838" cy="1001882"/>
            </a:xfrm>
            <a:solidFill>
              <a:schemeClr val="bg2">
                <a:lumMod val="75000"/>
              </a:schemeClr>
            </a:solidFill>
          </p:grpSpPr>
          <p:sp>
            <p:nvSpPr>
              <p:cNvPr id="35" name="Szabadkézi sokszög: alakzat 34">
                <a:extLst>
                  <a:ext uri="{FF2B5EF4-FFF2-40B4-BE49-F238E27FC236}">
                    <a16:creationId xmlns:a16="http://schemas.microsoft.com/office/drawing/2014/main" id="{F7B45B7B-034F-4E83-991C-67366BD2181D}"/>
                  </a:ext>
                </a:extLst>
              </p:cNvPr>
              <p:cNvSpPr/>
              <p:nvPr/>
            </p:nvSpPr>
            <p:spPr>
              <a:xfrm>
                <a:off x="4819651" y="2125836"/>
                <a:ext cx="138112" cy="804863"/>
              </a:xfrm>
              <a:custGeom>
                <a:avLst/>
                <a:gdLst>
                  <a:gd name="connsiteX0" fmla="*/ 69055 w 138112"/>
                  <a:gd name="connsiteY0" fmla="*/ 697040 h 804863"/>
                  <a:gd name="connsiteX1" fmla="*/ 38100 w 138112"/>
                  <a:gd name="connsiteY1" fmla="*/ 726281 h 804863"/>
                  <a:gd name="connsiteX2" fmla="*/ 69055 w 138112"/>
                  <a:gd name="connsiteY2" fmla="*/ 755522 h 804863"/>
                  <a:gd name="connsiteX3" fmla="*/ 100010 w 138112"/>
                  <a:gd name="connsiteY3" fmla="*/ 726281 h 804863"/>
                  <a:gd name="connsiteX4" fmla="*/ 69055 w 138112"/>
                  <a:gd name="connsiteY4" fmla="*/ 697040 h 804863"/>
                  <a:gd name="connsiteX5" fmla="*/ 0 w 138112"/>
                  <a:gd name="connsiteY5" fmla="*/ 0 h 804863"/>
                  <a:gd name="connsiteX6" fmla="*/ 138112 w 138112"/>
                  <a:gd name="connsiteY6" fmla="*/ 0 h 804863"/>
                  <a:gd name="connsiteX7" fmla="*/ 138112 w 138112"/>
                  <a:gd name="connsiteY7" fmla="*/ 771244 h 804863"/>
                  <a:gd name="connsiteX8" fmla="*/ 134540 w 138112"/>
                  <a:gd name="connsiteY8" fmla="*/ 769764 h 804863"/>
                  <a:gd name="connsiteX9" fmla="*/ 99441 w 138112"/>
                  <a:gd name="connsiteY9" fmla="*/ 804863 h 804863"/>
                  <a:gd name="connsiteX10" fmla="*/ 35099 w 138112"/>
                  <a:gd name="connsiteY10" fmla="*/ 804863 h 804863"/>
                  <a:gd name="connsiteX11" fmla="*/ 0 w 138112"/>
                  <a:gd name="connsiteY11" fmla="*/ 769764 h 804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8112" h="804863">
                    <a:moveTo>
                      <a:pt x="69055" y="697040"/>
                    </a:moveTo>
                    <a:cubicBezTo>
                      <a:pt x="51959" y="697040"/>
                      <a:pt x="38100" y="710132"/>
                      <a:pt x="38100" y="726281"/>
                    </a:cubicBezTo>
                    <a:cubicBezTo>
                      <a:pt x="38100" y="742430"/>
                      <a:pt x="51959" y="755522"/>
                      <a:pt x="69055" y="755522"/>
                    </a:cubicBezTo>
                    <a:cubicBezTo>
                      <a:pt x="86151" y="755522"/>
                      <a:pt x="100010" y="742430"/>
                      <a:pt x="100010" y="726281"/>
                    </a:cubicBezTo>
                    <a:cubicBezTo>
                      <a:pt x="100010" y="710132"/>
                      <a:pt x="86151" y="697040"/>
                      <a:pt x="69055" y="697040"/>
                    </a:cubicBezTo>
                    <a:close/>
                    <a:moveTo>
                      <a:pt x="0" y="0"/>
                    </a:moveTo>
                    <a:lnTo>
                      <a:pt x="138112" y="0"/>
                    </a:lnTo>
                    <a:lnTo>
                      <a:pt x="138112" y="771244"/>
                    </a:lnTo>
                    <a:lnTo>
                      <a:pt x="134540" y="769764"/>
                    </a:lnTo>
                    <a:cubicBezTo>
                      <a:pt x="115155" y="769764"/>
                      <a:pt x="99441" y="785478"/>
                      <a:pt x="99441" y="804863"/>
                    </a:cubicBezTo>
                    <a:lnTo>
                      <a:pt x="35099" y="804863"/>
                    </a:lnTo>
                    <a:cubicBezTo>
                      <a:pt x="35099" y="785478"/>
                      <a:pt x="19385" y="769764"/>
                      <a:pt x="0" y="769764"/>
                    </a:cubicBezTo>
                    <a:close/>
                  </a:path>
                </a:pathLst>
              </a:cu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6" name="Szabadkézi sokszög: alakzat 35">
                <a:extLst>
                  <a:ext uri="{FF2B5EF4-FFF2-40B4-BE49-F238E27FC236}">
                    <a16:creationId xmlns:a16="http://schemas.microsoft.com/office/drawing/2014/main" id="{6508AC36-7324-42AF-AF9B-73ADB2A97B0F}"/>
                  </a:ext>
                </a:extLst>
              </p:cNvPr>
              <p:cNvSpPr/>
              <p:nvPr/>
            </p:nvSpPr>
            <p:spPr>
              <a:xfrm>
                <a:off x="4732284" y="1928817"/>
                <a:ext cx="312838" cy="373854"/>
              </a:xfrm>
              <a:custGeom>
                <a:avLst/>
                <a:gdLst>
                  <a:gd name="connsiteX0" fmla="*/ 90487 w 395286"/>
                  <a:gd name="connsiteY0" fmla="*/ 0 h 577470"/>
                  <a:gd name="connsiteX1" fmla="*/ 90487 w 395286"/>
                  <a:gd name="connsiteY1" fmla="*/ 280436 h 577470"/>
                  <a:gd name="connsiteX2" fmla="*/ 126206 w 395286"/>
                  <a:gd name="connsiteY2" fmla="*/ 316155 h 577470"/>
                  <a:gd name="connsiteX3" fmla="*/ 269080 w 395286"/>
                  <a:gd name="connsiteY3" fmla="*/ 316155 h 577470"/>
                  <a:gd name="connsiteX4" fmla="*/ 304799 w 395286"/>
                  <a:gd name="connsiteY4" fmla="*/ 280436 h 577470"/>
                  <a:gd name="connsiteX5" fmla="*/ 304799 w 395286"/>
                  <a:gd name="connsiteY5" fmla="*/ 0 h 577470"/>
                  <a:gd name="connsiteX6" fmla="*/ 337398 w 395286"/>
                  <a:gd name="connsiteY6" fmla="*/ 35317 h 577470"/>
                  <a:gd name="connsiteX7" fmla="*/ 395286 w 395286"/>
                  <a:gd name="connsiteY7" fmla="*/ 259884 h 577470"/>
                  <a:gd name="connsiteX8" fmla="*/ 197643 w 395286"/>
                  <a:gd name="connsiteY8" fmla="*/ 577470 h 577470"/>
                  <a:gd name="connsiteX9" fmla="*/ 0 w 395286"/>
                  <a:gd name="connsiteY9" fmla="*/ 259884 h 577470"/>
                  <a:gd name="connsiteX10" fmla="*/ 57889 w 395286"/>
                  <a:gd name="connsiteY10" fmla="*/ 35317 h 577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5286" h="577470">
                    <a:moveTo>
                      <a:pt x="90487" y="0"/>
                    </a:moveTo>
                    <a:lnTo>
                      <a:pt x="90487" y="280436"/>
                    </a:lnTo>
                    <a:cubicBezTo>
                      <a:pt x="90487" y="300163"/>
                      <a:pt x="106479" y="316155"/>
                      <a:pt x="126206" y="316155"/>
                    </a:cubicBezTo>
                    <a:lnTo>
                      <a:pt x="269080" y="316155"/>
                    </a:lnTo>
                    <a:cubicBezTo>
                      <a:pt x="288807" y="316155"/>
                      <a:pt x="304799" y="300163"/>
                      <a:pt x="304799" y="280436"/>
                    </a:cubicBezTo>
                    <a:lnTo>
                      <a:pt x="304799" y="0"/>
                    </a:lnTo>
                    <a:lnTo>
                      <a:pt x="337398" y="35317"/>
                    </a:lnTo>
                    <a:cubicBezTo>
                      <a:pt x="373164" y="92789"/>
                      <a:pt x="395286" y="172185"/>
                      <a:pt x="395286" y="259884"/>
                    </a:cubicBezTo>
                    <a:cubicBezTo>
                      <a:pt x="395286" y="435282"/>
                      <a:pt x="306798" y="577470"/>
                      <a:pt x="197643" y="577470"/>
                    </a:cubicBezTo>
                    <a:cubicBezTo>
                      <a:pt x="88488" y="577470"/>
                      <a:pt x="0" y="435282"/>
                      <a:pt x="0" y="259884"/>
                    </a:cubicBezTo>
                    <a:cubicBezTo>
                      <a:pt x="0" y="172185"/>
                      <a:pt x="22122" y="92789"/>
                      <a:pt x="57889" y="35317"/>
                    </a:cubicBezTo>
                    <a:close/>
                  </a:path>
                </a:pathLst>
              </a:cu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37" name="Folyamatábra: Másik feldolgozás 36">
                <a:extLst>
                  <a:ext uri="{FF2B5EF4-FFF2-40B4-BE49-F238E27FC236}">
                    <a16:creationId xmlns:a16="http://schemas.microsoft.com/office/drawing/2014/main" id="{54DCC453-C840-48A7-A664-CF81EDAB0928}"/>
                  </a:ext>
                </a:extLst>
              </p:cNvPr>
              <p:cNvSpPr/>
              <p:nvPr/>
            </p:nvSpPr>
            <p:spPr>
              <a:xfrm>
                <a:off x="4827984" y="2226469"/>
                <a:ext cx="126206" cy="152400"/>
              </a:xfrm>
              <a:prstGeom prst="flowChartAlternateProcess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8" name="Villám 37">
              <a:extLst>
                <a:ext uri="{FF2B5EF4-FFF2-40B4-BE49-F238E27FC236}">
                  <a16:creationId xmlns:a16="http://schemas.microsoft.com/office/drawing/2014/main" id="{6ED831E3-0602-41C6-A4F7-B35BC3AD2B5A}"/>
                </a:ext>
              </a:extLst>
            </p:cNvPr>
            <p:cNvSpPr/>
            <p:nvPr/>
          </p:nvSpPr>
          <p:spPr>
            <a:xfrm>
              <a:off x="4006170" y="1962898"/>
              <a:ext cx="370294" cy="976880"/>
            </a:xfrm>
            <a:prstGeom prst="lightningBol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grpSp>
          <p:nvGrpSpPr>
            <p:cNvPr id="39" name="Csoportba foglalás 38">
              <a:extLst>
                <a:ext uri="{FF2B5EF4-FFF2-40B4-BE49-F238E27FC236}">
                  <a16:creationId xmlns:a16="http://schemas.microsoft.com/office/drawing/2014/main" id="{E634007D-41BD-4145-9210-79069EB887E0}"/>
                </a:ext>
              </a:extLst>
            </p:cNvPr>
            <p:cNvGrpSpPr/>
            <p:nvPr/>
          </p:nvGrpSpPr>
          <p:grpSpPr>
            <a:xfrm rot="727963">
              <a:off x="4097742" y="1828487"/>
              <a:ext cx="213567" cy="1468985"/>
              <a:chOff x="4732286" y="1928817"/>
              <a:chExt cx="312838" cy="1001882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40" name="Szabadkézi sokszög: alakzat 39">
                <a:extLst>
                  <a:ext uri="{FF2B5EF4-FFF2-40B4-BE49-F238E27FC236}">
                    <a16:creationId xmlns:a16="http://schemas.microsoft.com/office/drawing/2014/main" id="{66CA4B38-1DF6-4D27-873F-3457C749E905}"/>
                  </a:ext>
                </a:extLst>
              </p:cNvPr>
              <p:cNvSpPr/>
              <p:nvPr/>
            </p:nvSpPr>
            <p:spPr>
              <a:xfrm>
                <a:off x="4819651" y="2125836"/>
                <a:ext cx="138112" cy="804863"/>
              </a:xfrm>
              <a:custGeom>
                <a:avLst/>
                <a:gdLst>
                  <a:gd name="connsiteX0" fmla="*/ 69055 w 138112"/>
                  <a:gd name="connsiteY0" fmla="*/ 697040 h 804863"/>
                  <a:gd name="connsiteX1" fmla="*/ 38100 w 138112"/>
                  <a:gd name="connsiteY1" fmla="*/ 726281 h 804863"/>
                  <a:gd name="connsiteX2" fmla="*/ 69055 w 138112"/>
                  <a:gd name="connsiteY2" fmla="*/ 755522 h 804863"/>
                  <a:gd name="connsiteX3" fmla="*/ 100010 w 138112"/>
                  <a:gd name="connsiteY3" fmla="*/ 726281 h 804863"/>
                  <a:gd name="connsiteX4" fmla="*/ 69055 w 138112"/>
                  <a:gd name="connsiteY4" fmla="*/ 697040 h 804863"/>
                  <a:gd name="connsiteX5" fmla="*/ 0 w 138112"/>
                  <a:gd name="connsiteY5" fmla="*/ 0 h 804863"/>
                  <a:gd name="connsiteX6" fmla="*/ 138112 w 138112"/>
                  <a:gd name="connsiteY6" fmla="*/ 0 h 804863"/>
                  <a:gd name="connsiteX7" fmla="*/ 138112 w 138112"/>
                  <a:gd name="connsiteY7" fmla="*/ 771244 h 804863"/>
                  <a:gd name="connsiteX8" fmla="*/ 134540 w 138112"/>
                  <a:gd name="connsiteY8" fmla="*/ 769764 h 804863"/>
                  <a:gd name="connsiteX9" fmla="*/ 99441 w 138112"/>
                  <a:gd name="connsiteY9" fmla="*/ 804863 h 804863"/>
                  <a:gd name="connsiteX10" fmla="*/ 35099 w 138112"/>
                  <a:gd name="connsiteY10" fmla="*/ 804863 h 804863"/>
                  <a:gd name="connsiteX11" fmla="*/ 0 w 138112"/>
                  <a:gd name="connsiteY11" fmla="*/ 769764 h 804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8112" h="804863">
                    <a:moveTo>
                      <a:pt x="69055" y="697040"/>
                    </a:moveTo>
                    <a:cubicBezTo>
                      <a:pt x="51959" y="697040"/>
                      <a:pt x="38100" y="710132"/>
                      <a:pt x="38100" y="726281"/>
                    </a:cubicBezTo>
                    <a:cubicBezTo>
                      <a:pt x="38100" y="742430"/>
                      <a:pt x="51959" y="755522"/>
                      <a:pt x="69055" y="755522"/>
                    </a:cubicBezTo>
                    <a:cubicBezTo>
                      <a:pt x="86151" y="755522"/>
                      <a:pt x="100010" y="742430"/>
                      <a:pt x="100010" y="726281"/>
                    </a:cubicBezTo>
                    <a:cubicBezTo>
                      <a:pt x="100010" y="710132"/>
                      <a:pt x="86151" y="697040"/>
                      <a:pt x="69055" y="697040"/>
                    </a:cubicBezTo>
                    <a:close/>
                    <a:moveTo>
                      <a:pt x="0" y="0"/>
                    </a:moveTo>
                    <a:lnTo>
                      <a:pt x="138112" y="0"/>
                    </a:lnTo>
                    <a:lnTo>
                      <a:pt x="138112" y="771244"/>
                    </a:lnTo>
                    <a:lnTo>
                      <a:pt x="134540" y="769764"/>
                    </a:lnTo>
                    <a:cubicBezTo>
                      <a:pt x="115155" y="769764"/>
                      <a:pt x="99441" y="785478"/>
                      <a:pt x="99441" y="804863"/>
                    </a:cubicBezTo>
                    <a:lnTo>
                      <a:pt x="35099" y="804863"/>
                    </a:lnTo>
                    <a:cubicBezTo>
                      <a:pt x="35099" y="785478"/>
                      <a:pt x="19385" y="769764"/>
                      <a:pt x="0" y="769764"/>
                    </a:cubicBezTo>
                    <a:close/>
                  </a:path>
                </a:pathLst>
              </a:cu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41" name="Szabadkézi sokszög: alakzat 40">
                <a:extLst>
                  <a:ext uri="{FF2B5EF4-FFF2-40B4-BE49-F238E27FC236}">
                    <a16:creationId xmlns:a16="http://schemas.microsoft.com/office/drawing/2014/main" id="{977D0793-0FF3-4E7C-B098-6527388283DC}"/>
                  </a:ext>
                </a:extLst>
              </p:cNvPr>
              <p:cNvSpPr/>
              <p:nvPr/>
            </p:nvSpPr>
            <p:spPr>
              <a:xfrm>
                <a:off x="4732286" y="1928817"/>
                <a:ext cx="312838" cy="373854"/>
              </a:xfrm>
              <a:custGeom>
                <a:avLst/>
                <a:gdLst>
                  <a:gd name="connsiteX0" fmla="*/ 90487 w 395286"/>
                  <a:gd name="connsiteY0" fmla="*/ 0 h 577470"/>
                  <a:gd name="connsiteX1" fmla="*/ 90487 w 395286"/>
                  <a:gd name="connsiteY1" fmla="*/ 280436 h 577470"/>
                  <a:gd name="connsiteX2" fmla="*/ 126206 w 395286"/>
                  <a:gd name="connsiteY2" fmla="*/ 316155 h 577470"/>
                  <a:gd name="connsiteX3" fmla="*/ 269080 w 395286"/>
                  <a:gd name="connsiteY3" fmla="*/ 316155 h 577470"/>
                  <a:gd name="connsiteX4" fmla="*/ 304799 w 395286"/>
                  <a:gd name="connsiteY4" fmla="*/ 280436 h 577470"/>
                  <a:gd name="connsiteX5" fmla="*/ 304799 w 395286"/>
                  <a:gd name="connsiteY5" fmla="*/ 0 h 577470"/>
                  <a:gd name="connsiteX6" fmla="*/ 337398 w 395286"/>
                  <a:gd name="connsiteY6" fmla="*/ 35317 h 577470"/>
                  <a:gd name="connsiteX7" fmla="*/ 395286 w 395286"/>
                  <a:gd name="connsiteY7" fmla="*/ 259884 h 577470"/>
                  <a:gd name="connsiteX8" fmla="*/ 197643 w 395286"/>
                  <a:gd name="connsiteY8" fmla="*/ 577470 h 577470"/>
                  <a:gd name="connsiteX9" fmla="*/ 0 w 395286"/>
                  <a:gd name="connsiteY9" fmla="*/ 259884 h 577470"/>
                  <a:gd name="connsiteX10" fmla="*/ 57889 w 395286"/>
                  <a:gd name="connsiteY10" fmla="*/ 35317 h 577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5286" h="577470">
                    <a:moveTo>
                      <a:pt x="90487" y="0"/>
                    </a:moveTo>
                    <a:lnTo>
                      <a:pt x="90487" y="280436"/>
                    </a:lnTo>
                    <a:cubicBezTo>
                      <a:pt x="90487" y="300163"/>
                      <a:pt x="106479" y="316155"/>
                      <a:pt x="126206" y="316155"/>
                    </a:cubicBezTo>
                    <a:lnTo>
                      <a:pt x="269080" y="316155"/>
                    </a:lnTo>
                    <a:cubicBezTo>
                      <a:pt x="288807" y="316155"/>
                      <a:pt x="304799" y="300163"/>
                      <a:pt x="304799" y="280436"/>
                    </a:cubicBezTo>
                    <a:lnTo>
                      <a:pt x="304799" y="0"/>
                    </a:lnTo>
                    <a:lnTo>
                      <a:pt x="337398" y="35317"/>
                    </a:lnTo>
                    <a:cubicBezTo>
                      <a:pt x="373164" y="92789"/>
                      <a:pt x="395286" y="172185"/>
                      <a:pt x="395286" y="259884"/>
                    </a:cubicBezTo>
                    <a:cubicBezTo>
                      <a:pt x="395286" y="435282"/>
                      <a:pt x="306798" y="577470"/>
                      <a:pt x="197643" y="577470"/>
                    </a:cubicBezTo>
                    <a:cubicBezTo>
                      <a:pt x="88488" y="577470"/>
                      <a:pt x="0" y="435282"/>
                      <a:pt x="0" y="259884"/>
                    </a:cubicBezTo>
                    <a:cubicBezTo>
                      <a:pt x="0" y="172185"/>
                      <a:pt x="22122" y="92789"/>
                      <a:pt x="57889" y="35317"/>
                    </a:cubicBezTo>
                    <a:close/>
                  </a:path>
                </a:pathLst>
              </a:cu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42" name="Folyamatábra: Másik feldolgozás 41">
                <a:extLst>
                  <a:ext uri="{FF2B5EF4-FFF2-40B4-BE49-F238E27FC236}">
                    <a16:creationId xmlns:a16="http://schemas.microsoft.com/office/drawing/2014/main" id="{7616EE91-33CE-4CC9-834D-4F483CC1060F}"/>
                  </a:ext>
                </a:extLst>
              </p:cNvPr>
              <p:cNvSpPr/>
              <p:nvPr/>
            </p:nvSpPr>
            <p:spPr>
              <a:xfrm>
                <a:off x="4827984" y="2226469"/>
                <a:ext cx="126206" cy="152400"/>
              </a:xfrm>
              <a:prstGeom prst="flowChartAlternateProcess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0452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Office-téma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Boros Dániel</dc:creator>
  <cp:lastModifiedBy>Boros Dániel</cp:lastModifiedBy>
  <cp:revision>4</cp:revision>
  <dcterms:created xsi:type="dcterms:W3CDTF">2025-09-30T12:00:14Z</dcterms:created>
  <dcterms:modified xsi:type="dcterms:W3CDTF">2025-09-30T12:26:13Z</dcterms:modified>
</cp:coreProperties>
</file>