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5" r:id="rId58"/>
    <p:sldId id="314" r:id="rId59"/>
    <p:sldId id="316" r:id="rId60"/>
    <p:sldId id="317" r:id="rId61"/>
    <p:sldId id="318" r:id="rId62"/>
    <p:sldId id="319" r:id="rId63"/>
    <p:sldId id="320" r:id="rId64"/>
    <p:sldId id="321" r:id="rId65"/>
    <p:sldId id="323" r:id="rId66"/>
    <p:sldId id="322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66" r:id="rId90"/>
    <p:sldId id="346" r:id="rId91"/>
    <p:sldId id="363" r:id="rId92"/>
    <p:sldId id="364" r:id="rId93"/>
    <p:sldId id="365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7" r:id="rId111"/>
    <p:sldId id="368" r:id="rId112"/>
    <p:sldId id="369" r:id="rId113"/>
    <p:sldId id="370" r:id="rId114"/>
    <p:sldId id="371" r:id="rId115"/>
    <p:sldId id="376" r:id="rId116"/>
    <p:sldId id="372" r:id="rId117"/>
    <p:sldId id="373" r:id="rId118"/>
    <p:sldId id="374" r:id="rId119"/>
    <p:sldId id="375" r:id="rId120"/>
    <p:sldId id="377" r:id="rId121"/>
    <p:sldId id="378" r:id="rId122"/>
    <p:sldId id="380" r:id="rId123"/>
    <p:sldId id="381" r:id="rId124"/>
    <p:sldId id="379" r:id="rId125"/>
    <p:sldId id="382" r:id="rId126"/>
    <p:sldId id="384" r:id="rId127"/>
    <p:sldId id="385" r:id="rId128"/>
    <p:sldId id="383" r:id="rId129"/>
    <p:sldId id="386" r:id="rId130"/>
    <p:sldId id="387" r:id="rId131"/>
    <p:sldId id="394" r:id="rId132"/>
    <p:sldId id="388" r:id="rId133"/>
    <p:sldId id="389" r:id="rId134"/>
    <p:sldId id="390" r:id="rId135"/>
    <p:sldId id="391" r:id="rId136"/>
    <p:sldId id="392" r:id="rId137"/>
    <p:sldId id="393" r:id="rId138"/>
    <p:sldId id="395" r:id="rId139"/>
    <p:sldId id="396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8" r:id="rId150"/>
    <p:sldId id="407" r:id="rId15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EEFF"/>
    <a:srgbClr val="9BE5FF"/>
    <a:srgbClr val="47CFFF"/>
    <a:srgbClr val="00153E"/>
    <a:srgbClr val="EB701D"/>
    <a:srgbClr val="F4AF80"/>
    <a:srgbClr val="F09252"/>
    <a:srgbClr val="F5B68B"/>
    <a:srgbClr val="F5BB93"/>
    <a:srgbClr val="FFCA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9150" autoAdjust="0"/>
  </p:normalViewPr>
  <p:slideViewPr>
    <p:cSldViewPr snapToGrid="0">
      <p:cViewPr varScale="1">
        <p:scale>
          <a:sx n="75" d="100"/>
          <a:sy n="75" d="100"/>
        </p:scale>
        <p:origin x="66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82D97C-98BD-43A5-9CB7-FA887CD89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8135F8-0168-434E-8D93-86CAC43D9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41E3E50-B50D-4C8F-A537-045401BF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4EE130-3DD5-4ED3-BD66-5311AC59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41916C-D334-4A90-943D-E13D1C8E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711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3B5075-6F3A-42CB-A80F-528E0AE5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0D0FC4-F379-479E-952B-FE28F923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CC831F-A7DC-47D7-B5FF-500F5634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8048750-7000-4879-98D6-017EEDA5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F7B4DFC-6A39-4FAE-BBCA-D929BE7E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661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6311AB-B423-4411-A0ED-66415A5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0683163-F8F1-41D7-9241-AC87E256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F86931-9C60-4772-9E23-236B760A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532C174-A1C0-4E34-8D3A-EC718445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3224FA-8087-491C-8EDB-D2B332B1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730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4BE812-5288-4004-B8B3-34DCF4F9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3931F4-6595-4B82-8167-4BB753AF4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8697AC4-E978-45D7-89F5-DD26B1DDE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5DBD062-1F37-4F80-A3E2-11165308B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3D8A752-80C3-49F9-8E5D-5E9F1BE2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0AC66A6-8046-440C-AAC5-A288846C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997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049FDD-3140-4D38-B986-94F07650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EAC855-58BF-4557-B01C-611EAE75C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D3A505F-C218-4AE1-84DB-BCA3A79A6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2A47F7C-9136-400B-B32C-AF3117536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15BE417-F249-4125-9B6F-A331F4CC8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4D2198D-8F0B-4482-800D-6E1A746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7B93BFD-488F-4246-A089-BEDCB40C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E133526-F40D-4E5A-A5BD-4B390D20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358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ED928E-F80E-4E77-820F-2E6689DC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99D08A3-0164-4483-ADA3-4A7A9757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735A91A-1D84-4FB3-92D5-EB4E1032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8BE0401-82CD-4025-B96A-E0D7293C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022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5F73005-E3A7-4B98-A6F6-E6341AD0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4C03143-6E43-4087-B2A6-E966841F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71E4668-6BE4-44B6-A397-A2A49AB7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750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FFE982-68A1-43B4-9249-22E175CB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B7F875-5E37-45D1-B220-A744A2D2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29D3A4B-93D3-4CF7-A1F0-A638C4395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AA7735A-E24B-42D2-9E7C-89180A30D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210017F-3CE4-498E-90E6-CB116AD4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4EF3A55-C822-4D71-8C58-28FD5DED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59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32ABAC-4D6B-49E7-A213-B8E274D3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CD406FA-9CDE-4A28-9AB4-FB895BC5C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5F73A19-0980-47D6-ADF9-B44DE8299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A82D3A3-A3D0-48C8-81C6-BD1C04CA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0F1C623-7265-4448-BA93-8321A8B5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C11BEDE-B4C4-4F40-A2D4-B30504AA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145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DDFF12-3C40-4B85-A1CE-EA1598BB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B7D5934-FA9D-4D27-B152-27BE653AF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CEECFB9-F3EE-474D-87B5-3956565D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2062945-74FE-41DF-A36A-C3FEF09C4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B9D110F-9BA1-4899-93AA-F0075C3E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726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7063F29-32F7-4AFE-A2E6-C8CDF5CAA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6D3D1D-D3EC-47E0-A74D-BF61DC677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1F0666-DBD6-47CC-BA32-11B9D0ED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ED13205-D597-43BF-B2C5-A0AF8958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ACF1BA-3887-4FCD-96D9-42D1CFB1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59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71467BA-4E6E-48D0-9701-D9CB48E2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F7A85D8-5429-4B9A-A894-1CCEA0282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1D823F4-8F18-456B-82C3-E6F66A833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F4FAA-359A-4918-8624-FA609786ABCF}" type="datetimeFigureOut">
              <a:rPr lang="hu-HU" smtClean="0"/>
              <a:pPr/>
              <a:t>2025.11.12.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914B62-0B9D-4FD0-A1F7-95F521539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541F45-7051-4FA3-9730-ABCFED20F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86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10910698" y="5058912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06"/>
          <p:cNvGrpSpPr/>
          <p:nvPr/>
        </p:nvGrpSpPr>
        <p:grpSpPr>
          <a:xfrm>
            <a:off x="10805478" y="4429124"/>
            <a:ext cx="165736" cy="509589"/>
            <a:chOff x="5253038" y="3209924"/>
            <a:chExt cx="165736" cy="50958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8272" y="3539491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0890" y="3378279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276850" y="3612357"/>
              <a:ext cx="48102" cy="4476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80" name="Egyenes összekötő 79">
            <a:extLst>
              <a:ext uri="{FF2B5EF4-FFF2-40B4-BE49-F238E27FC236}">
                <a16:creationId xmlns:a16="http://schemas.microsoft.com/office/drawing/2014/main" id="{675CE29F-A68D-4CC9-BEAC-8CB94ECC43B5}"/>
              </a:ext>
            </a:extLst>
          </p:cNvPr>
          <p:cNvCxnSpPr>
            <a:cxnSpLocks/>
          </p:cNvCxnSpPr>
          <p:nvPr/>
        </p:nvCxnSpPr>
        <p:spPr>
          <a:xfrm rot="5400000">
            <a:off x="10812488" y="4254061"/>
            <a:ext cx="395704" cy="3539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>
            <a:off x="10658475" y="3150974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345117" y="4444722"/>
            <a:ext cx="1335640" cy="280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910698" y="5523713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675CE29F-A68D-4CC9-BEAC-8CB94ECC43B5}"/>
              </a:ext>
            </a:extLst>
          </p:cNvPr>
          <p:cNvCxnSpPr>
            <a:cxnSpLocks/>
          </p:cNvCxnSpPr>
          <p:nvPr/>
        </p:nvCxnSpPr>
        <p:spPr>
          <a:xfrm rot="5400000">
            <a:off x="10823206" y="4191750"/>
            <a:ext cx="364745" cy="205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>
            <a:off x="11043829" y="5123926"/>
            <a:ext cx="103596" cy="49945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>
            <a:off x="11147425" y="5596854"/>
            <a:ext cx="199501" cy="468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1091553" y="6029325"/>
            <a:ext cx="272817" cy="5084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10061" y="6092766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929124" y="2270495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5" name="Csoportba foglalás 107"/>
          <p:cNvGrpSpPr/>
          <p:nvPr/>
        </p:nvGrpSpPr>
        <p:grpSpPr>
          <a:xfrm>
            <a:off x="10778015" y="4364988"/>
            <a:ext cx="230030" cy="654846"/>
            <a:chOff x="5226845" y="3171824"/>
            <a:chExt cx="230030" cy="654846"/>
          </a:xfrm>
        </p:grpSpPr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76601" y="3590688"/>
              <a:ext cx="286226" cy="185737"/>
            </a:xfrm>
            <a:prstGeom prst="line">
              <a:avLst/>
            </a:prstGeom>
            <a:ln w="762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Egyenes összekötő 5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267325" y="3698081"/>
              <a:ext cx="57150" cy="3810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Egyenes összekötő 71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33511" y="3338989"/>
              <a:ext cx="390529" cy="56199"/>
            </a:xfrm>
            <a:prstGeom prst="line">
              <a:avLst/>
            </a:prstGeom>
            <a:ln w="762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" name="Csoportba foglalás 92"/>
          <p:cNvGrpSpPr/>
          <p:nvPr/>
        </p:nvGrpSpPr>
        <p:grpSpPr>
          <a:xfrm>
            <a:off x="11002170" y="4955381"/>
            <a:ext cx="416718" cy="147638"/>
            <a:chOff x="5426870" y="3698081"/>
            <a:chExt cx="416718" cy="147638"/>
          </a:xfrm>
        </p:grpSpPr>
        <p:cxnSp>
          <p:nvCxnSpPr>
            <p:cNvPr id="85" name="Egyenes összekötő 84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6870" y="3698081"/>
              <a:ext cx="69055" cy="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Egyenes összekötő 88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488782" y="3698083"/>
              <a:ext cx="354806" cy="45242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1" name="Egyenes összekötő 90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2" y="3707608"/>
              <a:ext cx="295274" cy="13811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p:transition advClick="0" advTm="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Csoportba foglalás 143"/>
          <p:cNvGrpSpPr/>
          <p:nvPr/>
        </p:nvGrpSpPr>
        <p:grpSpPr>
          <a:xfrm rot="21291139">
            <a:off x="10743247" y="4029454"/>
            <a:ext cx="203508" cy="871158"/>
            <a:chOff x="10303828" y="4150105"/>
            <a:chExt cx="203508" cy="871158"/>
          </a:xfrm>
        </p:grpSpPr>
        <p:grpSp>
          <p:nvGrpSpPr>
            <p:cNvPr id="143" name="Csoportba foglalás 142"/>
            <p:cNvGrpSpPr/>
            <p:nvPr/>
          </p:nvGrpSpPr>
          <p:grpSpPr>
            <a:xfrm>
              <a:off x="10303828" y="4511674"/>
              <a:ext cx="165736" cy="509589"/>
              <a:chOff x="10805478" y="4429124"/>
              <a:chExt cx="165736" cy="509589"/>
            </a:xfrm>
          </p:grpSpPr>
          <p:cxnSp>
            <p:nvCxnSpPr>
              <p:cNvPr id="84" name="Egyenes összekötő 83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70712" y="4758691"/>
                <a:ext cx="214788" cy="14525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1" name="Egyenes összekötő 80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63330" y="4597479"/>
                <a:ext cx="376239" cy="3952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2" name="Egyenes összekötő 81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9290" y="4831557"/>
                <a:ext cx="67310" cy="45243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91788" y="4330261"/>
              <a:ext cx="395704" cy="35392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448925" y="3163674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363684" y="4312136"/>
            <a:ext cx="1221979" cy="17405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10929750" y="5008114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929750" y="5472915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13827" y="5238978"/>
            <a:ext cx="492576" cy="952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61341" y="5622591"/>
            <a:ext cx="473746" cy="9207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960925" y="5908677"/>
            <a:ext cx="225647" cy="7648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29113" y="6041968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1" name="Csoportba foglalás 70"/>
          <p:cNvGrpSpPr/>
          <p:nvPr/>
        </p:nvGrpSpPr>
        <p:grpSpPr>
          <a:xfrm>
            <a:off x="9783074" y="2276845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0" name="Csoportba foglalás 139"/>
          <p:cNvGrpSpPr/>
          <p:nvPr/>
        </p:nvGrpSpPr>
        <p:grpSpPr>
          <a:xfrm rot="20964379">
            <a:off x="10734835" y="3977384"/>
            <a:ext cx="273039" cy="1015779"/>
            <a:chOff x="10752615" y="4092955"/>
            <a:chExt cx="273039" cy="1015779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4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08" name="Csoportba foglalás 107"/>
            <p:cNvGrpSpPr/>
            <p:nvPr/>
          </p:nvGrpSpPr>
          <p:grpSpPr>
            <a:xfrm>
              <a:off x="10752615" y="4453888"/>
              <a:ext cx="230030" cy="654846"/>
              <a:chOff x="5226845" y="3171824"/>
              <a:chExt cx="230030" cy="654846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601" y="3590688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7325" y="3698081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33511" y="3338989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33920" y="4917281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95832" y="4895850"/>
            <a:ext cx="346868" cy="2143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1093452" y="4926808"/>
            <a:ext cx="190498" cy="15319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0">
        <p:cut/>
      </p:transition>
    </mc:Choice>
    <mc:Fallback xmlns="">
      <p:transition advClick="0" advTm="0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Csoportba foglalás 62"/>
          <p:cNvGrpSpPr/>
          <p:nvPr/>
        </p:nvGrpSpPr>
        <p:grpSpPr>
          <a:xfrm>
            <a:off x="10771920" y="4033957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425174" y="3175549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326632" y="4337312"/>
            <a:ext cx="1252014" cy="17748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10905999" y="5019989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905999" y="5484790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764900" y="5206177"/>
            <a:ext cx="463550" cy="6985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26466" y="5669392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750550" y="5920552"/>
            <a:ext cx="240821" cy="4844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05362" y="6053843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70"/>
          <p:cNvGrpSpPr/>
          <p:nvPr/>
        </p:nvGrpSpPr>
        <p:grpSpPr>
          <a:xfrm>
            <a:off x="9759323" y="2288720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" name="Csoportba foglalás 139"/>
          <p:cNvGrpSpPr/>
          <p:nvPr/>
        </p:nvGrpSpPr>
        <p:grpSpPr>
          <a:xfrm rot="20964379">
            <a:off x="10754381" y="4051488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10169" y="492915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72081" y="480950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1069701" y="493868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0">
        <p:cut/>
      </p:transition>
    </mc:Choice>
    <mc:Fallback xmlns="">
      <p:transition advClick="0" advTm="0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239748">
            <a:off x="10655455" y="4038719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342047" y="3175549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211739" y="4369078"/>
            <a:ext cx="1223213" cy="8515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10604455" y="5248058"/>
            <a:ext cx="504511" cy="5789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841922" y="5484790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581478" y="5149697"/>
            <a:ext cx="438465" cy="1435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10475282" y="5642052"/>
            <a:ext cx="485682" cy="2228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489623" y="5920553"/>
            <a:ext cx="251934" cy="6114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655573" y="6058606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676196" y="2288720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827982" y="493677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889894" y="4732020"/>
            <a:ext cx="301346" cy="20476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887514" y="4946303"/>
            <a:ext cx="227526" cy="20481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394830">
            <a:off x="10714118" y="4056250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201348">
            <a:off x="10459039" y="4055358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150393" y="31874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029785" y="4371254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70745" y="5283701"/>
            <a:ext cx="518799" cy="3417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05063" y="5708545"/>
            <a:ext cx="539776" cy="969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404912" y="5232091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51673" y="5709843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430061" y="5980053"/>
            <a:ext cx="215092" cy="5162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28169" y="6056194"/>
            <a:ext cx="250524" cy="405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484542" y="2300596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65538" y="494738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727450" y="4705350"/>
            <a:ext cx="315200" cy="24203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25070" y="4956909"/>
            <a:ext cx="215980" cy="10404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357904">
            <a:off x="10522462" y="4068126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507348">
            <a:off x="10292352" y="4064882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017043" y="31874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7861" y="4399830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54019" y="5252699"/>
            <a:ext cx="488124" cy="1268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04724" y="5646973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247750" y="5227329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10169515" y="5735569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210986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51980" y="6005513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351192" y="2300596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506788" y="5012470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568700" y="4892820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566320" y="5021997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19896545">
            <a:off x="10465312" y="4039550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693498">
            <a:off x="10232029" y="4075995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004344" y="318425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27833" y="4423985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41320" y="5249525"/>
            <a:ext cx="488124" cy="1268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92025" y="5643799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181366" y="5196693"/>
            <a:ext cx="450908" cy="16026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10052846" y="5695160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098274" y="5988051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39281" y="600233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338493" y="2297422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467419" y="498357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529331" y="4863928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526951" y="4993105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19542486">
            <a:off x="10462137" y="4050664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693498">
            <a:off x="10143128" y="4088694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915443" y="31969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96070" y="4427160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54784" y="5278891"/>
            <a:ext cx="492890" cy="6970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98348" y="5666023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073483" y="5226847"/>
            <a:ext cx="452436" cy="12382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963945" y="5707859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009373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431317" y="6029325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249592" y="2310121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40418" y="498103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68040" y="4874722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399950" y="4990564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19915931">
            <a:off x="10277985" y="4072888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480000">
            <a:off x="10105028" y="4093774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845593" y="31969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02059" y="5282409"/>
            <a:ext cx="519110" cy="158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43579" y="5627129"/>
            <a:ext cx="423122" cy="18441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067133" y="5226847"/>
            <a:ext cx="452436" cy="12382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957595" y="5707859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003023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45592" y="5937250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179742" y="2310121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89720" y="4427160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89618" y="498103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17240" y="4874722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412650" y="4990564"/>
            <a:ext cx="245825" cy="17198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155291">
            <a:off x="10239883" y="4117337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197793">
            <a:off x="10086101" y="4108061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798091" y="31969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10030745" y="5272881"/>
            <a:ext cx="517523" cy="3334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34165" y="5622368"/>
            <a:ext cx="423122" cy="18441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019631" y="5226847"/>
            <a:ext cx="452436" cy="12382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910093" y="5707859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955521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63311" y="5942012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132240" y="2310121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42218" y="4427160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42116" y="498103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69738" y="4943475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365148" y="4990564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466807">
            <a:off x="10135231" y="4112574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978515" y="5926773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21346891">
            <a:off x="9990852" y="4115682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683792" y="320457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914573" y="5233037"/>
            <a:ext cx="397196" cy="10953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76474" y="5649279"/>
            <a:ext cx="428628" cy="7620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9892569" y="5251990"/>
            <a:ext cx="447677" cy="9353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795794" y="5715480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841222" y="6008371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017941" y="2317742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80295" y="4415732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127817" y="498865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155439" y="4951096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250849" y="4998185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779850">
            <a:off x="9930442" y="4105910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0">
        <p:cut/>
      </p:transition>
    </mc:Choice>
    <mc:Fallback xmlns="">
      <p:transition advClick="0" advTm="0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829743" y="6008187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20903670">
            <a:off x="9970668" y="4206621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592170" y="3271698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822951" y="5300164"/>
            <a:ext cx="397196" cy="10953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59611" y="5741646"/>
            <a:ext cx="441961" cy="390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9800947" y="5319117"/>
            <a:ext cx="447677" cy="9353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76184" y="5772508"/>
            <a:ext cx="492438" cy="792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878188" y="6065973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945369" y="2346769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88673" y="4482859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036195" y="5055785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063817" y="5018223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159227" y="5065312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1176302">
            <a:off x="9791195" y="4182562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636522" y="6013177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20520000">
            <a:off x="9839359" y="4204945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437049" y="3286213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610681" y="5309921"/>
            <a:ext cx="397196" cy="10953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42577" y="5760925"/>
            <a:ext cx="451486" cy="2952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9629730" y="5367066"/>
            <a:ext cx="478157" cy="95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71071" y="5756068"/>
            <a:ext cx="473388" cy="840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756404" y="6042388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771198" y="2399384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25395" y="4505530"/>
            <a:ext cx="1233466" cy="4383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881074" y="5070300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908696" y="5032738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004106" y="5079827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>
            <a:off x="9570352" y="4173264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365060" y="5998890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19920000">
            <a:off x="9677432" y="4221136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265599" y="3305263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375093" y="5280035"/>
            <a:ext cx="395974" cy="11339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5400000">
            <a:off x="9294021" y="5731718"/>
            <a:ext cx="441281" cy="2376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77216" y="5324319"/>
            <a:ext cx="453666" cy="7052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92377" y="5701413"/>
            <a:ext cx="425083" cy="1354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701213" y="5994764"/>
            <a:ext cx="226455" cy="4408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599748" y="2418434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20494" y="4505643"/>
            <a:ext cx="1218499" cy="7626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623899" y="508458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651521" y="4986338"/>
            <a:ext cx="349729" cy="1115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746931" y="5094115"/>
            <a:ext cx="235269" cy="11129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309036">
            <a:off x="9302698" y="4173265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238060" y="6005240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19920000">
            <a:off x="9620283" y="4246536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189399" y="3330663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305134" y="5282411"/>
            <a:ext cx="392109" cy="155576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5400000">
            <a:off x="9186071" y="5738068"/>
            <a:ext cx="441281" cy="2376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42292" y="5308442"/>
            <a:ext cx="404450" cy="10386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80471" y="5668871"/>
            <a:ext cx="425086" cy="18787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707563" y="6001114"/>
            <a:ext cx="226455" cy="4408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523548" y="2443834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44294" y="4531043"/>
            <a:ext cx="1218499" cy="7626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547699" y="510998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575321" y="5011738"/>
            <a:ext cx="349729" cy="1115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670731" y="5119515"/>
            <a:ext cx="235269" cy="11129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561616">
            <a:off x="9182047" y="4205015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soportba foglalás 124"/>
          <p:cNvGrpSpPr/>
          <p:nvPr/>
        </p:nvGrpSpPr>
        <p:grpSpPr>
          <a:xfrm rot="19881695">
            <a:off x="9368232" y="4109150"/>
            <a:ext cx="203508" cy="871158"/>
            <a:chOff x="10303828" y="4150105"/>
            <a:chExt cx="203508" cy="871158"/>
          </a:xfrm>
        </p:grpSpPr>
        <p:grpSp>
          <p:nvGrpSpPr>
            <p:cNvPr id="8" name="Csoportba foglalás 142"/>
            <p:cNvGrpSpPr/>
            <p:nvPr/>
          </p:nvGrpSpPr>
          <p:grpSpPr>
            <a:xfrm>
              <a:off x="10303828" y="4511674"/>
              <a:ext cx="165736" cy="509589"/>
              <a:chOff x="10805478" y="4429124"/>
              <a:chExt cx="165736" cy="509589"/>
            </a:xfrm>
          </p:grpSpPr>
          <p:cxnSp>
            <p:nvCxnSpPr>
              <p:cNvPr id="128" name="Egyenes összekötő 127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70712" y="4758691"/>
                <a:ext cx="214788" cy="14525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9" name="Egyenes összekötő 12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63330" y="4597479"/>
                <a:ext cx="376239" cy="3952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0" name="Egyenes összekötő 129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9290" y="4831557"/>
                <a:ext cx="67310" cy="45243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Egyenes összekötő 126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91788" y="4330261"/>
              <a:ext cx="395704" cy="35392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1" name="Ellipszis 130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932941" y="326115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32" name="Egyenes összekötő 131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06534" y="4429406"/>
            <a:ext cx="1190949" cy="8929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3" name="Egyenes összekötő 132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9314706" y="5067491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4" name="Egyenes összekötő 133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9314706" y="5532292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5" name="Egyenes összekötő 134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98783" y="5298355"/>
            <a:ext cx="492576" cy="952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Egyenes összekötő 135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46297" y="5681968"/>
            <a:ext cx="473746" cy="9207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Egyenes összekötő 136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345881" y="5968054"/>
            <a:ext cx="225647" cy="7648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Egyenes összekötő 137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114069" y="6101345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" name="Csoportba foglalás 138"/>
          <p:cNvGrpSpPr/>
          <p:nvPr/>
        </p:nvGrpSpPr>
        <p:grpSpPr>
          <a:xfrm>
            <a:off x="8267090" y="2374322"/>
            <a:ext cx="1935331" cy="1472572"/>
            <a:chOff x="4290324" y="1112255"/>
            <a:chExt cx="1935331" cy="1472572"/>
          </a:xfrm>
        </p:grpSpPr>
        <p:sp>
          <p:nvSpPr>
            <p:cNvPr id="140" name="Téglalap 139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1" name="Téglalap 140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2" name="Téglalap 141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3" name="Téglalap 142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4" name="Ív 143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5" name="Ív 144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6" name="Ív 145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7" name="Ív 146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8" name="Ív 147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9" name="Ív 148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0" name="Ív 149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1" name="Ív 150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2" name="Ellipszis 151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3" name="Ellipszis 15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4" name="Ellipszis 153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5" name="Ellipszis 154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6" name="Ellipszis 155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7" name="Ellipszis 156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8" name="Ellipszis 157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9" name="Ellipszis 158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0" name="Ellipszis 159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1" name="Ellipszis 160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2" name="Ellipszis 161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3" name="Téglalap 162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4" name="Ellipszis 163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5" name="Ellipszis 164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6" name="Ív 165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2" name="Csoportba foglalás 166"/>
          <p:cNvGrpSpPr/>
          <p:nvPr/>
        </p:nvGrpSpPr>
        <p:grpSpPr>
          <a:xfrm>
            <a:off x="9090581" y="4060891"/>
            <a:ext cx="273039" cy="1015779"/>
            <a:chOff x="10752615" y="4092955"/>
            <a:chExt cx="273039" cy="1015779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4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" name="Csoportba foglalás 107"/>
            <p:cNvGrpSpPr/>
            <p:nvPr/>
          </p:nvGrpSpPr>
          <p:grpSpPr>
            <a:xfrm>
              <a:off x="10752615" y="4453888"/>
              <a:ext cx="230030" cy="654846"/>
              <a:chOff x="5226845" y="3171824"/>
              <a:chExt cx="230030" cy="654846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601" y="3590688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7325" y="3698081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33511" y="3338989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418876" y="497665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480788" y="4955227"/>
            <a:ext cx="346868" cy="2143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5" name="Egyenes összekötő 17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478408" y="4986185"/>
            <a:ext cx="190498" cy="15319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Csoportba foglalás 52"/>
          <p:cNvGrpSpPr/>
          <p:nvPr/>
        </p:nvGrpSpPr>
        <p:grpSpPr>
          <a:xfrm rot="-1380000">
            <a:off x="9168753" y="4093335"/>
            <a:ext cx="146232" cy="879819"/>
            <a:chOff x="10772811" y="4022082"/>
            <a:chExt cx="146232" cy="879819"/>
          </a:xfrm>
        </p:grpSpPr>
        <p:cxnSp>
          <p:nvCxnSpPr>
            <p:cNvPr id="54" name="Egyenes összekötő 5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7" name="Egyenes összekötő 56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8" name="Ellipszis 57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655751" y="322305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9" name="Egyenes összekötő 5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58" idx="4"/>
          </p:cNvCxnSpPr>
          <p:nvPr/>
        </p:nvCxnSpPr>
        <p:spPr>
          <a:xfrm rot="16200000" flipH="1">
            <a:off x="8557209" y="4384814"/>
            <a:ext cx="1252014" cy="17748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9136576" y="5067491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9136576" y="5532292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995477" y="5253679"/>
            <a:ext cx="463550" cy="6985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57043" y="5716894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981127" y="5968054"/>
            <a:ext cx="240821" cy="4844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Egyenes összekötő 6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935939" y="6101345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6" name="Csoportba foglalás 70"/>
          <p:cNvGrpSpPr/>
          <p:nvPr/>
        </p:nvGrpSpPr>
        <p:grpSpPr>
          <a:xfrm>
            <a:off x="7989900" y="2336222"/>
            <a:ext cx="1935331" cy="1472572"/>
            <a:chOff x="4290324" y="1112255"/>
            <a:chExt cx="1935331" cy="1472572"/>
          </a:xfrm>
        </p:grpSpPr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Téglalap 67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Téglalap 68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Téglalap 69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1" name="Ív 70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2" name="Ív 71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Ív 7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4" name="Ív 73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5" name="Ív 74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6" name="Ív 75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Ív 76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8" name="Ív 7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9" name="Ellipszis 78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Ellipszis 79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1" name="Ellipszis 80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2" name="Ellipszis 81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Ellipszis 82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Ellipszis 83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Ellipszis 84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Ellipszis 85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Ellipszis 86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Ellipszis 87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Ellipszis 88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Téglalap 89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Ellipszis 90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Ellipszis 91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94" name="Csoportba foglalás 139"/>
          <p:cNvGrpSpPr/>
          <p:nvPr/>
        </p:nvGrpSpPr>
        <p:grpSpPr>
          <a:xfrm rot="21540000">
            <a:off x="8889955" y="4098991"/>
            <a:ext cx="273445" cy="983403"/>
            <a:chOff x="10752209" y="4092956"/>
            <a:chExt cx="273445" cy="983403"/>
          </a:xfrm>
        </p:grpSpPr>
        <p:cxnSp>
          <p:nvCxnSpPr>
            <p:cNvPr id="95" name="Egyenes összekötő 94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97" name="Egyenes összekötő 9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8" name="Egyenes összekötő 97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9" name="Egyenes összekötő 9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0" name="Egyenes összekötő 9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240746" y="497665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Egyenes összekötő 10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302658" y="4857008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Egyenes összekötő 101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300278" y="4986185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soportba foglalás 62"/>
          <p:cNvGrpSpPr/>
          <p:nvPr/>
        </p:nvGrpSpPr>
        <p:grpSpPr>
          <a:xfrm rot="-600000">
            <a:off x="8992906" y="4086220"/>
            <a:ext cx="146232" cy="879819"/>
            <a:chOff x="10772811" y="4022082"/>
            <a:chExt cx="146232" cy="879819"/>
          </a:xfrm>
        </p:grpSpPr>
        <p:cxnSp>
          <p:nvCxnSpPr>
            <p:cNvPr id="104" name="Egyenes összekötő 10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Egyenes összekötő 10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" name="Egyenes összekötő 105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Egyenes összekötő 106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8" name="Ellipszis 107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584498" y="32230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108" idx="4"/>
          </p:cNvCxnSpPr>
          <p:nvPr/>
        </p:nvCxnSpPr>
        <p:spPr>
          <a:xfrm rot="16200000" flipH="1">
            <a:off x="8454190" y="4416579"/>
            <a:ext cx="1223213" cy="8515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8846906" y="5295559"/>
            <a:ext cx="504511" cy="5789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Egyenes összekötő 110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9084373" y="5532291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Egyenes összekötő 111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823929" y="5197198"/>
            <a:ext cx="438465" cy="1435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Egyenes összekötő 112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717733" y="5689553"/>
            <a:ext cx="485682" cy="2228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Egyenes összekötő 113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732074" y="5968054"/>
            <a:ext cx="251934" cy="6114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5" name="Egyenes összekötő 11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898024" y="6106107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" name="Csoportba foglalás 70"/>
          <p:cNvGrpSpPr/>
          <p:nvPr/>
        </p:nvGrpSpPr>
        <p:grpSpPr>
          <a:xfrm>
            <a:off x="7918647" y="2336221"/>
            <a:ext cx="1935331" cy="1472572"/>
            <a:chOff x="4290324" y="1112255"/>
            <a:chExt cx="1935331" cy="1472572"/>
          </a:xfrm>
        </p:grpSpPr>
        <p:sp>
          <p:nvSpPr>
            <p:cNvPr id="117" name="Téglalap 116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Téglalap 117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Téglalap 118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Téglalap 119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Ív 123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Ív 124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Ív 125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9" name="Ív 138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Ív 166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9" name="Ellipszis 168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Ellipszis 175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Ellipszis 176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Ellipszis 177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9" name="Ellipszis 178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0" name="Ellipszis 179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Ellipszis 180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Ellipszis 18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Ellipszis 182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Ellipszis 183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5" name="Ellipszis 184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Téglalap 185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Ív 188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190" name="Egyenes összekötő 18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070433" y="498427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1" name="Egyenes összekötő 19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132345" y="4779521"/>
            <a:ext cx="301346" cy="20476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2" name="Egyenes összekötő 191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129965" y="4993804"/>
            <a:ext cx="227526" cy="20481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" name="Csoportba foglalás 139"/>
          <p:cNvGrpSpPr/>
          <p:nvPr/>
        </p:nvGrpSpPr>
        <p:grpSpPr>
          <a:xfrm rot="21060000">
            <a:off x="8849688" y="4127500"/>
            <a:ext cx="273445" cy="983403"/>
            <a:chOff x="10752209" y="4092956"/>
            <a:chExt cx="273445" cy="983403"/>
          </a:xfrm>
        </p:grpSpPr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6" name="Egyenes összekötő 195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7" name="Egyenes összekötő 196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8" name="Egyenes összekötő 197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Csoportba foglalás 62"/>
          <p:cNvGrpSpPr/>
          <p:nvPr/>
        </p:nvGrpSpPr>
        <p:grpSpPr>
          <a:xfrm rot="201348">
            <a:off x="8618365" y="4102860"/>
            <a:ext cx="146232" cy="879819"/>
            <a:chOff x="10772811" y="4022082"/>
            <a:chExt cx="146232" cy="879819"/>
          </a:xfrm>
        </p:grpSpPr>
        <p:cxnSp>
          <p:nvCxnSpPr>
            <p:cNvPr id="53" name="Egyenes összekötő 52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Egyenes összekötő 53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Ellipszis 56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309719" y="3234927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8" name="Egyenes összekötő 57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  <a:stCxn id="57" idx="4"/>
          </p:cNvCxnSpPr>
          <p:nvPr/>
        </p:nvCxnSpPr>
        <p:spPr>
          <a:xfrm rot="16200000" flipH="1">
            <a:off x="8189111" y="4418756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Egyenes összekötő 58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30071" y="5331203"/>
            <a:ext cx="518799" cy="3417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4389" y="5756047"/>
            <a:ext cx="539776" cy="969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564238" y="5279593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10999" y="5757345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589387" y="6027555"/>
            <a:ext cx="215092" cy="5162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787495" y="6103696"/>
            <a:ext cx="250524" cy="405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5" name="Csoportba foglalás 70"/>
          <p:cNvGrpSpPr/>
          <p:nvPr/>
        </p:nvGrpSpPr>
        <p:grpSpPr>
          <a:xfrm>
            <a:off x="7643868" y="2348098"/>
            <a:ext cx="1935331" cy="1472572"/>
            <a:chOff x="4290324" y="1112255"/>
            <a:chExt cx="1935331" cy="1472572"/>
          </a:xfrm>
        </p:grpSpPr>
        <p:sp>
          <p:nvSpPr>
            <p:cNvPr id="66" name="Téglalap 65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Téglalap 67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Téglalap 68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1" name="Ív 70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2" name="Ív 7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Ív 72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4" name="Ív 73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5" name="Ív 74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6" name="Ív 75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Ív 76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8" name="Ellipszis 77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9" name="Ellipszis 78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Ellipszis 79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1" name="Ellipszis 80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2" name="Ellipszis 81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Ellipszis 82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Ellipszis 83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Ellipszis 84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Ellipszis 85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Ellipszis 86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Ellipszis 87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Téglalap 88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Ellipszis 89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Ellipszis 90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3" name="Egyenes összekötő 92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824864" y="4994884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4" name="Egyenes összekötő 93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886776" y="4752852"/>
            <a:ext cx="315200" cy="24203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Egyenes összekötő 94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884396" y="5004411"/>
            <a:ext cx="215980" cy="10404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6" name="Csoportba foglalás 139"/>
          <p:cNvGrpSpPr/>
          <p:nvPr/>
        </p:nvGrpSpPr>
        <p:grpSpPr>
          <a:xfrm rot="20357904">
            <a:off x="8681788" y="4115628"/>
            <a:ext cx="273445" cy="983403"/>
            <a:chOff x="10752209" y="4092956"/>
            <a:chExt cx="273445" cy="983403"/>
          </a:xfrm>
        </p:grpSpPr>
        <p:cxnSp>
          <p:nvCxnSpPr>
            <p:cNvPr id="97" name="Egyenes összekötő 96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8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99" name="Egyenes összekötő 98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0" name="Egyenes összekötő 99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1" name="Egyenes összekötő 100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Csoportba foglalás 62"/>
          <p:cNvGrpSpPr/>
          <p:nvPr/>
        </p:nvGrpSpPr>
        <p:grpSpPr>
          <a:xfrm rot="507348">
            <a:off x="8397122" y="4143308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093239" y="324680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44057" y="4459206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30215" y="5312075"/>
            <a:ext cx="488124" cy="1268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0920" y="5706349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323946" y="5286705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245711" y="579494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287182" y="606012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728176" y="60648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1" name="Csoportba foglalás 70"/>
          <p:cNvGrpSpPr/>
          <p:nvPr/>
        </p:nvGrpSpPr>
        <p:grpSpPr>
          <a:xfrm>
            <a:off x="7427388" y="2359972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582984" y="507184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644896" y="495219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642516" y="508137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2" name="Csoportba foglalás 139"/>
          <p:cNvGrpSpPr/>
          <p:nvPr/>
        </p:nvGrpSpPr>
        <p:grpSpPr>
          <a:xfrm rot="20244305">
            <a:off x="8493884" y="4156077"/>
            <a:ext cx="273445" cy="983403"/>
            <a:chOff x="10752209" y="4092956"/>
            <a:chExt cx="273445" cy="983403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4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139"/>
          <p:cNvGrpSpPr/>
          <p:nvPr/>
        </p:nvGrpSpPr>
        <p:grpSpPr>
          <a:xfrm rot="20819094">
            <a:off x="8255758" y="4203704"/>
            <a:ext cx="273445" cy="983403"/>
            <a:chOff x="10752209" y="4092956"/>
            <a:chExt cx="273445" cy="983403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424956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70"/>
          <p:cNvGrpSpPr/>
          <p:nvPr/>
        </p:nvGrpSpPr>
        <p:grpSpPr>
          <a:xfrm rot="21498461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21436450">
            <a:off x="8160507" y="4146554"/>
            <a:ext cx="273445" cy="983403"/>
            <a:chOff x="10752209" y="4092956"/>
            <a:chExt cx="273445" cy="983403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499356">
            <a:off x="7973725" y="4129445"/>
            <a:ext cx="398051" cy="710956"/>
            <a:chOff x="10627602" y="4092957"/>
            <a:chExt cx="398051" cy="710956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3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1683433">
            <a:off x="7881651" y="4048481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98121" y="4159183"/>
            <a:ext cx="96009" cy="917643"/>
            <a:chOff x="10823034" y="4022082"/>
            <a:chExt cx="96009" cy="917643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37698" y="4769284"/>
              <a:ext cx="258694" cy="82187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3034" y="4815794"/>
              <a:ext cx="71972" cy="2153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2845201">
            <a:off x="7851487" y="4019906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333840" y="4159183"/>
            <a:ext cx="81498" cy="927166"/>
            <a:chOff x="10858753" y="4022082"/>
            <a:chExt cx="81498" cy="927166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59129" y="4800239"/>
              <a:ext cx="268219" cy="29800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58753" y="4818175"/>
              <a:ext cx="81498" cy="725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3552545">
            <a:off x="7837199" y="3900844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5610350">
            <a:off x="7892446" y="3759873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6943540">
            <a:off x="7997221" y="3683673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139"/>
          <p:cNvGrpSpPr/>
          <p:nvPr/>
        </p:nvGrpSpPr>
        <p:grpSpPr>
          <a:xfrm rot="7985933">
            <a:off x="8106759" y="3593185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92928" y="4159183"/>
            <a:ext cx="101202" cy="914737"/>
            <a:chOff x="10817841" y="4022082"/>
            <a:chExt cx="101202" cy="914737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>
            <a:off x="8420349" y="5150491"/>
            <a:ext cx="25192" cy="51768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8438011" y="5567420"/>
            <a:ext cx="129552" cy="5101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61530" y="6063102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4" name="Csoportba foglalás 139"/>
          <p:cNvGrpSpPr/>
          <p:nvPr/>
        </p:nvGrpSpPr>
        <p:grpSpPr>
          <a:xfrm rot="7985933">
            <a:off x="8106759" y="3593185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2481ED37-C177-475C-B61A-05190783D11B}"/>
              </a:ext>
            </a:extLst>
          </p:cNvPr>
          <p:cNvCxnSpPr>
            <a:cxnSpLocks/>
          </p:cNvCxnSpPr>
          <p:nvPr/>
        </p:nvCxnSpPr>
        <p:spPr>
          <a:xfrm>
            <a:off x="8055376" y="3363303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89FBBF99-1CBB-4CF3-A58D-D284993A8F8B}"/>
              </a:ext>
            </a:extLst>
          </p:cNvPr>
          <p:cNvCxnSpPr>
            <a:cxnSpLocks/>
          </p:cNvCxnSpPr>
          <p:nvPr/>
        </p:nvCxnSpPr>
        <p:spPr>
          <a:xfrm>
            <a:off x="8430474" y="3810259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5E5EC263-E967-4CE9-8B36-211CC66296C7}"/>
              </a:ext>
            </a:extLst>
          </p:cNvPr>
          <p:cNvCxnSpPr>
            <a:cxnSpLocks/>
          </p:cNvCxnSpPr>
          <p:nvPr/>
        </p:nvCxnSpPr>
        <p:spPr>
          <a:xfrm>
            <a:off x="8147505" y="440100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92928" y="4159183"/>
            <a:ext cx="101202" cy="914737"/>
            <a:chOff x="10817841" y="4022082"/>
            <a:chExt cx="101202" cy="914737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>
            <a:off x="8420349" y="5150491"/>
            <a:ext cx="25192" cy="51768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8438011" y="5567420"/>
            <a:ext cx="129552" cy="5101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61530" y="6063102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4" name="Csoportba foglalás 139"/>
          <p:cNvGrpSpPr/>
          <p:nvPr/>
        </p:nvGrpSpPr>
        <p:grpSpPr>
          <a:xfrm rot="7985933">
            <a:off x="8106759" y="3593185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2481ED37-C177-475C-B61A-05190783D11B}"/>
              </a:ext>
            </a:extLst>
          </p:cNvPr>
          <p:cNvCxnSpPr>
            <a:cxnSpLocks/>
          </p:cNvCxnSpPr>
          <p:nvPr/>
        </p:nvCxnSpPr>
        <p:spPr>
          <a:xfrm>
            <a:off x="8055376" y="3363303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89FBBF99-1CBB-4CF3-A58D-D284993A8F8B}"/>
              </a:ext>
            </a:extLst>
          </p:cNvPr>
          <p:cNvCxnSpPr>
            <a:cxnSpLocks/>
          </p:cNvCxnSpPr>
          <p:nvPr/>
        </p:nvCxnSpPr>
        <p:spPr>
          <a:xfrm>
            <a:off x="8430474" y="3810259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5E5EC263-E967-4CE9-8B36-211CC66296C7}"/>
              </a:ext>
            </a:extLst>
          </p:cNvPr>
          <p:cNvCxnSpPr>
            <a:cxnSpLocks/>
          </p:cNvCxnSpPr>
          <p:nvPr/>
        </p:nvCxnSpPr>
        <p:spPr>
          <a:xfrm>
            <a:off x="8147505" y="440100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gyenes összekötő 54">
            <a:extLst>
              <a:ext uri="{FF2B5EF4-FFF2-40B4-BE49-F238E27FC236}">
                <a16:creationId xmlns:a16="http://schemas.microsoft.com/office/drawing/2014/main" id="{7344CA29-B2CB-4BD8-B5B6-FAF1579DACA0}"/>
              </a:ext>
            </a:extLst>
          </p:cNvPr>
          <p:cNvCxnSpPr>
            <a:cxnSpLocks/>
          </p:cNvCxnSpPr>
          <p:nvPr/>
        </p:nvCxnSpPr>
        <p:spPr>
          <a:xfrm flipH="1">
            <a:off x="8242668" y="3654495"/>
            <a:ext cx="2862" cy="5046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CECFCD49-8D45-427E-AF68-B06750B5870F}"/>
              </a:ext>
            </a:extLst>
          </p:cNvPr>
          <p:cNvCxnSpPr>
            <a:cxnSpLocks/>
          </p:cNvCxnSpPr>
          <p:nvPr/>
        </p:nvCxnSpPr>
        <p:spPr>
          <a:xfrm>
            <a:off x="8461539" y="4900950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gyenes összekötő 57">
            <a:extLst>
              <a:ext uri="{FF2B5EF4-FFF2-40B4-BE49-F238E27FC236}">
                <a16:creationId xmlns:a16="http://schemas.microsoft.com/office/drawing/2014/main" id="{8078D66C-0F54-41C3-9D57-8B792BF9B3DC}"/>
              </a:ext>
            </a:extLst>
          </p:cNvPr>
          <p:cNvCxnSpPr>
            <a:cxnSpLocks/>
          </p:cNvCxnSpPr>
          <p:nvPr/>
        </p:nvCxnSpPr>
        <p:spPr>
          <a:xfrm>
            <a:off x="8786965" y="4159183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gyenes összekötő 58">
            <a:extLst>
              <a:ext uri="{FF2B5EF4-FFF2-40B4-BE49-F238E27FC236}">
                <a16:creationId xmlns:a16="http://schemas.microsoft.com/office/drawing/2014/main" id="{E925BE48-C8C6-4AED-A030-20FA9B40589E}"/>
              </a:ext>
            </a:extLst>
          </p:cNvPr>
          <p:cNvCxnSpPr>
            <a:cxnSpLocks/>
          </p:cNvCxnSpPr>
          <p:nvPr/>
        </p:nvCxnSpPr>
        <p:spPr>
          <a:xfrm>
            <a:off x="8114024" y="5455960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:a16="http://schemas.microsoft.com/office/drawing/2014/main" id="{86E297D7-C8E2-4633-8703-3036C411D5BC}"/>
              </a:ext>
            </a:extLst>
          </p:cNvPr>
          <p:cNvCxnSpPr>
            <a:cxnSpLocks/>
          </p:cNvCxnSpPr>
          <p:nvPr/>
        </p:nvCxnSpPr>
        <p:spPr>
          <a:xfrm>
            <a:off x="8303206" y="515760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:a16="http://schemas.microsoft.com/office/drawing/2014/main" id="{01BC8C0E-A9C8-4115-9843-A3F376230DE0}"/>
              </a:ext>
            </a:extLst>
          </p:cNvPr>
          <p:cNvCxnSpPr>
            <a:cxnSpLocks/>
          </p:cNvCxnSpPr>
          <p:nvPr/>
        </p:nvCxnSpPr>
        <p:spPr>
          <a:xfrm>
            <a:off x="8699499" y="5472400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:a16="http://schemas.microsoft.com/office/drawing/2014/main" id="{F3750794-B2C1-4214-BC65-10FCB37FC01D}"/>
              </a:ext>
            </a:extLst>
          </p:cNvPr>
          <p:cNvCxnSpPr>
            <a:cxnSpLocks/>
          </p:cNvCxnSpPr>
          <p:nvPr/>
        </p:nvCxnSpPr>
        <p:spPr>
          <a:xfrm>
            <a:off x="9021647" y="318863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37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Egyenes összekötő 65">
            <a:extLst>
              <a:ext uri="{FF2B5EF4-FFF2-40B4-BE49-F238E27FC236}">
                <a16:creationId xmlns:a16="http://schemas.microsoft.com/office/drawing/2014/main" id="{2A79A0FA-4B8D-4F24-924E-D73E90519DF4}"/>
              </a:ext>
            </a:extLst>
          </p:cNvPr>
          <p:cNvCxnSpPr>
            <a:cxnSpLocks/>
          </p:cNvCxnSpPr>
          <p:nvPr/>
        </p:nvCxnSpPr>
        <p:spPr>
          <a:xfrm>
            <a:off x="8264926" y="3553803"/>
            <a:ext cx="0" cy="10086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gyenes összekötő 66">
            <a:extLst>
              <a:ext uri="{FF2B5EF4-FFF2-40B4-BE49-F238E27FC236}">
                <a16:creationId xmlns:a16="http://schemas.microsoft.com/office/drawing/2014/main" id="{798C326B-3B0B-4E18-AEF9-F9FA6E0A14AB}"/>
              </a:ext>
            </a:extLst>
          </p:cNvPr>
          <p:cNvCxnSpPr>
            <a:cxnSpLocks/>
          </p:cNvCxnSpPr>
          <p:nvPr/>
        </p:nvCxnSpPr>
        <p:spPr>
          <a:xfrm>
            <a:off x="8093476" y="3242989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gyenes összekötő 67">
            <a:extLst>
              <a:ext uri="{FF2B5EF4-FFF2-40B4-BE49-F238E27FC236}">
                <a16:creationId xmlns:a16="http://schemas.microsoft.com/office/drawing/2014/main" id="{C270ADEA-9EEC-4743-AD93-6D98E557C684}"/>
              </a:ext>
            </a:extLst>
          </p:cNvPr>
          <p:cNvCxnSpPr>
            <a:cxnSpLocks/>
          </p:cNvCxnSpPr>
          <p:nvPr/>
        </p:nvCxnSpPr>
        <p:spPr>
          <a:xfrm>
            <a:off x="8674501" y="2831658"/>
            <a:ext cx="0" cy="14442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gyenes összekötő 68">
            <a:extLst>
              <a:ext uri="{FF2B5EF4-FFF2-40B4-BE49-F238E27FC236}">
                <a16:creationId xmlns:a16="http://schemas.microsoft.com/office/drawing/2014/main" id="{00050113-9661-4427-8C42-B7A1727D6024}"/>
              </a:ext>
            </a:extLst>
          </p:cNvPr>
          <p:cNvCxnSpPr>
            <a:cxnSpLocks/>
          </p:cNvCxnSpPr>
          <p:nvPr/>
        </p:nvCxnSpPr>
        <p:spPr>
          <a:xfrm>
            <a:off x="8579251" y="4677753"/>
            <a:ext cx="0" cy="8086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3F81C10F-90F7-4FCE-855A-73E9CAAA9A31}"/>
              </a:ext>
            </a:extLst>
          </p:cNvPr>
          <p:cNvCxnSpPr>
            <a:cxnSpLocks/>
          </p:cNvCxnSpPr>
          <p:nvPr/>
        </p:nvCxnSpPr>
        <p:spPr>
          <a:xfrm>
            <a:off x="8093476" y="4562475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35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61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217051" y="2841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ED9B4F4A-747D-4A33-8AB6-BB4DEC9D4FCB}"/>
              </a:ext>
            </a:extLst>
          </p:cNvPr>
          <p:cNvCxnSpPr>
            <a:cxnSpLocks/>
          </p:cNvCxnSpPr>
          <p:nvPr/>
        </p:nvCxnSpPr>
        <p:spPr>
          <a:xfrm>
            <a:off x="6121801" y="4687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60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217051" y="2841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ED9B4F4A-747D-4A33-8AB6-BB4DEC9D4FCB}"/>
              </a:ext>
            </a:extLst>
          </p:cNvPr>
          <p:cNvCxnSpPr>
            <a:cxnSpLocks/>
          </p:cNvCxnSpPr>
          <p:nvPr/>
        </p:nvCxnSpPr>
        <p:spPr>
          <a:xfrm>
            <a:off x="6121801" y="4687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EEEB2C86-CBE0-4494-9DCA-C57EB919B990}"/>
              </a:ext>
            </a:extLst>
          </p:cNvPr>
          <p:cNvCxnSpPr>
            <a:cxnSpLocks/>
          </p:cNvCxnSpPr>
          <p:nvPr/>
        </p:nvCxnSpPr>
        <p:spPr>
          <a:xfrm>
            <a:off x="5445526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7E6070B0-1E5B-4D33-B8E7-490809A514D5}"/>
              </a:ext>
            </a:extLst>
          </p:cNvPr>
          <p:cNvCxnSpPr>
            <a:cxnSpLocks/>
          </p:cNvCxnSpPr>
          <p:nvPr/>
        </p:nvCxnSpPr>
        <p:spPr>
          <a:xfrm>
            <a:off x="5274076" y="3576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9E5DB274-7027-4D32-98B5-A4822B2C2FE4}"/>
              </a:ext>
            </a:extLst>
          </p:cNvPr>
          <p:cNvCxnSpPr>
            <a:cxnSpLocks/>
          </p:cNvCxnSpPr>
          <p:nvPr/>
        </p:nvCxnSpPr>
        <p:spPr>
          <a:xfrm>
            <a:off x="5855101" y="3165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B0492CC4-2D78-4438-9798-A1015716BE41}"/>
              </a:ext>
            </a:extLst>
          </p:cNvPr>
          <p:cNvCxnSpPr>
            <a:cxnSpLocks/>
          </p:cNvCxnSpPr>
          <p:nvPr/>
        </p:nvCxnSpPr>
        <p:spPr>
          <a:xfrm>
            <a:off x="5759851" y="5011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21046F0B-E016-444E-85C1-E3774FBC3140}"/>
              </a:ext>
            </a:extLst>
          </p:cNvPr>
          <p:cNvCxnSpPr>
            <a:cxnSpLocks/>
          </p:cNvCxnSpPr>
          <p:nvPr/>
        </p:nvCxnSpPr>
        <p:spPr>
          <a:xfrm>
            <a:off x="5274076" y="4896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33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27836" y="3773528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>
            <a:off x="5759851" y="3597433"/>
            <a:ext cx="0" cy="81143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38212" y="3411223"/>
            <a:ext cx="310282" cy="510219"/>
            <a:chOff x="10627602" y="4092956"/>
            <a:chExt cx="398052" cy="710957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217051" y="2841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ED9B4F4A-747D-4A33-8AB6-BB4DEC9D4FCB}"/>
              </a:ext>
            </a:extLst>
          </p:cNvPr>
          <p:cNvCxnSpPr>
            <a:cxnSpLocks/>
          </p:cNvCxnSpPr>
          <p:nvPr/>
        </p:nvCxnSpPr>
        <p:spPr>
          <a:xfrm>
            <a:off x="6121801" y="4687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EEEB2C86-CBE0-4494-9DCA-C57EB919B990}"/>
              </a:ext>
            </a:extLst>
          </p:cNvPr>
          <p:cNvCxnSpPr>
            <a:cxnSpLocks/>
          </p:cNvCxnSpPr>
          <p:nvPr/>
        </p:nvCxnSpPr>
        <p:spPr>
          <a:xfrm>
            <a:off x="5445526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7E6070B0-1E5B-4D33-B8E7-490809A514D5}"/>
              </a:ext>
            </a:extLst>
          </p:cNvPr>
          <p:cNvCxnSpPr>
            <a:cxnSpLocks/>
          </p:cNvCxnSpPr>
          <p:nvPr/>
        </p:nvCxnSpPr>
        <p:spPr>
          <a:xfrm>
            <a:off x="5274076" y="3576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9E5DB274-7027-4D32-98B5-A4822B2C2FE4}"/>
              </a:ext>
            </a:extLst>
          </p:cNvPr>
          <p:cNvCxnSpPr>
            <a:cxnSpLocks/>
          </p:cNvCxnSpPr>
          <p:nvPr/>
        </p:nvCxnSpPr>
        <p:spPr>
          <a:xfrm>
            <a:off x="5855101" y="3165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B0492CC4-2D78-4438-9798-A1015716BE41}"/>
              </a:ext>
            </a:extLst>
          </p:cNvPr>
          <p:cNvCxnSpPr>
            <a:cxnSpLocks/>
          </p:cNvCxnSpPr>
          <p:nvPr/>
        </p:nvCxnSpPr>
        <p:spPr>
          <a:xfrm>
            <a:off x="5759851" y="5011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21046F0B-E016-444E-85C1-E3774FBC3140}"/>
              </a:ext>
            </a:extLst>
          </p:cNvPr>
          <p:cNvCxnSpPr>
            <a:cxnSpLocks/>
          </p:cNvCxnSpPr>
          <p:nvPr/>
        </p:nvCxnSpPr>
        <p:spPr>
          <a:xfrm>
            <a:off x="5274076" y="4896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9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27836" y="3773528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>
            <a:off x="5759851" y="3597433"/>
            <a:ext cx="0" cy="81143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38212" y="3411223"/>
            <a:ext cx="310282" cy="510219"/>
            <a:chOff x="10627602" y="4092956"/>
            <a:chExt cx="398052" cy="710957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078185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EEEB2C86-CBE0-4494-9DCA-C57EB919B990}"/>
              </a:ext>
            </a:extLst>
          </p:cNvPr>
          <p:cNvCxnSpPr>
            <a:cxnSpLocks/>
          </p:cNvCxnSpPr>
          <p:nvPr/>
        </p:nvCxnSpPr>
        <p:spPr>
          <a:xfrm>
            <a:off x="5445526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25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27836" y="3773528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>
            <a:off x="5759851" y="3597433"/>
            <a:ext cx="0" cy="81143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38212" y="3411223"/>
            <a:ext cx="310282" cy="510219"/>
            <a:chOff x="10627602" y="4092956"/>
            <a:chExt cx="398052" cy="710957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74168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31749" y="3851844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29672" y="3391484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50273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3952" y="3792679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125765">
            <a:off x="5464257" y="3373159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7437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5587541">
            <a:off x="5408773" y="3443171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69283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91089">
            <a:off x="5375529" y="3544903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4325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91089">
            <a:off x="5375529" y="3544903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42226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570792">
            <a:off x="5387635" y="3608659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02877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965971">
            <a:off x="5410802" y="3622423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55288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449122">
            <a:off x="5401560" y="3673940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9426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881802">
            <a:off x="5439895" y="3698632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37516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425772">
            <a:off x="5456819" y="3765079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84893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936435">
            <a:off x="5488381" y="3809152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80532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7201">
            <a:off x="5547302" y="3824868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01044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304227">
            <a:off x="5578868" y="3837030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10873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429216">
            <a:off x="5627415" y="3791203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51050" y="4479455"/>
            <a:ext cx="18979" cy="36006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39480" y="4832354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57737" y="4466116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48741" y="483661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01164" y="5200600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683327" y="5184798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51518"/>
            <a:ext cx="211029" cy="6925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16425" cy="4461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837840">
            <a:off x="5618375" y="3807044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50386" y="289415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011064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613542">
            <a:off x="5605170" y="3806057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23099" y="4479455"/>
            <a:ext cx="46931" cy="358166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04087" y="4824480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97944" y="4466116"/>
            <a:ext cx="5755" cy="39020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792345" y="4836485"/>
            <a:ext cx="46655" cy="34454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16340" y="5171671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9237" y="5181028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601565">
            <a:off x="5616723" y="3810595"/>
            <a:ext cx="247053" cy="628166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21552" y="2921773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012154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797922">
            <a:off x="5198587" y="3191996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647856">
            <a:off x="5595463" y="3804349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23704" y="4473008"/>
            <a:ext cx="25853" cy="34853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12202" y="4811493"/>
            <a:ext cx="33179" cy="33400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94756" y="4476347"/>
            <a:ext cx="37533" cy="39790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5235" y="4827128"/>
            <a:ext cx="46655" cy="34454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53028" y="5163548"/>
            <a:ext cx="132280" cy="5504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69961" y="5175432"/>
            <a:ext cx="142462" cy="7861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515829">
            <a:off x="5682273" y="3801588"/>
            <a:ext cx="200411" cy="667923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28042" y="2926041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90588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911115">
            <a:off x="5576055" y="3790341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40822" y="3183933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04973" y="4460273"/>
            <a:ext cx="49668" cy="354047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93008" y="4806017"/>
            <a:ext cx="5313" cy="33400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2777" y="4466187"/>
            <a:ext cx="53764" cy="39156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6352" y="4814320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15261" y="5138760"/>
            <a:ext cx="104372" cy="491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827520" y="5145928"/>
            <a:ext cx="75817" cy="9145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76359"/>
            <a:ext cx="148677" cy="444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16425" cy="8001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867439">
            <a:off x="5712680" y="3809228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28042" y="2926041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3449982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579553" y="3330306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568933" y="3311246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1232008">
            <a:off x="5553666" y="3784531"/>
            <a:ext cx="109393" cy="686666"/>
            <a:chOff x="10817841" y="4022081"/>
            <a:chExt cx="101202" cy="914738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7"/>
              <a:ext cx="416570" cy="1138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40822" y="3183933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71696" y="4460273"/>
            <a:ext cx="82945" cy="34574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6383" y="4777442"/>
            <a:ext cx="5313" cy="334003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6637" y="4451700"/>
            <a:ext cx="70019" cy="37448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6352" y="4814320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03135" y="5127794"/>
            <a:ext cx="104372" cy="491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827520" y="5145928"/>
            <a:ext cx="75817" cy="9145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67995"/>
            <a:ext cx="122801" cy="5277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26527" cy="7366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8737" y="271337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529681">
            <a:off x="5726806" y="3815787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607376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:a16="http://schemas.microsoft.com/office/drawing/2014/main" id="{F03A8068-B575-4A88-819D-F4BB6CB73F73}"/>
              </a:ext>
            </a:extLst>
          </p:cNvPr>
          <p:cNvSpPr/>
          <p:nvPr/>
        </p:nvSpPr>
        <p:spPr>
          <a:xfrm rot="6622197">
            <a:off x="5595094" y="3296884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EBF6493A-887E-413B-ADAC-119B231DE0F4}"/>
              </a:ext>
            </a:extLst>
          </p:cNvPr>
          <p:cNvSpPr/>
          <p:nvPr/>
        </p:nvSpPr>
        <p:spPr>
          <a:xfrm rot="5400000">
            <a:off x="5584474" y="3277824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550742" y="33342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540122" y="33151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1568343">
            <a:off x="5548333" y="3756974"/>
            <a:ext cx="94754" cy="685608"/>
            <a:chOff x="10841265" y="4022081"/>
            <a:chExt cx="87660" cy="913328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rot="20367992" flipH="1">
              <a:off x="10841265" y="4701415"/>
              <a:ext cx="87660" cy="233994"/>
            </a:xfrm>
            <a:prstGeom prst="line">
              <a:avLst/>
            </a:prstGeom>
            <a:ln w="76200">
              <a:solidFill>
                <a:srgbClr val="F6C09C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rgbClr val="F6C09C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 rot="20367992">
              <a:off x="10852938" y="4786735"/>
              <a:ext cx="73628" cy="45739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7"/>
              <a:ext cx="416570" cy="1138"/>
            </a:xfrm>
            <a:prstGeom prst="line">
              <a:avLst/>
            </a:prstGeom>
            <a:ln w="76200">
              <a:solidFill>
                <a:srgbClr val="DF661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40822" y="3183933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71696" y="4460273"/>
            <a:ext cx="82945" cy="345744"/>
          </a:xfrm>
          <a:prstGeom prst="line">
            <a:avLst/>
          </a:prstGeom>
          <a:ln w="76200">
            <a:solidFill>
              <a:srgbClr val="DF6613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6383" y="4777442"/>
            <a:ext cx="5313" cy="334003"/>
          </a:xfrm>
          <a:prstGeom prst="line">
            <a:avLst/>
          </a:prstGeom>
          <a:ln w="76200">
            <a:solidFill>
              <a:srgbClr val="DF6613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6637" y="4451700"/>
            <a:ext cx="70019" cy="37448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6352" y="4814320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03135" y="5127794"/>
            <a:ext cx="104372" cy="491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827520" y="5145928"/>
            <a:ext cx="75817" cy="9145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84675"/>
            <a:ext cx="112536" cy="3609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19908" cy="4552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8737" y="271337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46641">
            <a:off x="5742242" y="3808404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3943526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96837" y="3346402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86217" y="3327342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222094">
            <a:off x="5740907" y="3830221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1239093">
            <a:off x="5568601" y="3822625"/>
            <a:ext cx="115710" cy="607791"/>
            <a:chOff x="10843019" y="4061431"/>
            <a:chExt cx="107044" cy="809666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rot="20716121" flipH="1">
              <a:off x="10867484" y="4584192"/>
              <a:ext cx="40756" cy="286905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20360907" flipH="1">
              <a:off x="10843019" y="4382902"/>
              <a:ext cx="106995" cy="366327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 rot="20716121">
              <a:off x="10856129" y="4742107"/>
              <a:ext cx="66319" cy="3107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20360907" flipH="1">
              <a:off x="10872779" y="4061431"/>
              <a:ext cx="77284" cy="290820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98714" y="3406411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8385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420766"/>
            <a:ext cx="0" cy="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5321" y="4420766"/>
            <a:ext cx="231215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37402" y="3858692"/>
            <a:ext cx="227341" cy="591496"/>
            <a:chOff x="10750462" y="4092956"/>
            <a:chExt cx="275192" cy="78130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4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65757" y="3865110"/>
            <a:ext cx="227341" cy="590840"/>
            <a:chOff x="10750462" y="4092956"/>
            <a:chExt cx="275192" cy="780433"/>
          </a:xfrm>
        </p:grpSpPr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9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150" name="Egyenes összekötő 149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1" name="Egyenes összekötő 150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2" name="Egyenes összekötő 151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2040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701702" y="4420770"/>
            <a:ext cx="89099" cy="5959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171" y="4420766"/>
            <a:ext cx="206884" cy="5959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41678" y="3824242"/>
            <a:ext cx="112843" cy="595153"/>
            <a:chOff x="10889059" y="4092956"/>
            <a:chExt cx="136595" cy="7861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46" name="Csoportba foglalás 139">
            <a:extLst>
              <a:ext uri="{FF2B5EF4-FFF2-40B4-BE49-F238E27FC236}">
                <a16:creationId xmlns:a16="http://schemas.microsoft.com/office/drawing/2014/main" id="{C8738E6E-D503-44C7-9158-5AA355C1F95F}"/>
              </a:ext>
            </a:extLst>
          </p:cNvPr>
          <p:cNvGrpSpPr/>
          <p:nvPr/>
        </p:nvGrpSpPr>
        <p:grpSpPr>
          <a:xfrm rot="2194918" flipH="1">
            <a:off x="5574438" y="3831292"/>
            <a:ext cx="112843" cy="595153"/>
            <a:chOff x="10889059" y="4092956"/>
            <a:chExt cx="136595" cy="786130"/>
          </a:xfrm>
        </p:grpSpPr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5B8A0433-6964-4D1A-B27D-EB59DCF16E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8" name="Csoportba foglalás 107">
              <a:extLst>
                <a:ext uri="{FF2B5EF4-FFF2-40B4-BE49-F238E27FC236}">
                  <a16:creationId xmlns:a16="http://schemas.microsoft.com/office/drawing/2014/main" id="{14C45059-60B7-4F25-9DB2-262E05CFE379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149" name="Egyenes összekötő 148">
                <a:extLst>
                  <a:ext uri="{FF2B5EF4-FFF2-40B4-BE49-F238E27FC236}">
                    <a16:creationId xmlns:a16="http://schemas.microsoft.com/office/drawing/2014/main" id="{E71C3077-A18D-4491-BA0B-B32D842122E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0" name="Egyenes összekötő 149">
                <a:extLst>
                  <a:ext uri="{FF2B5EF4-FFF2-40B4-BE49-F238E27FC236}">
                    <a16:creationId xmlns:a16="http://schemas.microsoft.com/office/drawing/2014/main" id="{65597038-E2CD-47CB-949B-37D10E2A947F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1" name="Egyenes összekötő 150">
                <a:extLst>
                  <a:ext uri="{FF2B5EF4-FFF2-40B4-BE49-F238E27FC236}">
                    <a16:creationId xmlns:a16="http://schemas.microsoft.com/office/drawing/2014/main" id="{52EF16AD-1862-4569-9695-B2ABB7E7F94F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78273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5B68B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78166" y="3806695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5B68B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51781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63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46240" y="5138878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7901" y="52711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67046" y="508502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63011" y="491446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28156" y="5184598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4254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0065" y="51124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46240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63983" y="50220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2198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86843" y="521609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71767" y="52371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7071" y="511627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3090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542565" y="486252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7684" y="50267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36715" y="488655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9624" y="508451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7604" y="458911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18867" y="48532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74936" y="510893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40811" y="516568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60396" y="500436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114829" y="505583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Téglalap 185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610004" y="474151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5070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7209" y="504341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46240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4386" y="507974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63983" y="50220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66479" y="485559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86843" y="521609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095567" y="511092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7071" y="511627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0" name="Egyenes összekötő 189">
            <a:extLst>
              <a:ext uri="{FF2B5EF4-FFF2-40B4-BE49-F238E27FC236}">
                <a16:creationId xmlns:a16="http://schemas.microsoft.com/office/drawing/2014/main" id="{E3D2BA7F-9F8F-45D6-AAF5-38310F0AEBBD}"/>
              </a:ext>
            </a:extLst>
          </p:cNvPr>
          <p:cNvCxnSpPr>
            <a:cxnSpLocks/>
          </p:cNvCxnSpPr>
          <p:nvPr/>
        </p:nvCxnSpPr>
        <p:spPr>
          <a:xfrm>
            <a:off x="4439286" y="4432071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gyenes összekötő 190">
            <a:extLst>
              <a:ext uri="{FF2B5EF4-FFF2-40B4-BE49-F238E27FC236}">
                <a16:creationId xmlns:a16="http://schemas.microsoft.com/office/drawing/2014/main" id="{96D43A56-C468-459F-8FD2-FD1946704E14}"/>
              </a:ext>
            </a:extLst>
          </p:cNvPr>
          <p:cNvCxnSpPr>
            <a:cxnSpLocks/>
          </p:cNvCxnSpPr>
          <p:nvPr/>
        </p:nvCxnSpPr>
        <p:spPr>
          <a:xfrm flipH="1">
            <a:off x="6430283" y="4428986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églalap 191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252817" y="450338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3" name="Téglalap 192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298185" y="48034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4" name="Téglalap 193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4924204" y="522252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8795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0065" y="51124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91471" y="47960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54458" y="4757747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2198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67793" y="514703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71767" y="52371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62777" y="4961498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églalap 192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198173" y="469150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210078" y="4170013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978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7208" y="492673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72421" y="48151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6768" y="496306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09215" y="45934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83148" y="4857977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291581" y="507083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81292" y="5060914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586577" y="498769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Ív 200">
            <a:extLst>
              <a:ext uri="{FF2B5EF4-FFF2-40B4-BE49-F238E27FC236}">
                <a16:creationId xmlns:a16="http://schemas.microsoft.com/office/drawing/2014/main" id="{977D3D44-ADEE-4081-8C51-D27C95992C0D}"/>
              </a:ext>
            </a:extLst>
          </p:cNvPr>
          <p:cNvSpPr/>
          <p:nvPr/>
        </p:nvSpPr>
        <p:spPr>
          <a:xfrm rot="12134526">
            <a:off x="5615150" y="394278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2" name="Téglalap 201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200428" y="41366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3" name="Téglalap 202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398198" y="411286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4" name="Téglalap 203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4948016" y="450815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335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23390" y="41885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24796" y="452222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51531" y="470113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261577" y="454819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19503" y="442956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4580" y="489369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367781" y="488033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90817" y="480374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7071" y="482338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Ív 200">
            <a:extLst>
              <a:ext uri="{FF2B5EF4-FFF2-40B4-BE49-F238E27FC236}">
                <a16:creationId xmlns:a16="http://schemas.microsoft.com/office/drawing/2014/main" id="{977D3D44-ADEE-4081-8C51-D27C95992C0D}"/>
              </a:ext>
            </a:extLst>
          </p:cNvPr>
          <p:cNvSpPr/>
          <p:nvPr/>
        </p:nvSpPr>
        <p:spPr>
          <a:xfrm rot="12134526">
            <a:off x="5559327" y="3945443"/>
            <a:ext cx="570310" cy="137732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Ív 205">
            <a:extLst>
              <a:ext uri="{FF2B5EF4-FFF2-40B4-BE49-F238E27FC236}">
                <a16:creationId xmlns:a16="http://schemas.microsoft.com/office/drawing/2014/main" id="{802D53BA-7085-4432-8BCD-AAC07635A926}"/>
              </a:ext>
            </a:extLst>
          </p:cNvPr>
          <p:cNvSpPr/>
          <p:nvPr/>
        </p:nvSpPr>
        <p:spPr>
          <a:xfrm rot="13959500">
            <a:off x="5412779" y="3788438"/>
            <a:ext cx="480803" cy="170605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Ív 208">
            <a:extLst>
              <a:ext uri="{FF2B5EF4-FFF2-40B4-BE49-F238E27FC236}">
                <a16:creationId xmlns:a16="http://schemas.microsoft.com/office/drawing/2014/main" id="{C44C5CD4-9054-40DC-841D-1FFD9CD34E5C}"/>
              </a:ext>
            </a:extLst>
          </p:cNvPr>
          <p:cNvSpPr/>
          <p:nvPr/>
        </p:nvSpPr>
        <p:spPr>
          <a:xfrm rot="1687023">
            <a:off x="5588625" y="3628862"/>
            <a:ext cx="542268" cy="186820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0" name="Ív 209">
            <a:extLst>
              <a:ext uri="{FF2B5EF4-FFF2-40B4-BE49-F238E27FC236}">
                <a16:creationId xmlns:a16="http://schemas.microsoft.com/office/drawing/2014/main" id="{EAE63580-2901-4167-A6D4-9734C62A4C84}"/>
              </a:ext>
            </a:extLst>
          </p:cNvPr>
          <p:cNvSpPr/>
          <p:nvPr/>
        </p:nvSpPr>
        <p:spPr>
          <a:xfrm rot="11910470">
            <a:off x="5498743" y="3529098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1" name="Ív 210">
            <a:extLst>
              <a:ext uri="{FF2B5EF4-FFF2-40B4-BE49-F238E27FC236}">
                <a16:creationId xmlns:a16="http://schemas.microsoft.com/office/drawing/2014/main" id="{D8D30928-E7D6-42AF-AB18-33CF34316485}"/>
              </a:ext>
            </a:extLst>
          </p:cNvPr>
          <p:cNvSpPr/>
          <p:nvPr/>
        </p:nvSpPr>
        <p:spPr>
          <a:xfrm rot="10191320">
            <a:off x="5818212" y="3663390"/>
            <a:ext cx="542268" cy="186820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702256" y="3331727"/>
            <a:ext cx="160674" cy="44640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131685"/>
            <a:ext cx="138762" cy="5118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églalap 20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352954" y="41057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8" name="Téglalap 207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593460" y="517728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7604" y="472960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140311" y="515325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9955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0065" y="51124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58134" y="429600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302058" y="374095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367116" y="42581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2198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358255" y="40445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02723" y="379408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60396" y="458526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églalap 200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95068" y="474605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18193" y="446538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8" name="Téglalap 207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281516" y="452720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Téglalap 208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598097" y="46510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0" name="Téglalap 209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417247" y="3372293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1" name="Téglalap 210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569647" y="50201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Ív 217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20272208">
            <a:off x="5130072" y="2887816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278965" y="41250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8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3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4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5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7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8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463665" y="36879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0418" y="410026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232208" y="44791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199635" y="370805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11723" y="43198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375718" y="427629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32092" y="44211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0721" y="398597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églalap 222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402166" y="3245293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132166" y="510266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703666" y="46518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735541" y="503916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4854258" y="47839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Téglalap 230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511608" y="51458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386915" y="38710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8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3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4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5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7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8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555740" y="34847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279833" y="41044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91685" y="32095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5373" y="37356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172518" y="47430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019367" y="43195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03246" y="44400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4068" y="373196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1" name="Téglalap 200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673533" y="51935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6" name="Téglalap 20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4863783" y="5212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Téglalap 208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78117" y="48275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0" name="Téglalap 209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70192" y="44656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1" name="Téglalap 210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3492" y="43354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8" name="Téglalap 21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692592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67142" y="36305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406842" y="2874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746442" y="26336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743267" y="52815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8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3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4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5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7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8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705475" y="5137150"/>
            <a:ext cx="158750" cy="146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644460" y="5060950"/>
            <a:ext cx="255380" cy="2349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608845" y="4978400"/>
            <a:ext cx="352010" cy="323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539271" y="4819650"/>
            <a:ext cx="503858" cy="463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61490" y="41218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73508" y="30376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82160" y="34127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82093" y="429216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403221" y="406535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469145" y="4679950"/>
            <a:ext cx="669510" cy="6159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13042" y="28241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067117" y="26812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54267" y="36877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72740" y="442349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224990" y="41726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88443" y="4019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070167" y="4398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409571" y="409075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393221" y="4508500"/>
            <a:ext cx="821358" cy="7556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46517" y="37385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393390" y="44552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289688" y="4318000"/>
            <a:ext cx="1028424" cy="946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95440" y="36689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505258" y="31138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44060" y="34000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95848" y="44023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31293" y="43874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151645" y="4032250"/>
            <a:ext cx="1304510" cy="1200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3027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83017" y="30876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62217" y="39099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8417" y="38274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Ív 212">
            <a:extLst>
              <a:ext uri="{FF2B5EF4-FFF2-40B4-BE49-F238E27FC236}">
                <a16:creationId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013602" y="3810000"/>
            <a:ext cx="1580596" cy="1454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54852" y="3505200"/>
            <a:ext cx="1898096" cy="174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302058" y="31011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667941" y="3155950"/>
            <a:ext cx="2284618" cy="2101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32092" y="29765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403667" y="29416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565650" y="2679700"/>
            <a:ext cx="2501900" cy="2571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380152" y="2317750"/>
            <a:ext cx="2860196" cy="2940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552950" y="1841500"/>
            <a:ext cx="2514600" cy="34353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45048" y="44912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686300" y="1206500"/>
            <a:ext cx="2222500" cy="40703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2340824">
            <a:off x="4227214" y="3357868"/>
            <a:ext cx="211820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159597">
            <a:off x="5479659" y="3283770"/>
            <a:ext cx="180581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33609" y="2623369"/>
            <a:ext cx="180581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343010" y="2591619"/>
            <a:ext cx="180581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4078636" y="3264257"/>
            <a:ext cx="230958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73724" y="3260438"/>
            <a:ext cx="1903464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02535" y="2539529"/>
            <a:ext cx="2063091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203294" y="2516207"/>
            <a:ext cx="2005369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3734285" y="3183246"/>
            <a:ext cx="267299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58071" y="3198909"/>
            <a:ext cx="2160991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279449" y="2477244"/>
            <a:ext cx="225422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015590" y="2430478"/>
            <a:ext cx="2232229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3477994" y="3122951"/>
            <a:ext cx="2943472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46742" y="3154375"/>
            <a:ext cx="2347387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248820" y="2394606"/>
            <a:ext cx="2507814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3831344" y="2346329"/>
            <a:ext cx="2454907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3734285" y="3183246"/>
            <a:ext cx="267299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58071" y="3198909"/>
            <a:ext cx="2160991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279449" y="2477244"/>
            <a:ext cx="225422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015590" y="2430478"/>
            <a:ext cx="2232229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4078636" y="3264257"/>
            <a:ext cx="2309586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73724" y="3260438"/>
            <a:ext cx="1903464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02535" y="2539529"/>
            <a:ext cx="2063091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203294" y="2516207"/>
            <a:ext cx="2005369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2340824">
            <a:off x="4227214" y="3357868"/>
            <a:ext cx="2118206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159597">
            <a:off x="5479659" y="3283770"/>
            <a:ext cx="1805813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33609" y="2623369"/>
            <a:ext cx="1805813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343010" y="2591619"/>
            <a:ext cx="1805813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45048" y="44912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20000"/>
              <a:lumOff val="8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686300" y="1206500"/>
            <a:ext cx="2222500" cy="40703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40000"/>
              <a:lumOff val="6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552950" y="1841500"/>
            <a:ext cx="2514600" cy="34353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380152" y="2317750"/>
            <a:ext cx="2860196" cy="29400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0" y="1746252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565650" y="2679700"/>
            <a:ext cx="2501900" cy="25717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42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88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8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73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259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23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88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89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9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209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2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1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4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2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5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8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688896" y="3186430"/>
            <a:ext cx="2284618" cy="21018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842510" y="3509416"/>
            <a:ext cx="1946910" cy="179115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941570" y="3684371"/>
            <a:ext cx="1748790" cy="160888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017770" y="3852316"/>
            <a:ext cx="1565910" cy="144063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063490" y="4006240"/>
            <a:ext cx="1413510" cy="130043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200650" y="4291838"/>
            <a:ext cx="1123950" cy="10340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307330" y="4429912"/>
            <a:ext cx="956310" cy="87980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391150" y="4583226"/>
            <a:ext cx="788670" cy="72557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520690" y="4854193"/>
            <a:ext cx="514350" cy="47320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634990" y="5028539"/>
            <a:ext cx="300990" cy="2769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907449" y="3720270"/>
            <a:ext cx="1752114" cy="1538548"/>
            <a:chOff x="2349986" y="2396296"/>
            <a:chExt cx="1752114" cy="1538548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49986" y="3326571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18423" y="32749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46096" y="371547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56502" y="2722571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0097" y="300399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93141" y="3813403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56380" y="380718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65899" y="3877433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26684" y="3570847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69867" y="261219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17642" y="239629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936024" y="4237001"/>
            <a:ext cx="1723539" cy="1025009"/>
            <a:chOff x="2378561" y="2913027"/>
            <a:chExt cx="1723539" cy="1025009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78561" y="366708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58904" y="3572633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46096" y="371547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20783" y="3136909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62003" y="337546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97903" y="38848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56380" y="380718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65899" y="3877433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19540" y="389231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55592" y="3228940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53361" y="29130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947930" y="4639432"/>
            <a:ext cx="1572896" cy="622578"/>
            <a:chOff x="2390467" y="3315458"/>
            <a:chExt cx="1572896" cy="622578"/>
          </a:xfrm>
        </p:grpSpPr>
        <p:sp>
          <p:nvSpPr>
            <p:cNvPr id="227" name="Téglalap 226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90467" y="384806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7479" y="377265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60384" y="382977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637439" y="354648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38191" y="371122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19540" y="389231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96073" y="350754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17643" y="3315458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73531" y="3846735"/>
            <a:ext cx="121410" cy="575221"/>
            <a:chOff x="10878692" y="4092956"/>
            <a:chExt cx="146962" cy="759804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420834"/>
              <a:chOff x="5352922" y="3149862"/>
              <a:chExt cx="119682" cy="420834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4508" y="3502495"/>
                <a:ext cx="87167" cy="49236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19405082">
            <a:off x="5821181" y="3841974"/>
            <a:ext cx="121410" cy="575221"/>
            <a:chOff x="10878692" y="4092956"/>
            <a:chExt cx="146962" cy="759804"/>
          </a:xfrm>
        </p:grpSpPr>
        <p:cxnSp>
          <p:nvCxnSpPr>
            <p:cNvPr id="262" name="Egyenes összekötő 261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3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420834"/>
              <a:chOff x="5352922" y="3149862"/>
              <a:chExt cx="119682" cy="420834"/>
            </a:xfrm>
          </p:grpSpPr>
          <p:cxnSp>
            <p:nvCxnSpPr>
              <p:cNvPr id="264" name="Egyenes összekötő 263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5" name="Egyenes összekötő 264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6" name="Egyenes összekötő 265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4508" y="3502495"/>
                <a:ext cx="87167" cy="49236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5105179" y="5087107"/>
            <a:ext cx="1401359" cy="171928"/>
            <a:chOff x="2545335" y="3646451"/>
            <a:chExt cx="1401359" cy="171928"/>
          </a:xfrm>
        </p:grpSpPr>
        <p:sp>
          <p:nvSpPr>
            <p:cNvPr id="228" name="Téglalap 227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7479" y="377265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620771" y="3694122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45335" y="373503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93692" y="3705190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00974" y="3646451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62593" y="3841584"/>
            <a:ext cx="116774" cy="613397"/>
            <a:chOff x="10884304" y="4092956"/>
            <a:chExt cx="141350" cy="810229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84304" y="4431926"/>
              <a:ext cx="114070" cy="471259"/>
              <a:chOff x="5358534" y="3149862"/>
              <a:chExt cx="114070" cy="471259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12994918" flipH="1">
                <a:off x="5358534" y="3510763"/>
                <a:ext cx="77884" cy="4232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57037" y="3571135"/>
                <a:ext cx="65149" cy="3482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Csoportba foglalás 139">
            <a:extLst>
              <a:ext uri="{FF2B5EF4-FFF2-40B4-BE49-F238E27FC236}">
                <a16:creationId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19405082">
            <a:off x="5836437" y="3839202"/>
            <a:ext cx="116774" cy="613397"/>
            <a:chOff x="10884304" y="4092956"/>
            <a:chExt cx="141350" cy="810229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7" name="Csoportba foglalás 107">
              <a:extLst>
                <a:ext uri="{FF2B5EF4-FFF2-40B4-BE49-F238E27FC236}">
                  <a16:creationId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84304" y="4431926"/>
              <a:ext cx="114070" cy="471259"/>
              <a:chOff x="5358534" y="3149862"/>
              <a:chExt cx="114070" cy="471259"/>
            </a:xfrm>
          </p:grpSpPr>
          <p:cxnSp>
            <p:nvCxnSpPr>
              <p:cNvPr id="231" name="Egyenes összekötő 230">
                <a:extLst>
                  <a:ext uri="{FF2B5EF4-FFF2-40B4-BE49-F238E27FC236}">
                    <a16:creationId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4" name="Egyenes összekötő 233">
                <a:extLst>
                  <a:ext uri="{FF2B5EF4-FFF2-40B4-BE49-F238E27FC236}">
                    <a16:creationId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12994918" flipH="1">
                <a:off x="5358534" y="3510763"/>
                <a:ext cx="77884" cy="4232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7" name="Egyenes összekötő 236">
                <a:extLst>
                  <a:ext uri="{FF2B5EF4-FFF2-40B4-BE49-F238E27FC236}">
                    <a16:creationId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57037" y="3571135"/>
                <a:ext cx="65149" cy="3482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0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41678" y="3824242"/>
            <a:ext cx="112843" cy="595153"/>
            <a:chOff x="10889059" y="4092956"/>
            <a:chExt cx="136595" cy="786130"/>
          </a:xfrm>
        </p:grpSpPr>
        <p:cxnSp>
          <p:nvCxnSpPr>
            <p:cNvPr id="212" name="Egyenes összekötő 211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3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216" name="Egyenes összekötő 215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9" name="Csoportba foglalás 139">
            <a:extLst>
              <a:ext uri="{FF2B5EF4-FFF2-40B4-BE49-F238E27FC236}">
                <a16:creationId xmlns:a16="http://schemas.microsoft.com/office/drawing/2014/main" id="{C8738E6E-D503-44C7-9158-5AA355C1F95F}"/>
              </a:ext>
            </a:extLst>
          </p:cNvPr>
          <p:cNvGrpSpPr/>
          <p:nvPr/>
        </p:nvGrpSpPr>
        <p:grpSpPr>
          <a:xfrm rot="2194918" flipH="1">
            <a:off x="5574438" y="3831292"/>
            <a:ext cx="112843" cy="595153"/>
            <a:chOff x="10889059" y="4092956"/>
            <a:chExt cx="136595" cy="786130"/>
          </a:xfrm>
        </p:grpSpPr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5B8A0433-6964-4D1A-B27D-EB59DCF16E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4" name="Csoportba foglalás 107">
              <a:extLst>
                <a:ext uri="{FF2B5EF4-FFF2-40B4-BE49-F238E27FC236}">
                  <a16:creationId xmlns:a16="http://schemas.microsoft.com/office/drawing/2014/main" id="{14C45059-60B7-4F25-9DB2-262E05CFE379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237" name="Egyenes összekötő 236">
                <a:extLst>
                  <a:ext uri="{FF2B5EF4-FFF2-40B4-BE49-F238E27FC236}">
                    <a16:creationId xmlns:a16="http://schemas.microsoft.com/office/drawing/2014/main" id="{E71C3077-A18D-4491-BA0B-B32D842122E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65597038-E2CD-47CB-949B-37D10E2A947F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52EF16AD-1862-4569-9695-B2ABB7E7F94F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01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35022" y="3882503"/>
            <a:ext cx="227341" cy="591496"/>
            <a:chOff x="10750462" y="4092956"/>
            <a:chExt cx="275192" cy="781300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3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65757" y="3865110"/>
            <a:ext cx="227341" cy="590840"/>
            <a:chOff x="10750462" y="4092956"/>
            <a:chExt cx="275192" cy="78043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2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35022" y="3882503"/>
            <a:ext cx="227341" cy="591496"/>
            <a:chOff x="10750462" y="4092956"/>
            <a:chExt cx="275192" cy="781300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65757" y="3865110"/>
            <a:ext cx="227341" cy="590840"/>
            <a:chOff x="10750462" y="4092956"/>
            <a:chExt cx="275192" cy="78043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21392" y="3887008"/>
            <a:ext cx="227341" cy="545756"/>
            <a:chOff x="10750462" y="4092956"/>
            <a:chExt cx="275192" cy="781300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77627" y="3869034"/>
            <a:ext cx="227341" cy="551001"/>
            <a:chOff x="10750462" y="4092956"/>
            <a:chExt cx="275192" cy="78043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402044" flipH="1">
            <a:off x="5600220" y="3878874"/>
            <a:ext cx="227341" cy="427407"/>
            <a:chOff x="10750462" y="4092956"/>
            <a:chExt cx="275192" cy="776087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37117"/>
              <a:chOff x="5224692" y="3149862"/>
              <a:chExt cx="247912" cy="437117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802044">
                <a:off x="5302397" y="3538217"/>
                <a:ext cx="97373" cy="15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2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197956">
            <a:off x="5688327" y="3878877"/>
            <a:ext cx="227341" cy="427407"/>
            <a:chOff x="10750462" y="4092956"/>
            <a:chExt cx="275192" cy="776087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37117"/>
              <a:chOff x="5224692" y="3149862"/>
              <a:chExt cx="247912" cy="437117"/>
            </a:xfrm>
          </p:grpSpPr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802044">
                <a:off x="5302397" y="3538217"/>
                <a:ext cx="97373" cy="15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28402" y="3871936"/>
            <a:ext cx="152138" cy="277842"/>
            <a:chOff x="10750462" y="4092956"/>
            <a:chExt cx="275192" cy="766858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27888"/>
              <a:chOff x="5224692" y="3149862"/>
              <a:chExt cx="247912" cy="427888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31218" y="3520024"/>
                <a:ext cx="72098" cy="49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22661" y="3862675"/>
            <a:ext cx="144175" cy="299492"/>
            <a:chOff x="10750462" y="4092956"/>
            <a:chExt cx="275192" cy="766858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27888"/>
              <a:chOff x="5224692" y="3149862"/>
              <a:chExt cx="247912" cy="427888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32023" y="3518084"/>
                <a:ext cx="52650" cy="743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212547" flipH="1">
            <a:off x="5605737" y="3812549"/>
            <a:ext cx="114294" cy="246063"/>
            <a:chOff x="10904700" y="4092956"/>
            <a:chExt cx="120954" cy="779755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4700" y="4382470"/>
              <a:ext cx="55808" cy="490241"/>
              <a:chOff x="5378930" y="3100406"/>
              <a:chExt cx="55808" cy="490241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16461" y="3420858"/>
                <a:ext cx="332258" cy="73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0988" y="3381619"/>
                <a:ext cx="67862" cy="2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84782" y="3249604"/>
                <a:ext cx="299153" cy="758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8394715">
            <a:off x="5798618" y="3817310"/>
            <a:ext cx="114294" cy="246063"/>
            <a:chOff x="10904700" y="4092956"/>
            <a:chExt cx="120954" cy="779755"/>
          </a:xfrm>
        </p:grpSpPr>
        <p:cxnSp>
          <p:nvCxnSpPr>
            <p:cNvPr id="242" name="Egyenes összekötő 241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5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4700" y="4382470"/>
              <a:ext cx="55808" cy="490241"/>
              <a:chOff x="5378930" y="3100406"/>
              <a:chExt cx="55808" cy="490241"/>
            </a:xfrm>
          </p:grpSpPr>
          <p:cxnSp>
            <p:nvCxnSpPr>
              <p:cNvPr id="257" name="Egyenes összekötő 25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16461" y="3420858"/>
                <a:ext cx="332258" cy="73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8" name="Egyenes összekötő 25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0988" y="3381619"/>
                <a:ext cx="67862" cy="2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9" name="Egyenes összekötő 258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84782" y="3249604"/>
                <a:ext cx="299153" cy="758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49317" y="3845755"/>
            <a:ext cx="87744" cy="172093"/>
            <a:chOff x="10889548" y="4092956"/>
            <a:chExt cx="136106" cy="916267"/>
          </a:xfrm>
        </p:grpSpPr>
        <p:cxnSp>
          <p:nvCxnSpPr>
            <p:cNvPr id="242" name="Egyenes összekötő 241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5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548" y="4377247"/>
              <a:ext cx="80126" cy="631976"/>
              <a:chOff x="5363778" y="3095183"/>
              <a:chExt cx="80126" cy="631976"/>
            </a:xfrm>
          </p:grpSpPr>
          <p:cxnSp>
            <p:nvCxnSpPr>
              <p:cNvPr id="259" name="Egyenes összekötő 258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12043" y="3220228"/>
                <a:ext cx="256906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8" name="Egyenes összekötő 25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365137" y="3342443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7" name="Egyenes összekötő 25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57465" y="3515653"/>
                <a:ext cx="417819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2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75525" y="3850518"/>
            <a:ext cx="87744" cy="172093"/>
            <a:chOff x="10889548" y="4092956"/>
            <a:chExt cx="136106" cy="916267"/>
          </a:xfrm>
        </p:grpSpPr>
        <p:cxnSp>
          <p:nvCxnSpPr>
            <p:cNvPr id="263" name="Egyenes összekötő 26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548" y="4377247"/>
              <a:ext cx="80126" cy="631976"/>
              <a:chOff x="5363778" y="3095183"/>
              <a:chExt cx="80126" cy="631976"/>
            </a:xfrm>
          </p:grpSpPr>
          <p:cxnSp>
            <p:nvCxnSpPr>
              <p:cNvPr id="265" name="Egyenes összekötő 264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12043" y="3220228"/>
                <a:ext cx="256906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6" name="Egyenes összekötő 26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365137" y="3342443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8" name="Egyenes összekötő 26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57465" y="3515653"/>
                <a:ext cx="417819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12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7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1" name="Ellipszis 250"/>
          <p:cNvSpPr/>
          <p:nvPr/>
        </p:nvSpPr>
        <p:spPr>
          <a:xfrm>
            <a:off x="4409440" y="24901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4717415" y="20551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6851015" y="2302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4561840" y="26425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7222490" y="2217101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685191">
            <a:off x="5744201" y="384932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280213" flipH="1">
            <a:off x="5656112" y="3835040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828540" y="325977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36515" y="273335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Ellipszis 211"/>
          <p:cNvSpPr/>
          <p:nvPr/>
        </p:nvSpPr>
        <p:spPr>
          <a:xfrm>
            <a:off x="6424295" y="288956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Ellipszis 215"/>
          <p:cNvSpPr/>
          <p:nvPr/>
        </p:nvSpPr>
        <p:spPr>
          <a:xfrm>
            <a:off x="4706620" y="289401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Ellipszis 222"/>
          <p:cNvSpPr/>
          <p:nvPr/>
        </p:nvSpPr>
        <p:spPr>
          <a:xfrm>
            <a:off x="6772910" y="2986721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Ellipszis 225"/>
          <p:cNvSpPr/>
          <p:nvPr/>
        </p:nvSpPr>
        <p:spPr>
          <a:xfrm>
            <a:off x="3812540" y="17884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>
            <a:off x="4120515" y="1353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Ellipszis 230"/>
          <p:cNvSpPr/>
          <p:nvPr/>
        </p:nvSpPr>
        <p:spPr>
          <a:xfrm>
            <a:off x="6838950" y="14646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>
            <a:off x="3964940" y="19408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>
            <a:off x="3947635" y="59437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6991350" y="16170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100035" y="60961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280213" flipH="1">
            <a:off x="5641771" y="3823998"/>
            <a:ext cx="57121" cy="175041"/>
            <a:chOff x="10937051" y="4092956"/>
            <a:chExt cx="88603" cy="931958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7051" y="4454969"/>
              <a:ext cx="69344" cy="569945"/>
              <a:chOff x="5411281" y="3172905"/>
              <a:chExt cx="69344" cy="569945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H="1">
                <a:off x="5423879" y="3172905"/>
                <a:ext cx="56746" cy="11803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V="1">
                <a:off x="5437108" y="3306203"/>
                <a:ext cx="32759" cy="4391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04969" y="3531344"/>
                <a:ext cx="417818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6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9439">
            <a:off x="5691339" y="3849874"/>
            <a:ext cx="93595" cy="145191"/>
            <a:chOff x="10880476" y="4092956"/>
            <a:chExt cx="145178" cy="773031"/>
          </a:xfrm>
        </p:grpSpPr>
        <p:cxnSp>
          <p:nvCxnSpPr>
            <p:cNvPr id="223" name="Egyenes összekötő 22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0476" y="4454969"/>
              <a:ext cx="125919" cy="411018"/>
              <a:chOff x="5354706" y="3172905"/>
              <a:chExt cx="125919" cy="411018"/>
            </a:xfrm>
          </p:grpSpPr>
          <p:cxnSp>
            <p:nvCxnSpPr>
              <p:cNvPr id="228" name="Egyenes összekötő 22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H="1">
                <a:off x="5423879" y="3172905"/>
                <a:ext cx="56746" cy="11803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1" name="Egyenes összekötő 230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V="1">
                <a:off x="5437108" y="3306203"/>
                <a:ext cx="32759" cy="4391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7" name="Egyenes összekötő 23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H="1">
                <a:off x="5354706" y="3473589"/>
                <a:ext cx="123554" cy="1103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1" name="Ellipszis 250"/>
          <p:cNvSpPr/>
          <p:nvPr/>
        </p:nvSpPr>
        <p:spPr>
          <a:xfrm>
            <a:off x="5463540" y="378364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5539740" y="335248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6075045" y="333724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5662295" y="391636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5912485" y="3726496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4949190" y="24171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4120515" y="1353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6572250" y="233330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4396740" y="25631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4481035" y="54230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6511290" y="288956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4823935" y="535320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474652" y="65033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5782627" y="60683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0" name="Ellipszis 269"/>
          <p:cNvSpPr/>
          <p:nvPr/>
        </p:nvSpPr>
        <p:spPr>
          <a:xfrm>
            <a:off x="5627052" y="66557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3202940" y="48650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2374265" y="38014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2650490" y="50111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43062" y="3831602"/>
            <a:ext cx="65059" cy="212363"/>
            <a:chOff x="10935292" y="4089496"/>
            <a:chExt cx="87569" cy="1104006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6878" y="4262365"/>
              <a:ext cx="378851" cy="3311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292" y="4411624"/>
              <a:ext cx="57985" cy="781878"/>
              <a:chOff x="5409522" y="3129560"/>
              <a:chExt cx="57985" cy="781878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040" y="3480286"/>
                <a:ext cx="101395" cy="11306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1891" y="3678573"/>
                <a:ext cx="430496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55606">
            <a:off x="5721346" y="3872678"/>
            <a:ext cx="80008" cy="198453"/>
            <a:chOff x="10935424" y="4090528"/>
            <a:chExt cx="88353" cy="1102986"/>
          </a:xfrm>
        </p:grpSpPr>
        <p:cxnSp>
          <p:nvCxnSpPr>
            <p:cNvPr id="237" name="Egyenes összekötő 236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16" y="4262706"/>
              <a:ext cx="378440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2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424" y="4411624"/>
              <a:ext cx="57853" cy="781890"/>
              <a:chOff x="5409654" y="3129560"/>
              <a:chExt cx="57853" cy="781890"/>
            </a:xfrm>
          </p:grpSpPr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104" y="3480285"/>
                <a:ext cx="101395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Egyenes összekötő 253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2021" y="3678583"/>
                <a:ext cx="430500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Ellipszis 276"/>
          <p:cNvSpPr/>
          <p:nvPr/>
        </p:nvSpPr>
        <p:spPr>
          <a:xfrm>
            <a:off x="5539740" y="37096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5913120" y="367537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5636895" y="3945731"/>
            <a:ext cx="106044" cy="10604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5163503" y="30267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6267450" y="279526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5115877" y="35871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5312885" y="41403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277928" y="346106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5331935" y="44578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709602" y="50873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5896927" y="5331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6096952" y="4655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55606">
            <a:off x="5693525" y="3885995"/>
            <a:ext cx="87407" cy="211611"/>
            <a:chOff x="10927253" y="4090528"/>
            <a:chExt cx="96524" cy="1176116"/>
          </a:xfrm>
        </p:grpSpPr>
        <p:cxnSp>
          <p:nvCxnSpPr>
            <p:cNvPr id="237" name="Egyenes összekötő 236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16" y="4262706"/>
              <a:ext cx="378440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7253" y="4417554"/>
              <a:ext cx="66088" cy="849090"/>
              <a:chOff x="5401483" y="3135490"/>
              <a:chExt cx="66088" cy="849090"/>
            </a:xfrm>
          </p:grpSpPr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644394">
                <a:off x="5216640" y="3334400"/>
                <a:ext cx="449841" cy="5202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74054" y="359667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Egyenes összekötő 253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4644394">
                <a:off x="5263022" y="3814904"/>
                <a:ext cx="308137" cy="3121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954018" flipH="1">
            <a:off x="5615800" y="3862974"/>
            <a:ext cx="88598" cy="197922"/>
            <a:chOff x="10925939" y="4090526"/>
            <a:chExt cx="97830" cy="110004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7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5939" y="4495860"/>
              <a:ext cx="85979" cy="694706"/>
              <a:chOff x="5400169" y="3213796"/>
              <a:chExt cx="85979" cy="694706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2905" y="3213796"/>
                <a:ext cx="83243" cy="291548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2312" y="3629669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0169" y="3729131"/>
                <a:ext cx="52777" cy="179371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9" name="Ellipszis 258"/>
          <p:cNvSpPr/>
          <p:nvPr/>
        </p:nvSpPr>
        <p:spPr>
          <a:xfrm>
            <a:off x="5580539" y="3981450"/>
            <a:ext cx="136206" cy="1362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5220653" y="32553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6267450" y="279526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12652" y="32600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6379528" y="34578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5084285" y="4746782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5614352" y="4655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865177" y="51539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6017577" y="43951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4518184" y="2683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2887027" y="12193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4792028" y="25623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4284822" y="27909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2665571" y="103600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2769552" y="16892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2548096" y="150590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2906077" y="332994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2684621" y="31465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2236152" y="36069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2014696" y="342360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2013109" y="29251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1791653" y="27417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>
            <a:off x="9317989" y="9185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>
            <a:off x="9200514" y="13884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5" name="Ellipszis 314"/>
          <p:cNvSpPr/>
          <p:nvPr/>
        </p:nvSpPr>
        <p:spPr>
          <a:xfrm>
            <a:off x="8979058" y="12050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6" name="Ellipszis 315"/>
          <p:cNvSpPr/>
          <p:nvPr/>
        </p:nvSpPr>
        <p:spPr>
          <a:xfrm>
            <a:off x="9337039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7" name="Ellipszis 316"/>
          <p:cNvSpPr/>
          <p:nvPr/>
        </p:nvSpPr>
        <p:spPr>
          <a:xfrm>
            <a:off x="9115583" y="28457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8" name="Ellipszis 317"/>
          <p:cNvSpPr/>
          <p:nvPr/>
        </p:nvSpPr>
        <p:spPr>
          <a:xfrm>
            <a:off x="8667114" y="33061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9" name="Ellipszis 318"/>
          <p:cNvSpPr/>
          <p:nvPr/>
        </p:nvSpPr>
        <p:spPr>
          <a:xfrm>
            <a:off x="8445658" y="31227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0" name="Ellipszis 319"/>
          <p:cNvSpPr/>
          <p:nvPr/>
        </p:nvSpPr>
        <p:spPr>
          <a:xfrm>
            <a:off x="8444071" y="262429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1" name="Ellipszis 320"/>
          <p:cNvSpPr/>
          <p:nvPr/>
        </p:nvSpPr>
        <p:spPr>
          <a:xfrm>
            <a:off x="8222615" y="24409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2" name="Ellipszis 321"/>
          <p:cNvSpPr/>
          <p:nvPr/>
        </p:nvSpPr>
        <p:spPr>
          <a:xfrm>
            <a:off x="9270364" y="548655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3" name="Ellipszis 322"/>
          <p:cNvSpPr/>
          <p:nvPr/>
        </p:nvSpPr>
        <p:spPr>
          <a:xfrm>
            <a:off x="9048908" y="53032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4" name="Ellipszis 323"/>
          <p:cNvSpPr/>
          <p:nvPr/>
        </p:nvSpPr>
        <p:spPr>
          <a:xfrm>
            <a:off x="8377396" y="50817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8" name="Ellipszis 327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9" name="Ellipszis 328"/>
          <p:cNvSpPr/>
          <p:nvPr/>
        </p:nvSpPr>
        <p:spPr>
          <a:xfrm>
            <a:off x="4661852" y="630491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0" name="Ellipszis 329"/>
          <p:cNvSpPr/>
          <p:nvPr/>
        </p:nvSpPr>
        <p:spPr>
          <a:xfrm>
            <a:off x="4440396" y="61215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3" name="Ellipszis 352"/>
          <p:cNvSpPr/>
          <p:nvPr/>
        </p:nvSpPr>
        <p:spPr>
          <a:xfrm>
            <a:off x="3991927" y="65819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4" name="Ellipszis 353"/>
          <p:cNvSpPr/>
          <p:nvPr/>
        </p:nvSpPr>
        <p:spPr>
          <a:xfrm>
            <a:off x="3770471" y="63985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6" name="Ellipszis 355"/>
          <p:cNvSpPr/>
          <p:nvPr/>
        </p:nvSpPr>
        <p:spPr>
          <a:xfrm>
            <a:off x="3768884" y="59001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7" name="Ellipszis 356"/>
          <p:cNvSpPr/>
          <p:nvPr/>
        </p:nvSpPr>
        <p:spPr>
          <a:xfrm>
            <a:off x="3547428" y="571674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193247" flipH="1">
            <a:off x="5613734" y="3873580"/>
            <a:ext cx="96779" cy="228647"/>
            <a:chOff x="10922541" y="4090526"/>
            <a:chExt cx="106864" cy="1270811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2541" y="4547075"/>
              <a:ext cx="106864" cy="814262"/>
              <a:chOff x="5396771" y="3265011"/>
              <a:chExt cx="106864" cy="814262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96771" y="3265011"/>
                <a:ext cx="106864" cy="43732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1300" y="3783154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5114" y="3899901"/>
                <a:ext cx="52777" cy="179372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4" name="Ellipszis 233"/>
          <p:cNvSpPr/>
          <p:nvPr/>
        </p:nvSpPr>
        <p:spPr>
          <a:xfrm>
            <a:off x="5499577" y="3948113"/>
            <a:ext cx="240980" cy="24098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7068502" y="18575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5" name="Ellipszis 244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3938746" y="47729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3522821" y="30894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5239703" y="172259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8032114" y="15567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8514714" y="20170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8979058" y="12050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0" name="Ellipszis 269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6390639" y="3172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8222615" y="24409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5547677" y="572389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5202396" y="53024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085046" y="56175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4778534" y="52524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071428" y="44118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12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414827" flipH="1">
            <a:off x="5670883" y="3909298"/>
            <a:ext cx="96779" cy="228647"/>
            <a:chOff x="10922541" y="4090526"/>
            <a:chExt cx="106864" cy="1270811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7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2541" y="4547075"/>
              <a:ext cx="106864" cy="814262"/>
              <a:chOff x="5396771" y="3265011"/>
              <a:chExt cx="106864" cy="814262"/>
            </a:xfrm>
          </p:grpSpPr>
          <p:cxnSp>
            <p:nvCxnSpPr>
              <p:cNvPr id="228" name="Egyenes összekötő 22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96771" y="3265011"/>
                <a:ext cx="106864" cy="43732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1300" y="3783154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1" name="Egyenes összekötő 230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5114" y="3899901"/>
                <a:ext cx="52777" cy="179372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01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459169" flipH="1">
            <a:off x="5602319" y="3831317"/>
            <a:ext cx="90285" cy="271037"/>
            <a:chOff x="10934298" y="4090526"/>
            <a:chExt cx="99693" cy="1506414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2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4298" y="4547290"/>
              <a:ext cx="99693" cy="1049650"/>
              <a:chOff x="5408528" y="3265226"/>
              <a:chExt cx="99693" cy="1049650"/>
            </a:xfrm>
          </p:grpSpPr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4259169" flipH="1" flipV="1">
                <a:off x="5181823" y="3491931"/>
                <a:ext cx="553104" cy="9969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4" name="Egyenes összekötő 233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971" y="3971116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7" name="Egyenes összekötő 23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12903" y="4103457"/>
                <a:ext cx="52659" cy="2114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Ellipszis 257"/>
          <p:cNvSpPr/>
          <p:nvPr/>
        </p:nvSpPr>
        <p:spPr>
          <a:xfrm>
            <a:off x="5384007" y="3930174"/>
            <a:ext cx="295908" cy="295908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7068502" y="18575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3938746" y="47729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3522821" y="30894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0" name="Ellipszis 269"/>
          <p:cNvSpPr/>
          <p:nvPr/>
        </p:nvSpPr>
        <p:spPr>
          <a:xfrm>
            <a:off x="8032114" y="15567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8514714" y="20170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8979058" y="12050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222615" y="24409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4778534" y="52524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38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75487">
            <a:off x="5666760" y="3881555"/>
            <a:ext cx="89550" cy="251998"/>
            <a:chOff x="10936682" y="4090526"/>
            <a:chExt cx="98880" cy="1400589"/>
          </a:xfrm>
        </p:grpSpPr>
        <p:cxnSp>
          <p:nvCxnSpPr>
            <p:cNvPr id="239" name="Egyenes összekötő 238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2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6682" y="4544639"/>
              <a:ext cx="98880" cy="946476"/>
              <a:chOff x="5410912" y="3262575"/>
              <a:chExt cx="98880" cy="946476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3324513">
                <a:off x="5193677" y="3483407"/>
                <a:ext cx="536947" cy="9528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00522" y="3904889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10912" y="3997633"/>
                <a:ext cx="52659" cy="21141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24708" y="4960420"/>
            <a:ext cx="301935" cy="707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20953" y="4994671"/>
            <a:ext cx="323347" cy="4098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1968" y="5145570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899986" y="5156653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40151" flipH="1">
            <a:off x="5581511" y="3804277"/>
            <a:ext cx="57758" cy="318564"/>
            <a:chOff x="10959993" y="4090526"/>
            <a:chExt cx="63776" cy="15654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9993" y="4503531"/>
              <a:ext cx="56561" cy="1152455"/>
              <a:chOff x="5434223" y="3221467"/>
              <a:chExt cx="56561" cy="1152455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075698" y="3579992"/>
                <a:ext cx="773611" cy="56561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07088" y="405009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7707" y="41625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6719" y="364329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05" name="Ellipszis 304"/>
          <p:cNvSpPr/>
          <p:nvPr/>
        </p:nvSpPr>
        <p:spPr>
          <a:xfrm>
            <a:off x="5294789" y="3892550"/>
            <a:ext cx="314006" cy="3140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4757102" y="16797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5040472" y="36387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>
            <a:off x="5538946" y="22520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>
            <a:off x="4493577" y="30037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>
            <a:off x="4802346" y="46332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5" name="Ellipszis 314"/>
          <p:cNvSpPr/>
          <p:nvPr/>
        </p:nvSpPr>
        <p:spPr>
          <a:xfrm>
            <a:off x="4401502" y="371411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6" name="Ellipszis 315"/>
          <p:cNvSpPr/>
          <p:nvPr/>
        </p:nvSpPr>
        <p:spPr>
          <a:xfrm>
            <a:off x="4424521" y="39212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7" name="Ellipszis 316"/>
          <p:cNvSpPr/>
          <p:nvPr/>
        </p:nvSpPr>
        <p:spPr>
          <a:xfrm>
            <a:off x="4915852" y="43784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8" name="Ellipszis 317"/>
          <p:cNvSpPr/>
          <p:nvPr/>
        </p:nvSpPr>
        <p:spPr>
          <a:xfrm>
            <a:off x="3837146" y="35474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9" name="Ellipszis 318"/>
          <p:cNvSpPr/>
          <p:nvPr/>
        </p:nvSpPr>
        <p:spPr>
          <a:xfrm>
            <a:off x="5038884" y="28362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0" name="Ellipszis 319"/>
          <p:cNvSpPr/>
          <p:nvPr/>
        </p:nvSpPr>
        <p:spPr>
          <a:xfrm>
            <a:off x="3542664" y="49603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1" name="Ellipszis 320"/>
          <p:cNvSpPr/>
          <p:nvPr/>
        </p:nvSpPr>
        <p:spPr>
          <a:xfrm>
            <a:off x="7917439" y="312945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2" name="Ellipszis 321"/>
          <p:cNvSpPr/>
          <p:nvPr/>
        </p:nvSpPr>
        <p:spPr>
          <a:xfrm>
            <a:off x="7073264" y="21821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3" name="Ellipszis 322"/>
          <p:cNvSpPr/>
          <p:nvPr/>
        </p:nvSpPr>
        <p:spPr>
          <a:xfrm>
            <a:off x="8159908" y="24306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4" name="Ellipszis 323"/>
          <p:cNvSpPr/>
          <p:nvPr/>
        </p:nvSpPr>
        <p:spPr>
          <a:xfrm>
            <a:off x="7270114" y="59024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8" name="Ellipszis 327"/>
          <p:cNvSpPr/>
          <p:nvPr/>
        </p:nvSpPr>
        <p:spPr>
          <a:xfrm>
            <a:off x="7658258" y="3957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9" name="Ellipszis 328"/>
          <p:cNvSpPr/>
          <p:nvPr/>
        </p:nvSpPr>
        <p:spPr>
          <a:xfrm>
            <a:off x="4927758" y="58913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0" name="Ellipszis 329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3" name="Ellipszis 352"/>
          <p:cNvSpPr/>
          <p:nvPr/>
        </p:nvSpPr>
        <p:spPr>
          <a:xfrm>
            <a:off x="3847465" y="21107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4" name="Ellipszis 353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6" name="Ellipszis 355"/>
          <p:cNvSpPr/>
          <p:nvPr/>
        </p:nvSpPr>
        <p:spPr>
          <a:xfrm>
            <a:off x="6480333" y="44713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7" name="Ellipszis 356"/>
          <p:cNvSpPr/>
          <p:nvPr/>
        </p:nvSpPr>
        <p:spPr>
          <a:xfrm>
            <a:off x="5954871" y="477059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0" name="Ellipszis 359"/>
          <p:cNvSpPr/>
          <p:nvPr/>
        </p:nvSpPr>
        <p:spPr>
          <a:xfrm>
            <a:off x="6504940" y="30124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3" name="Ellipszis 362"/>
          <p:cNvSpPr/>
          <p:nvPr/>
        </p:nvSpPr>
        <p:spPr>
          <a:xfrm>
            <a:off x="5416391" y="4023360"/>
            <a:ext cx="68580" cy="6858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69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5060293" flipH="1">
            <a:off x="5556941" y="3854538"/>
            <a:ext cx="132536" cy="325500"/>
            <a:chOff x="10909490" y="4165853"/>
            <a:chExt cx="146346" cy="1599544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8041" y="4303063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3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9490" y="4619351"/>
              <a:ext cx="146346" cy="1146046"/>
              <a:chOff x="5383720" y="3337287"/>
              <a:chExt cx="146346" cy="1146046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83720" y="3337287"/>
                <a:ext cx="146346" cy="63565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9402" y="4157847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9149" y="4271914"/>
                <a:ext cx="52659" cy="2114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17485" y="3807928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  <a:stCxn id="80" idx="4"/>
          </p:cNvCxnSpPr>
          <p:nvPr/>
        </p:nvCxnSpPr>
        <p:spPr>
          <a:xfrm rot="16200000" flipH="1">
            <a:off x="5339627" y="4088570"/>
            <a:ext cx="826037" cy="281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67678" y="324211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909690" y="2409825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48" name="Ellipszis 247"/>
          <p:cNvSpPr/>
          <p:nvPr/>
        </p:nvSpPr>
        <p:spPr>
          <a:xfrm>
            <a:off x="7068502" y="18575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3894297" y="21051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2902902" y="49087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3938746" y="47729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522821" y="30894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5804059" y="9820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9527539" y="29568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3105308" y="585009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7657464" y="46650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2159158" y="27100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9603739" y="94313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5486558" y="61604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1511458" y="212264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6508115" y="64319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1821815" y="7835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4778534" y="52524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269389" y="3867150"/>
            <a:ext cx="364806" cy="3648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5380831" y="3984625"/>
            <a:ext cx="139700" cy="13970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04813" y="3850657"/>
            <a:ext cx="63363" cy="309477"/>
            <a:chOff x="10941456" y="4165844"/>
            <a:chExt cx="69965" cy="152080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41456" y="4492128"/>
              <a:ext cx="57636" cy="1194518"/>
              <a:chOff x="5415686" y="3210064"/>
              <a:chExt cx="57636" cy="1194518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104768" y="3533033"/>
                <a:ext cx="691524" cy="45585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4900" y="3959882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230283" y="4187653"/>
                <a:ext cx="402332" cy="3152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25216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05578" y="38222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3734" y="4072678"/>
            <a:ext cx="824726" cy="612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29577" y="325639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81115" y="2424113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7" name="Ellipszis 236"/>
          <p:cNvSpPr/>
          <p:nvPr/>
        </p:nvSpPr>
        <p:spPr>
          <a:xfrm>
            <a:off x="5217002" y="3845719"/>
            <a:ext cx="407668" cy="407668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5317330" y="3949700"/>
            <a:ext cx="200026" cy="200026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17768" y="3908670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5" name="Ellipszis 244"/>
          <p:cNvSpPr/>
          <p:nvPr/>
        </p:nvSpPr>
        <p:spPr>
          <a:xfrm>
            <a:off x="7020376" y="9671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1412114" y="367810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238200" y="62296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3735755" y="41115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6985366" y="23146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2089851" y="534982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393648" y="2906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6390639" y="3172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006047" y="137012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190364" y="614461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4032576" y="55170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5071428" y="44118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25216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05578" y="38222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3734" y="4072678"/>
            <a:ext cx="824726" cy="612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29577" y="325639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81115" y="2424113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7" name="Ellipszis 236"/>
          <p:cNvSpPr/>
          <p:nvPr/>
        </p:nvSpPr>
        <p:spPr>
          <a:xfrm>
            <a:off x="5217002" y="3845719"/>
            <a:ext cx="407668" cy="407668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5317330" y="3949700"/>
            <a:ext cx="200026" cy="200026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17768" y="3908670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5" name="Ellipszis 244"/>
          <p:cNvSpPr/>
          <p:nvPr/>
        </p:nvSpPr>
        <p:spPr>
          <a:xfrm>
            <a:off x="7020376" y="9671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1412114" y="367810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238200" y="62296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3735755" y="41115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6985366" y="23146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2089851" y="534982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393648" y="2906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6390639" y="3172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006047" y="137012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190364" y="614461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4032576" y="55170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5071428" y="44118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17" name="Ellipszis 216"/>
          <p:cNvSpPr/>
          <p:nvPr/>
        </p:nvSpPr>
        <p:spPr>
          <a:xfrm>
            <a:off x="5101908" y="3851275"/>
            <a:ext cx="504506" cy="5045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>
            <a:off x="5226898" y="3979918"/>
            <a:ext cx="247540" cy="24754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4" name="Ellipszis 233"/>
          <p:cNvSpPr/>
          <p:nvPr/>
        </p:nvSpPr>
        <p:spPr>
          <a:xfrm>
            <a:off x="5387340" y="348583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>
            <a:off x="6075045" y="344201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4811078" y="2750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>
            <a:off x="5967412" y="293814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>
            <a:off x="4706302" y="34728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5" name="Ellipszis 244"/>
          <p:cNvSpPr/>
          <p:nvPr/>
        </p:nvSpPr>
        <p:spPr>
          <a:xfrm>
            <a:off x="5312885" y="41403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6568441" y="33943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779485" y="48007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5828665" y="550164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5182552" y="55222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6096952" y="4655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5064125" y="3879531"/>
            <a:ext cx="532448" cy="52419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11748" y="3929857"/>
            <a:ext cx="433390" cy="43339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Ellipszis 211"/>
          <p:cNvSpPr/>
          <p:nvPr/>
        </p:nvSpPr>
        <p:spPr>
          <a:xfrm>
            <a:off x="5246686" y="4071145"/>
            <a:ext cx="163514" cy="163514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Ellipszis 212"/>
          <p:cNvSpPr/>
          <p:nvPr/>
        </p:nvSpPr>
        <p:spPr>
          <a:xfrm>
            <a:off x="5177790" y="371443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Ellipszis 216"/>
          <p:cNvSpPr/>
          <p:nvPr/>
        </p:nvSpPr>
        <p:spPr>
          <a:xfrm>
            <a:off x="5403532" y="43849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>
            <a:off x="4949190" y="35648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Ellipszis 228"/>
          <p:cNvSpPr/>
          <p:nvPr/>
        </p:nvSpPr>
        <p:spPr>
          <a:xfrm>
            <a:off x="5053012" y="390016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Ellipszis 230"/>
          <p:cNvSpPr/>
          <p:nvPr/>
        </p:nvSpPr>
        <p:spPr>
          <a:xfrm>
            <a:off x="4934902" y="37728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4" name="Ellipszis 233"/>
          <p:cNvSpPr/>
          <p:nvPr/>
        </p:nvSpPr>
        <p:spPr>
          <a:xfrm>
            <a:off x="5487353" y="364680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>
            <a:off x="4955697" y="4329270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5573076" y="39173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45" name="Ellipszis 244"/>
          <p:cNvSpPr/>
          <p:nvPr/>
        </p:nvSpPr>
        <p:spPr>
          <a:xfrm rot="13816579">
            <a:off x="4770154" y="3948664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202106">
            <a:off x="5376082" y="178246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5064125" y="3879531"/>
            <a:ext cx="532448" cy="52419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11748" y="3929857"/>
            <a:ext cx="433390" cy="43339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Ellipszis 211"/>
          <p:cNvSpPr/>
          <p:nvPr/>
        </p:nvSpPr>
        <p:spPr>
          <a:xfrm>
            <a:off x="5199061" y="4023520"/>
            <a:ext cx="258764" cy="258764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 rot="19350443">
            <a:off x="4889218" y="302473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16745583">
            <a:off x="4977996" y="3916104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 rot="9468233">
            <a:off x="5409289" y="4182463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Ellipszis 244"/>
          <p:cNvSpPr/>
          <p:nvPr/>
        </p:nvSpPr>
        <p:spPr>
          <a:xfrm rot="9115315">
            <a:off x="5579777" y="4091538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1842430">
            <a:off x="5904720" y="1963440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5064125" y="3879531"/>
            <a:ext cx="532448" cy="52419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11748" y="3929857"/>
            <a:ext cx="433390" cy="43339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Ellipszis 211"/>
          <p:cNvSpPr/>
          <p:nvPr/>
        </p:nvSpPr>
        <p:spPr>
          <a:xfrm>
            <a:off x="5199061" y="4023520"/>
            <a:ext cx="258764" cy="258764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 rot="17708552">
            <a:off x="4684431" y="32723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20207944">
            <a:off x="5173259" y="3687504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 rot="14006875">
            <a:off x="4966377" y="4063401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Ellipszis 244"/>
          <p:cNvSpPr/>
          <p:nvPr/>
        </p:nvSpPr>
        <p:spPr>
          <a:xfrm rot="10102254">
            <a:off x="5422615" y="4162975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18501391">
            <a:off x="4271182" y="2196804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Csoportba foglalás 212"/>
          <p:cNvGrpSpPr/>
          <p:nvPr/>
        </p:nvGrpSpPr>
        <p:grpSpPr>
          <a:xfrm>
            <a:off x="5064125" y="3879531"/>
            <a:ext cx="532448" cy="524194"/>
            <a:chOff x="5064125" y="3879531"/>
            <a:chExt cx="532448" cy="524194"/>
          </a:xfrm>
        </p:grpSpPr>
        <p:sp>
          <p:nvSpPr>
            <p:cNvPr id="201" name="Ellipszis 200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9" name="Ellipszis 238"/>
          <p:cNvSpPr/>
          <p:nvPr/>
        </p:nvSpPr>
        <p:spPr>
          <a:xfrm rot="3377975">
            <a:off x="5779806" y="31961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14296632">
            <a:off x="5044670" y="4111366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 rot="20404276">
            <a:off x="5123538" y="3420464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25216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05578" y="38222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3734" y="4072678"/>
            <a:ext cx="824726" cy="612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29577" y="325639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81115" y="2424113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28" name="Csoportba foglalás 227"/>
          <p:cNvGrpSpPr/>
          <p:nvPr/>
        </p:nvGrpSpPr>
        <p:grpSpPr>
          <a:xfrm>
            <a:off x="5092700" y="3827144"/>
            <a:ext cx="532448" cy="524194"/>
            <a:chOff x="5064125" y="3879531"/>
            <a:chExt cx="532448" cy="524194"/>
          </a:xfrm>
        </p:grpSpPr>
        <p:sp>
          <p:nvSpPr>
            <p:cNvPr id="229" name="Ellipszis 228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17768" y="3908670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9" name="Ellipszis 238"/>
          <p:cNvSpPr/>
          <p:nvPr/>
        </p:nvSpPr>
        <p:spPr>
          <a:xfrm rot="9352661">
            <a:off x="5579777" y="4091538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2036163">
            <a:off x="5947583" y="1934864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 rot="17708552">
            <a:off x="4684429" y="3229525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 rot="21066948">
            <a:off x="5220884" y="3601778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 rot="14006875">
            <a:off x="4999713" y="4020538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17485" y="3807928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  <a:stCxn id="80" idx="4"/>
          </p:cNvCxnSpPr>
          <p:nvPr/>
        </p:nvCxnSpPr>
        <p:spPr>
          <a:xfrm rot="16200000" flipH="1">
            <a:off x="5339627" y="4088570"/>
            <a:ext cx="826037" cy="281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67678" y="324211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909690" y="2409825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28" name="Csoportba foglalás 227"/>
          <p:cNvGrpSpPr/>
          <p:nvPr/>
        </p:nvGrpSpPr>
        <p:grpSpPr>
          <a:xfrm>
            <a:off x="5140326" y="3808094"/>
            <a:ext cx="532448" cy="524194"/>
            <a:chOff x="5064125" y="3879531"/>
            <a:chExt cx="532448" cy="524194"/>
          </a:xfrm>
        </p:grpSpPr>
        <p:sp>
          <p:nvSpPr>
            <p:cNvPr id="229" name="Ellipszis 228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04813" y="3850657"/>
            <a:ext cx="63363" cy="309477"/>
            <a:chOff x="10941456" y="4165844"/>
            <a:chExt cx="69965" cy="152080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41456" y="4492128"/>
              <a:ext cx="57636" cy="1194518"/>
              <a:chOff x="5415686" y="3210064"/>
              <a:chExt cx="57636" cy="1194518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104768" y="3533033"/>
                <a:ext cx="691524" cy="45585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4900" y="3959882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230283" y="4187653"/>
                <a:ext cx="402332" cy="3152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5" name="Ellipszis 244"/>
          <p:cNvSpPr/>
          <p:nvPr/>
        </p:nvSpPr>
        <p:spPr>
          <a:xfrm rot="13816579">
            <a:off x="4836828" y="3872463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 rot="202106">
            <a:off x="5442756" y="1706264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 rot="19350443">
            <a:off x="4955892" y="2948538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 rot="16745583">
            <a:off x="5044670" y="3839903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 rot="9468233">
            <a:off x="5475963" y="4106262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24708" y="4960420"/>
            <a:ext cx="301935" cy="707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20953" y="4994671"/>
            <a:ext cx="323347" cy="4098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1968" y="5145570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899986" y="5156653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40151" flipH="1">
            <a:off x="5581511" y="3804277"/>
            <a:ext cx="57758" cy="318564"/>
            <a:chOff x="10959993" y="4090526"/>
            <a:chExt cx="63776" cy="15654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9993" y="4503531"/>
              <a:ext cx="56561" cy="1152455"/>
              <a:chOff x="5434223" y="3221467"/>
              <a:chExt cx="56561" cy="1152455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075698" y="3579992"/>
                <a:ext cx="773611" cy="56561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07088" y="405009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7707" y="41625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6719" y="364329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08" name="Ellipszis 307"/>
          <p:cNvSpPr/>
          <p:nvPr/>
        </p:nvSpPr>
        <p:spPr>
          <a:xfrm>
            <a:off x="5538946" y="22520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28" name="Csoportba foglalás 227"/>
          <p:cNvGrpSpPr/>
          <p:nvPr/>
        </p:nvGrpSpPr>
        <p:grpSpPr>
          <a:xfrm>
            <a:off x="5159376" y="3776344"/>
            <a:ext cx="532448" cy="524194"/>
            <a:chOff x="5064125" y="3879531"/>
            <a:chExt cx="532448" cy="524194"/>
          </a:xfrm>
        </p:grpSpPr>
        <p:sp>
          <p:nvSpPr>
            <p:cNvPr id="229" name="Ellipszis 228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5060293" flipH="1">
            <a:off x="5556941" y="3854538"/>
            <a:ext cx="132536" cy="325500"/>
            <a:chOff x="10909490" y="4165853"/>
            <a:chExt cx="146346" cy="1599544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8041" y="4303063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9490" y="4619351"/>
              <a:ext cx="146346" cy="1146046"/>
              <a:chOff x="5383720" y="3337287"/>
              <a:chExt cx="146346" cy="1146046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83720" y="3337287"/>
                <a:ext cx="146346" cy="63565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9402" y="4157847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9149" y="4271914"/>
                <a:ext cx="52659" cy="2114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43062" y="3831602"/>
            <a:ext cx="65059" cy="212363"/>
            <a:chOff x="10935292" y="4089496"/>
            <a:chExt cx="87569" cy="1104006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6878" y="4262365"/>
              <a:ext cx="378851" cy="3311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292" y="4411624"/>
              <a:ext cx="57985" cy="781878"/>
              <a:chOff x="5409522" y="3129560"/>
              <a:chExt cx="57985" cy="781878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040" y="3480286"/>
                <a:ext cx="101395" cy="11306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1891" y="3678573"/>
                <a:ext cx="430496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55606">
            <a:off x="5721346" y="3872678"/>
            <a:ext cx="80008" cy="198453"/>
            <a:chOff x="10935424" y="4090528"/>
            <a:chExt cx="88353" cy="1102986"/>
          </a:xfrm>
        </p:grpSpPr>
        <p:cxnSp>
          <p:nvCxnSpPr>
            <p:cNvPr id="237" name="Egyenes összekötő 236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16" y="4262706"/>
              <a:ext cx="378440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424" y="4411624"/>
              <a:ext cx="57853" cy="781890"/>
              <a:chOff x="5409654" y="3129560"/>
              <a:chExt cx="57853" cy="781890"/>
            </a:xfrm>
          </p:grpSpPr>
          <p:cxnSp>
            <p:nvCxnSpPr>
              <p:cNvPr id="248" name="Egyenes összekötő 24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104" y="3480285"/>
                <a:ext cx="101395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Egyenes összekötő 253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2021" y="3678583"/>
                <a:ext cx="430500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9" name="Csoportba foglalás 208"/>
          <p:cNvGrpSpPr/>
          <p:nvPr/>
        </p:nvGrpSpPr>
        <p:grpSpPr>
          <a:xfrm>
            <a:off x="5375276" y="3789044"/>
            <a:ext cx="532448" cy="524194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17" name="Ellipszis 216"/>
          <p:cNvSpPr/>
          <p:nvPr/>
        </p:nvSpPr>
        <p:spPr>
          <a:xfrm rot="13816579">
            <a:off x="5087652" y="3866114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Ellipszis 222"/>
          <p:cNvSpPr/>
          <p:nvPr/>
        </p:nvSpPr>
        <p:spPr>
          <a:xfrm rot="202106">
            <a:off x="5693580" y="169991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Ellipszis 225"/>
          <p:cNvSpPr/>
          <p:nvPr/>
        </p:nvSpPr>
        <p:spPr>
          <a:xfrm rot="19350443">
            <a:off x="5206716" y="29421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Ellipszis 226"/>
          <p:cNvSpPr/>
          <p:nvPr/>
        </p:nvSpPr>
        <p:spPr>
          <a:xfrm rot="16745583">
            <a:off x="5295494" y="3833554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 rot="9468233">
            <a:off x="5726787" y="4099913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9" name="Csoportba foglalás 208"/>
          <p:cNvGrpSpPr/>
          <p:nvPr/>
        </p:nvGrpSpPr>
        <p:grpSpPr>
          <a:xfrm>
            <a:off x="5483226" y="3719194"/>
            <a:ext cx="532448" cy="524194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26" name="Ellipszis 225"/>
          <p:cNvSpPr/>
          <p:nvPr/>
        </p:nvSpPr>
        <p:spPr>
          <a:xfrm rot="9352661">
            <a:off x="5986176" y="39708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 rot="2036163">
            <a:off x="6353982" y="181421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Ellipszis 230"/>
          <p:cNvSpPr/>
          <p:nvPr/>
        </p:nvSpPr>
        <p:spPr>
          <a:xfrm rot="17708552">
            <a:off x="5090828" y="3108876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 rot="21066948">
            <a:off x="5627283" y="3481129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14006875">
            <a:off x="5406112" y="3899889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2036163">
            <a:off x="6373032" y="181421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 rot="17708552">
            <a:off x="5109878" y="3108876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 rot="21066948">
            <a:off x="5646333" y="3481129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5483226" y="3719194"/>
            <a:ext cx="532448" cy="524194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58" name="Ellipszis 257"/>
          <p:cNvSpPr/>
          <p:nvPr/>
        </p:nvSpPr>
        <p:spPr>
          <a:xfrm rot="9352661">
            <a:off x="5834737" y="4009117"/>
            <a:ext cx="99200" cy="50354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 rot="14006875">
            <a:off x="5573706" y="3978457"/>
            <a:ext cx="115129" cy="27213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 rot="2036163">
            <a:off x="6060779" y="2837590"/>
            <a:ext cx="107549" cy="12978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 rot="17708552">
            <a:off x="5447858" y="3563339"/>
            <a:ext cx="77422" cy="58132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 rot="21066948">
            <a:off x="5667013" y="3747330"/>
            <a:ext cx="104742" cy="151215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5349712" y="3587750"/>
            <a:ext cx="799476" cy="7870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5065912" y="3308350"/>
            <a:ext cx="1367076" cy="13458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4711162" y="2959100"/>
            <a:ext cx="2076576" cy="20443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4311262" y="2565400"/>
            <a:ext cx="2876376" cy="28317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3395362" y="1663700"/>
            <a:ext cx="4708176" cy="46351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2322862" y="0"/>
            <a:ext cx="7081776" cy="69719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-2064700" y="-4319538"/>
            <a:ext cx="15856900" cy="15611058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>
        <p:cut/>
      </p:transition>
    </mc:Choice>
    <mc:Fallback>
      <p:transition advTm="0">
        <p:cut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-3114675" y="-1257300"/>
            <a:ext cx="19945350" cy="9646553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" advTm="0">
        <p:cut/>
      </p:transition>
    </mc:Choice>
    <mc:Fallback>
      <p:transition advTm="0">
        <p:cut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Szélesvásznú</PresentationFormat>
  <Paragraphs>0</Paragraphs>
  <Slides>150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150</vt:i4>
      </vt:variant>
    </vt:vector>
  </HeadingPairs>
  <TitlesOfParts>
    <vt:vector size="154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Boros Dániel</dc:creator>
  <cp:lastModifiedBy>Boros Dániel</cp:lastModifiedBy>
  <cp:revision>116</cp:revision>
  <dcterms:created xsi:type="dcterms:W3CDTF">2022-05-30T12:49:07Z</dcterms:created>
  <dcterms:modified xsi:type="dcterms:W3CDTF">2025-11-12T13:59:53Z</dcterms:modified>
</cp:coreProperties>
</file>